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3"/>
  </p:notesMasterIdLst>
  <p:sldIdLst>
    <p:sldId id="262" r:id="rId2"/>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Arial" charset="0"/>
      </a:defRPr>
    </a:lvl1pPr>
    <a:lvl2pPr marL="457200" algn="l" rtl="0" fontAlgn="base">
      <a:spcBef>
        <a:spcPct val="0"/>
      </a:spcBef>
      <a:spcAft>
        <a:spcPct val="0"/>
      </a:spcAft>
      <a:defRPr kern="1200">
        <a:solidFill>
          <a:schemeClr val="tx1"/>
        </a:solidFill>
        <a:latin typeface="Arial" charset="0"/>
        <a:ea typeface="ＭＳ Ｐゴシック" charset="0"/>
        <a:cs typeface="Arial" charset="0"/>
      </a:defRPr>
    </a:lvl2pPr>
    <a:lvl3pPr marL="914400" algn="l" rtl="0" fontAlgn="base">
      <a:spcBef>
        <a:spcPct val="0"/>
      </a:spcBef>
      <a:spcAft>
        <a:spcPct val="0"/>
      </a:spcAft>
      <a:defRPr kern="1200">
        <a:solidFill>
          <a:schemeClr val="tx1"/>
        </a:solidFill>
        <a:latin typeface="Arial" charset="0"/>
        <a:ea typeface="ＭＳ Ｐゴシック" charset="0"/>
        <a:cs typeface="Arial" charset="0"/>
      </a:defRPr>
    </a:lvl3pPr>
    <a:lvl4pPr marL="1371600" algn="l" rtl="0" fontAlgn="base">
      <a:spcBef>
        <a:spcPct val="0"/>
      </a:spcBef>
      <a:spcAft>
        <a:spcPct val="0"/>
      </a:spcAft>
      <a:defRPr kern="1200">
        <a:solidFill>
          <a:schemeClr val="tx1"/>
        </a:solidFill>
        <a:latin typeface="Arial" charset="0"/>
        <a:ea typeface="ＭＳ Ｐゴシック" charset="0"/>
        <a:cs typeface="Arial" charset="0"/>
      </a:defRPr>
    </a:lvl4pPr>
    <a:lvl5pPr marL="1828800" algn="l" rtl="0" fontAlgn="base">
      <a:spcBef>
        <a:spcPct val="0"/>
      </a:spcBef>
      <a:spcAft>
        <a:spcPct val="0"/>
      </a:spcAft>
      <a:defRPr kern="1200">
        <a:solidFill>
          <a:schemeClr val="tx1"/>
        </a:solidFill>
        <a:latin typeface="Arial" charset="0"/>
        <a:ea typeface="ＭＳ Ｐゴシック" charset="0"/>
        <a:cs typeface="Arial" charset="0"/>
      </a:defRPr>
    </a:lvl5pPr>
    <a:lvl6pPr marL="2286000" algn="l" defTabSz="457200" rtl="0" eaLnBrk="1" latinLnBrk="0" hangingPunct="1">
      <a:defRPr kern="1200">
        <a:solidFill>
          <a:schemeClr val="tx1"/>
        </a:solidFill>
        <a:latin typeface="Arial" charset="0"/>
        <a:ea typeface="ＭＳ Ｐゴシック" charset="0"/>
        <a:cs typeface="Arial" charset="0"/>
      </a:defRPr>
    </a:lvl6pPr>
    <a:lvl7pPr marL="2743200" algn="l" defTabSz="457200" rtl="0" eaLnBrk="1" latinLnBrk="0" hangingPunct="1">
      <a:defRPr kern="1200">
        <a:solidFill>
          <a:schemeClr val="tx1"/>
        </a:solidFill>
        <a:latin typeface="Arial" charset="0"/>
        <a:ea typeface="ＭＳ Ｐゴシック" charset="0"/>
        <a:cs typeface="Arial" charset="0"/>
      </a:defRPr>
    </a:lvl7pPr>
    <a:lvl8pPr marL="3200400" algn="l" defTabSz="457200" rtl="0" eaLnBrk="1" latinLnBrk="0" hangingPunct="1">
      <a:defRPr kern="1200">
        <a:solidFill>
          <a:schemeClr val="tx1"/>
        </a:solidFill>
        <a:latin typeface="Arial" charset="0"/>
        <a:ea typeface="ＭＳ Ｐゴシック" charset="0"/>
        <a:cs typeface="Arial" charset="0"/>
      </a:defRPr>
    </a:lvl8pPr>
    <a:lvl9pPr marL="3657600" algn="l" defTabSz="457200" rtl="0" eaLnBrk="1" latinLnBrk="0" hangingPunct="1">
      <a:defRPr kern="1200">
        <a:solidFill>
          <a:schemeClr val="tx1"/>
        </a:solidFill>
        <a:latin typeface="Arial" charset="0"/>
        <a:ea typeface="ＭＳ Ｐゴシック" charset="0"/>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8" d="100"/>
          <a:sy n="98" d="100"/>
        </p:scale>
        <p:origin x="-576" y="-96"/>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34A46C-1BC2-4E54-AAF4-0D850294FEFD}" type="datetimeFigureOut">
              <a:rPr lang="en-CA" smtClean="0"/>
              <a:pPr/>
              <a:t>30/08/2016</a:t>
            </a:fld>
            <a:endParaRPr lang="en-CA"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4286FC-C0B4-452B-80BA-544DC2D75052}" type="slidenum">
              <a:rPr lang="en-CA" smtClean="0"/>
              <a:pPr/>
              <a:t>‹#›</a:t>
            </a:fld>
            <a:endParaRPr lang="en-CA"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all Red"/>
          <p:cNvPicPr>
            <a:picLocks noChangeAspect="1" noChangeArrowheads="1"/>
          </p:cNvPicPr>
          <p:nvPr userDrawn="1"/>
        </p:nvPicPr>
        <p:blipFill>
          <a:blip r:embed="rId2" cstate="print"/>
          <a:srcRect/>
          <a:stretch>
            <a:fillRect/>
          </a:stretch>
        </p:blipFill>
        <p:spPr bwMode="auto">
          <a:xfrm>
            <a:off x="0" y="685800"/>
            <a:ext cx="914400" cy="2116138"/>
          </a:xfrm>
          <a:prstGeom prst="rect">
            <a:avLst/>
          </a:prstGeom>
          <a:noFill/>
          <a:ln w="9525">
            <a:noFill/>
            <a:miter lim="800000"/>
            <a:headEnd/>
            <a:tailEnd/>
          </a:ln>
        </p:spPr>
      </p:pic>
      <p:pic>
        <p:nvPicPr>
          <p:cNvPr id="5" name="Picture 3" descr="Wide Red"/>
          <p:cNvPicPr>
            <a:picLocks noChangeAspect="1" noChangeArrowheads="1"/>
          </p:cNvPicPr>
          <p:nvPr userDrawn="1"/>
        </p:nvPicPr>
        <p:blipFill>
          <a:blip r:embed="rId3" cstate="print"/>
          <a:srcRect/>
          <a:stretch>
            <a:fillRect/>
          </a:stretch>
        </p:blipFill>
        <p:spPr bwMode="auto">
          <a:xfrm>
            <a:off x="0" y="685800"/>
            <a:ext cx="9144000" cy="2116138"/>
          </a:xfrm>
          <a:prstGeom prst="rect">
            <a:avLst/>
          </a:prstGeom>
          <a:noFill/>
          <a:ln w="9525">
            <a:noFill/>
            <a:miter lim="800000"/>
            <a:headEnd/>
            <a:tailEnd/>
          </a:ln>
        </p:spPr>
      </p:pic>
      <p:pic>
        <p:nvPicPr>
          <p:cNvPr id="6" name="Picture 6"/>
          <p:cNvPicPr>
            <a:picLocks noChangeAspect="1" noChangeArrowheads="1"/>
          </p:cNvPicPr>
          <p:nvPr userDrawn="1"/>
        </p:nvPicPr>
        <p:blipFill>
          <a:blip r:embed="rId4" cstate="print"/>
          <a:srcRect/>
          <a:stretch>
            <a:fillRect/>
          </a:stretch>
        </p:blipFill>
        <p:spPr bwMode="auto">
          <a:xfrm>
            <a:off x="901700" y="3254375"/>
            <a:ext cx="2925763" cy="274638"/>
          </a:xfrm>
          <a:prstGeom prst="rect">
            <a:avLst/>
          </a:prstGeom>
          <a:noFill/>
          <a:ln w="9525">
            <a:noFill/>
            <a:miter lim="800000"/>
            <a:headEnd/>
            <a:tailEnd/>
          </a:ln>
        </p:spPr>
      </p:pic>
      <p:sp>
        <p:nvSpPr>
          <p:cNvPr id="87044" name="Rectangle 4"/>
          <p:cNvSpPr>
            <a:spLocks noGrp="1" noChangeArrowheads="1"/>
          </p:cNvSpPr>
          <p:nvPr>
            <p:ph type="ctrTitle" sz="quarter"/>
          </p:nvPr>
        </p:nvSpPr>
        <p:spPr>
          <a:xfrm>
            <a:off x="838200" y="3600450"/>
            <a:ext cx="7772400" cy="645319"/>
          </a:xfrm>
        </p:spPr>
        <p:txBody>
          <a:bodyPr lIns="91440" tIns="45720" rIns="91440" bIns="45720" anchor="b"/>
          <a:lstStyle>
            <a:lvl1pPr>
              <a:defRPr sz="2400"/>
            </a:lvl1pPr>
          </a:lstStyle>
          <a:p>
            <a:r>
              <a:rPr lang="en-US"/>
              <a:t>Click to edit Master title style</a:t>
            </a:r>
          </a:p>
        </p:txBody>
      </p:sp>
      <p:sp>
        <p:nvSpPr>
          <p:cNvPr id="87045" name="Rectangle 5"/>
          <p:cNvSpPr>
            <a:spLocks noGrp="1" noChangeArrowheads="1"/>
          </p:cNvSpPr>
          <p:nvPr>
            <p:ph type="subTitle" sz="quarter" idx="1"/>
          </p:nvPr>
        </p:nvSpPr>
        <p:spPr>
          <a:xfrm>
            <a:off x="838200" y="4286250"/>
            <a:ext cx="6400800" cy="571500"/>
          </a:xfrm>
        </p:spPr>
        <p:txBody>
          <a:bodyPr lIns="91440" tIns="45720" rIns="91440" bIns="45720"/>
          <a:lstStyle>
            <a:lvl1pPr marL="0" indent="0">
              <a:spcBef>
                <a:spcPct val="0"/>
              </a:spcBef>
              <a:buFontTx/>
              <a:buNone/>
              <a:defRPr sz="1600"/>
            </a:lvl1pPr>
          </a:lstStyle>
          <a:p>
            <a:r>
              <a:rPr lang="en-US"/>
              <a:t>Click to edit Master subtitle style</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1" y="1200150"/>
            <a:ext cx="3692525" cy="3257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30726" y="1200150"/>
            <a:ext cx="3692525" cy="3257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8"/>
            <a:ext cx="8229600" cy="85725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24626" y="228600"/>
            <a:ext cx="1946275" cy="42291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1" y="228600"/>
            <a:ext cx="5686425" cy="42291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032"/>
          <p:cNvSpPr>
            <a:spLocks noGrp="1" noChangeArrowheads="1"/>
          </p:cNvSpPr>
          <p:nvPr>
            <p:ph type="ftr" sz="quarter" idx="10"/>
          </p:nvPr>
        </p:nvSpPr>
        <p:spPr/>
        <p:txBody>
          <a:bodyPr/>
          <a:lstStyle>
            <a:lvl1pPr fontAlgn="auto">
              <a:spcBef>
                <a:spcPts val="0"/>
              </a:spcBef>
              <a:spcAft>
                <a:spcPts val="0"/>
              </a:spcAft>
              <a:defRPr>
                <a:latin typeface="Arial" pitchFamily="-112" charset="0"/>
                <a:cs typeface="+mn-cs"/>
              </a:defRPr>
            </a:lvl1pPr>
          </a:lstStyle>
          <a:p>
            <a:pPr>
              <a:defRPr/>
            </a:pPr>
            <a:endParaRPr lang="en-US" dirty="0"/>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26" descr="Red Bar"/>
          <p:cNvPicPr>
            <a:picLocks noChangeAspect="1" noChangeArrowheads="1"/>
          </p:cNvPicPr>
          <p:nvPr/>
        </p:nvPicPr>
        <p:blipFill>
          <a:blip r:embed="rId13" cstate="print"/>
          <a:srcRect/>
          <a:stretch>
            <a:fillRect/>
          </a:stretch>
        </p:blipFill>
        <p:spPr bwMode="auto">
          <a:xfrm>
            <a:off x="0" y="4629150"/>
            <a:ext cx="9144000" cy="169863"/>
          </a:xfrm>
          <a:prstGeom prst="rect">
            <a:avLst/>
          </a:prstGeom>
          <a:noFill/>
          <a:ln w="9525">
            <a:noFill/>
            <a:miter lim="800000"/>
            <a:headEnd/>
            <a:tailEnd/>
          </a:ln>
        </p:spPr>
      </p:pic>
      <p:pic>
        <p:nvPicPr>
          <p:cNvPr id="1027" name="Picture 1027" descr="Small Red Square"/>
          <p:cNvPicPr>
            <a:picLocks noChangeAspect="1" noChangeArrowheads="1"/>
          </p:cNvPicPr>
          <p:nvPr/>
        </p:nvPicPr>
        <p:blipFill>
          <a:blip r:embed="rId14" cstate="print"/>
          <a:srcRect/>
          <a:stretch>
            <a:fillRect/>
          </a:stretch>
        </p:blipFill>
        <p:spPr bwMode="auto">
          <a:xfrm>
            <a:off x="0" y="0"/>
            <a:ext cx="688975" cy="514350"/>
          </a:xfrm>
          <a:prstGeom prst="rect">
            <a:avLst/>
          </a:prstGeom>
          <a:noFill/>
          <a:ln w="9525">
            <a:noFill/>
            <a:miter lim="800000"/>
            <a:headEnd/>
            <a:tailEnd/>
          </a:ln>
        </p:spPr>
      </p:pic>
      <p:sp>
        <p:nvSpPr>
          <p:cNvPr id="1028" name="Rectangle 1028"/>
          <p:cNvSpPr>
            <a:spLocks noGrp="1" noChangeArrowheads="1"/>
          </p:cNvSpPr>
          <p:nvPr>
            <p:ph type="body" idx="1"/>
          </p:nvPr>
        </p:nvSpPr>
        <p:spPr bwMode="auto">
          <a:xfrm>
            <a:off x="685800" y="1200150"/>
            <a:ext cx="7537450" cy="32575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1029"/>
          <p:cNvSpPr>
            <a:spLocks noGrp="1" noChangeArrowheads="1"/>
          </p:cNvSpPr>
          <p:nvPr>
            <p:ph type="title"/>
          </p:nvPr>
        </p:nvSpPr>
        <p:spPr bwMode="auto">
          <a:xfrm>
            <a:off x="889000" y="228600"/>
            <a:ext cx="7581900" cy="7064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86022" name="Rectangle 1030"/>
          <p:cNvSpPr>
            <a:spLocks noChangeArrowheads="1"/>
          </p:cNvSpPr>
          <p:nvPr/>
        </p:nvSpPr>
        <p:spPr bwMode="auto">
          <a:xfrm>
            <a:off x="0" y="4629150"/>
            <a:ext cx="9144000" cy="228600"/>
          </a:xfrm>
          <a:prstGeom prst="rect">
            <a:avLst/>
          </a:prstGeom>
          <a:noFill/>
          <a:ln w="9525">
            <a:noFill/>
            <a:miter lim="800000"/>
            <a:headEnd type="none" w="sm" len="sm"/>
            <a:tailEnd type="none" w="sm" len="sm"/>
          </a:ln>
          <a:effectLst/>
        </p:spPr>
        <p:txBody>
          <a:bodyPr wrap="none" anchor="ctr"/>
          <a:lstStyle/>
          <a:p>
            <a:pPr defTabSz="457200" fontAlgn="auto">
              <a:spcBef>
                <a:spcPts val="0"/>
              </a:spcBef>
              <a:spcAft>
                <a:spcPts val="0"/>
              </a:spcAft>
              <a:defRPr/>
            </a:pPr>
            <a:endParaRPr lang="en-US" dirty="0">
              <a:solidFill>
                <a:srgbClr val="000000"/>
              </a:solidFill>
              <a:latin typeface="Arial"/>
              <a:ea typeface="ＭＳ Ｐゴシック" pitchFamily="34" charset="-128"/>
              <a:cs typeface="Arial"/>
            </a:endParaRPr>
          </a:p>
        </p:txBody>
      </p:sp>
      <p:pic>
        <p:nvPicPr>
          <p:cNvPr id="1031" name="Picture 1031" descr="Oracle WHITE"/>
          <p:cNvPicPr>
            <a:picLocks noChangeAspect="1" noChangeArrowheads="1"/>
          </p:cNvPicPr>
          <p:nvPr/>
        </p:nvPicPr>
        <p:blipFill>
          <a:blip r:embed="rId15" cstate="print"/>
          <a:srcRect/>
          <a:stretch>
            <a:fillRect/>
          </a:stretch>
        </p:blipFill>
        <p:spPr bwMode="auto">
          <a:xfrm>
            <a:off x="7620000" y="4670425"/>
            <a:ext cx="947738" cy="88900"/>
          </a:xfrm>
          <a:prstGeom prst="rect">
            <a:avLst/>
          </a:prstGeom>
          <a:noFill/>
          <a:ln w="9525">
            <a:noFill/>
            <a:miter lim="800000"/>
            <a:headEnd/>
            <a:tailEnd/>
          </a:ln>
        </p:spPr>
      </p:pic>
      <p:sp>
        <p:nvSpPr>
          <p:cNvPr id="86024" name="Rectangle 1032"/>
          <p:cNvSpPr>
            <a:spLocks noGrp="1" noChangeArrowheads="1"/>
          </p:cNvSpPr>
          <p:nvPr>
            <p:ph type="ftr" sz="quarter" idx="3"/>
          </p:nvPr>
        </p:nvSpPr>
        <p:spPr bwMode="auto">
          <a:xfrm>
            <a:off x="152400" y="4914900"/>
            <a:ext cx="8839200" cy="11430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eaLnBrk="0" hangingPunct="0">
              <a:defRPr sz="900" smtClean="0">
                <a:solidFill>
                  <a:srgbClr val="000000"/>
                </a:solidFill>
              </a:defRPr>
            </a:lvl1pPr>
          </a:lstStyle>
          <a:p>
            <a:pPr>
              <a:defRPr/>
            </a:pPr>
            <a:endParaRPr lang="en-US" dirty="0"/>
          </a:p>
        </p:txBody>
      </p:sp>
      <p:sp>
        <p:nvSpPr>
          <p:cNvPr id="9" name="Slide Number Placeholder 8"/>
          <p:cNvSpPr>
            <a:spLocks noGrp="1"/>
          </p:cNvSpPr>
          <p:nvPr>
            <p:ph type="sldNum" sz="quarter" idx="4"/>
          </p:nvPr>
        </p:nvSpPr>
        <p:spPr>
          <a:xfrm>
            <a:off x="6553200" y="4767263"/>
            <a:ext cx="2133600" cy="274637"/>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ea typeface="ＭＳ Ｐゴシック" pitchFamily="34" charset="-128"/>
              </a:defRPr>
            </a:lvl1pPr>
          </a:lstStyle>
          <a:p>
            <a:pPr>
              <a:defRPr/>
            </a:pPr>
            <a:fld id="{A5E3353B-8411-4A12-931B-09D1953543D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ransition>
    <p:wipe dir="r"/>
  </p:transition>
  <p:hf hdr="0" ftr="0" dt="0"/>
  <p:txStyles>
    <p:titleStyle>
      <a:lvl1pPr algn="l" rtl="0" eaLnBrk="0" fontAlgn="base" hangingPunct="0">
        <a:spcBef>
          <a:spcPct val="0"/>
        </a:spcBef>
        <a:spcAft>
          <a:spcPct val="0"/>
        </a:spcAft>
        <a:defRPr sz="3200" b="1">
          <a:solidFill>
            <a:schemeClr val="tx1"/>
          </a:solidFill>
          <a:latin typeface="+mj-lt"/>
          <a:ea typeface="+mj-ea"/>
          <a:cs typeface="+mj-cs"/>
        </a:defRPr>
      </a:lvl1pPr>
      <a:lvl2pPr algn="l" rtl="0" eaLnBrk="0" fontAlgn="base" hangingPunct="0">
        <a:spcBef>
          <a:spcPct val="0"/>
        </a:spcBef>
        <a:spcAft>
          <a:spcPct val="0"/>
        </a:spcAft>
        <a:defRPr sz="3200" b="1">
          <a:solidFill>
            <a:schemeClr val="tx1"/>
          </a:solidFill>
          <a:latin typeface="Arial" pitchFamily="-112" charset="0"/>
          <a:ea typeface="Arial" pitchFamily="-112" charset="0"/>
          <a:cs typeface="Arial" pitchFamily="-112" charset="0"/>
        </a:defRPr>
      </a:lvl2pPr>
      <a:lvl3pPr algn="l" rtl="0" eaLnBrk="0" fontAlgn="base" hangingPunct="0">
        <a:spcBef>
          <a:spcPct val="0"/>
        </a:spcBef>
        <a:spcAft>
          <a:spcPct val="0"/>
        </a:spcAft>
        <a:defRPr sz="3200" b="1">
          <a:solidFill>
            <a:schemeClr val="tx1"/>
          </a:solidFill>
          <a:latin typeface="Arial" pitchFamily="-112" charset="0"/>
          <a:ea typeface="Arial" pitchFamily="-112" charset="0"/>
          <a:cs typeface="Arial" pitchFamily="-112" charset="0"/>
        </a:defRPr>
      </a:lvl3pPr>
      <a:lvl4pPr algn="l" rtl="0" eaLnBrk="0" fontAlgn="base" hangingPunct="0">
        <a:spcBef>
          <a:spcPct val="0"/>
        </a:spcBef>
        <a:spcAft>
          <a:spcPct val="0"/>
        </a:spcAft>
        <a:defRPr sz="3200" b="1">
          <a:solidFill>
            <a:schemeClr val="tx1"/>
          </a:solidFill>
          <a:latin typeface="Arial" pitchFamily="-112" charset="0"/>
          <a:ea typeface="Arial" pitchFamily="-112" charset="0"/>
          <a:cs typeface="Arial" pitchFamily="-112" charset="0"/>
        </a:defRPr>
      </a:lvl4pPr>
      <a:lvl5pPr algn="l" rtl="0" eaLnBrk="0" fontAlgn="base" hangingPunct="0">
        <a:spcBef>
          <a:spcPct val="0"/>
        </a:spcBef>
        <a:spcAft>
          <a:spcPct val="0"/>
        </a:spcAft>
        <a:defRPr sz="3200" b="1">
          <a:solidFill>
            <a:schemeClr val="tx1"/>
          </a:solidFill>
          <a:latin typeface="Arial" pitchFamily="-112" charset="0"/>
          <a:ea typeface="Arial" pitchFamily="-112" charset="0"/>
          <a:cs typeface="Arial" pitchFamily="-112" charset="0"/>
        </a:defRPr>
      </a:lvl5pPr>
      <a:lvl6pPr marL="457200" algn="l" rtl="0" fontAlgn="base">
        <a:spcBef>
          <a:spcPct val="0"/>
        </a:spcBef>
        <a:spcAft>
          <a:spcPct val="0"/>
        </a:spcAft>
        <a:defRPr sz="3200" b="1">
          <a:solidFill>
            <a:schemeClr val="tx1"/>
          </a:solidFill>
          <a:latin typeface="Arial" pitchFamily="-112" charset="0"/>
          <a:ea typeface="Arial" pitchFamily="-112" charset="0"/>
          <a:cs typeface="Arial" pitchFamily="-112" charset="0"/>
        </a:defRPr>
      </a:lvl6pPr>
      <a:lvl7pPr marL="914400" algn="l" rtl="0" fontAlgn="base">
        <a:spcBef>
          <a:spcPct val="0"/>
        </a:spcBef>
        <a:spcAft>
          <a:spcPct val="0"/>
        </a:spcAft>
        <a:defRPr sz="3200" b="1">
          <a:solidFill>
            <a:schemeClr val="tx1"/>
          </a:solidFill>
          <a:latin typeface="Arial" pitchFamily="-112" charset="0"/>
          <a:ea typeface="Arial" pitchFamily="-112" charset="0"/>
          <a:cs typeface="Arial" pitchFamily="-112" charset="0"/>
        </a:defRPr>
      </a:lvl7pPr>
      <a:lvl8pPr marL="1371600" algn="l" rtl="0" fontAlgn="base">
        <a:spcBef>
          <a:spcPct val="0"/>
        </a:spcBef>
        <a:spcAft>
          <a:spcPct val="0"/>
        </a:spcAft>
        <a:defRPr sz="3200" b="1">
          <a:solidFill>
            <a:schemeClr val="tx1"/>
          </a:solidFill>
          <a:latin typeface="Arial" pitchFamily="-112" charset="0"/>
          <a:ea typeface="Arial" pitchFamily="-112" charset="0"/>
          <a:cs typeface="Arial" pitchFamily="-112" charset="0"/>
        </a:defRPr>
      </a:lvl8pPr>
      <a:lvl9pPr marL="1828800" algn="l" rtl="0" fontAlgn="base">
        <a:spcBef>
          <a:spcPct val="0"/>
        </a:spcBef>
        <a:spcAft>
          <a:spcPct val="0"/>
        </a:spcAft>
        <a:defRPr sz="3200" b="1">
          <a:solidFill>
            <a:schemeClr val="tx1"/>
          </a:solidFill>
          <a:latin typeface="Arial" pitchFamily="-112" charset="0"/>
          <a:ea typeface="Arial" pitchFamily="-112" charset="0"/>
          <a:cs typeface="Arial" pitchFamily="-112" charset="0"/>
        </a:defRPr>
      </a:lvl9pPr>
    </p:titleStyle>
    <p:bodyStyle>
      <a:lvl1pPr marL="227013" indent="-227013" algn="l" rtl="0" eaLnBrk="0" fontAlgn="base" hangingPunct="0">
        <a:spcBef>
          <a:spcPct val="20000"/>
        </a:spcBef>
        <a:spcAft>
          <a:spcPct val="0"/>
        </a:spcAft>
        <a:buClr>
          <a:schemeClr val="accent1"/>
        </a:buClr>
        <a:buChar char="•"/>
        <a:defRPr sz="2400">
          <a:solidFill>
            <a:schemeClr val="tx1"/>
          </a:solidFill>
          <a:latin typeface="+mn-lt"/>
          <a:ea typeface="+mn-ea"/>
          <a:cs typeface="+mn-cs"/>
        </a:defRPr>
      </a:lvl1pPr>
      <a:lvl2pPr marL="569913" indent="-228600" algn="l" rtl="0" eaLnBrk="0" fontAlgn="base" hangingPunct="0">
        <a:spcBef>
          <a:spcPct val="20000"/>
        </a:spcBef>
        <a:spcAft>
          <a:spcPct val="0"/>
        </a:spcAft>
        <a:buClr>
          <a:schemeClr val="accent1"/>
        </a:buClr>
        <a:buChar char="•"/>
        <a:defRPr sz="2000">
          <a:solidFill>
            <a:schemeClr val="tx1"/>
          </a:solidFill>
          <a:latin typeface="+mn-lt"/>
          <a:ea typeface="+mn-ea"/>
          <a:cs typeface="+mn-cs"/>
        </a:defRPr>
      </a:lvl2pPr>
      <a:lvl3pPr marL="914400" indent="-230188" algn="l" rtl="0" eaLnBrk="0" fontAlgn="base" hangingPunct="0">
        <a:spcBef>
          <a:spcPct val="20000"/>
        </a:spcBef>
        <a:spcAft>
          <a:spcPct val="0"/>
        </a:spcAft>
        <a:buClr>
          <a:schemeClr val="accent1"/>
        </a:buClr>
        <a:buChar char="•"/>
        <a:defRPr sz="2000">
          <a:solidFill>
            <a:schemeClr val="tx1"/>
          </a:solidFill>
          <a:latin typeface="+mn-lt"/>
          <a:ea typeface="+mn-ea"/>
          <a:cs typeface="+mn-cs"/>
        </a:defRPr>
      </a:lvl3pPr>
      <a:lvl4pPr marL="1258888" indent="-230188" algn="l" rtl="0" eaLnBrk="0" fontAlgn="base" hangingPunct="0">
        <a:spcBef>
          <a:spcPct val="20000"/>
        </a:spcBef>
        <a:spcAft>
          <a:spcPct val="0"/>
        </a:spcAft>
        <a:buClr>
          <a:schemeClr val="accent1"/>
        </a:buClr>
        <a:buChar char="•"/>
        <a:defRPr sz="2000">
          <a:solidFill>
            <a:schemeClr val="tx1"/>
          </a:solidFill>
          <a:latin typeface="+mn-lt"/>
          <a:ea typeface="+mn-ea"/>
          <a:cs typeface="+mn-cs"/>
        </a:defRPr>
      </a:lvl4pPr>
      <a:lvl5pPr marL="1601788" indent="-228600" algn="l" rtl="0" eaLnBrk="0" fontAlgn="base" hangingPunct="0">
        <a:spcBef>
          <a:spcPct val="20000"/>
        </a:spcBef>
        <a:spcAft>
          <a:spcPct val="0"/>
        </a:spcAft>
        <a:buClr>
          <a:schemeClr val="accent1"/>
        </a:buClr>
        <a:buChar char="•"/>
        <a:defRPr sz="2000">
          <a:solidFill>
            <a:schemeClr val="tx1"/>
          </a:solidFill>
          <a:latin typeface="+mn-lt"/>
          <a:ea typeface="+mn-ea"/>
          <a:cs typeface="+mn-cs"/>
        </a:defRPr>
      </a:lvl5pPr>
      <a:lvl6pPr marL="2058988" indent="-228600" algn="l" rtl="0" fontAlgn="base">
        <a:spcBef>
          <a:spcPct val="20000"/>
        </a:spcBef>
        <a:spcAft>
          <a:spcPct val="0"/>
        </a:spcAft>
        <a:buClr>
          <a:schemeClr val="accent1"/>
        </a:buClr>
        <a:buChar char="•"/>
        <a:defRPr sz="2000">
          <a:solidFill>
            <a:schemeClr val="tx1"/>
          </a:solidFill>
          <a:latin typeface="+mn-lt"/>
          <a:ea typeface="+mn-ea"/>
          <a:cs typeface="+mn-cs"/>
        </a:defRPr>
      </a:lvl6pPr>
      <a:lvl7pPr marL="2516188" indent="-228600" algn="l" rtl="0" fontAlgn="base">
        <a:spcBef>
          <a:spcPct val="20000"/>
        </a:spcBef>
        <a:spcAft>
          <a:spcPct val="0"/>
        </a:spcAft>
        <a:buClr>
          <a:schemeClr val="accent1"/>
        </a:buClr>
        <a:buChar char="•"/>
        <a:defRPr sz="2000">
          <a:solidFill>
            <a:schemeClr val="tx1"/>
          </a:solidFill>
          <a:latin typeface="+mn-lt"/>
          <a:ea typeface="+mn-ea"/>
          <a:cs typeface="+mn-cs"/>
        </a:defRPr>
      </a:lvl7pPr>
      <a:lvl8pPr marL="2973388" indent="-228600" algn="l" rtl="0" fontAlgn="base">
        <a:spcBef>
          <a:spcPct val="20000"/>
        </a:spcBef>
        <a:spcAft>
          <a:spcPct val="0"/>
        </a:spcAft>
        <a:buClr>
          <a:schemeClr val="accent1"/>
        </a:buClr>
        <a:buChar char="•"/>
        <a:defRPr sz="2000">
          <a:solidFill>
            <a:schemeClr val="tx1"/>
          </a:solidFill>
          <a:latin typeface="+mn-lt"/>
          <a:ea typeface="+mn-ea"/>
          <a:cs typeface="+mn-cs"/>
        </a:defRPr>
      </a:lvl8pPr>
      <a:lvl9pPr marL="3430588" indent="-228600" algn="l" rtl="0" fontAlgn="base">
        <a:spcBef>
          <a:spcPct val="20000"/>
        </a:spcBef>
        <a:spcAft>
          <a:spcPct val="0"/>
        </a:spcAft>
        <a:buClr>
          <a:schemeClr val="accent1"/>
        </a:buClr>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ogo"/>
          <p:cNvPicPr>
            <a:picLocks noChangeAspect="1" noChangeArrowheads="1"/>
          </p:cNvPicPr>
          <p:nvPr/>
        </p:nvPicPr>
        <p:blipFill>
          <a:blip r:embed="rId2" cstate="print"/>
          <a:srcRect/>
          <a:stretch>
            <a:fillRect/>
          </a:stretch>
        </p:blipFill>
        <p:spPr bwMode="auto">
          <a:xfrm>
            <a:off x="1043608" y="3723878"/>
            <a:ext cx="859046" cy="856135"/>
          </a:xfrm>
          <a:prstGeom prst="rect">
            <a:avLst/>
          </a:prstGeom>
          <a:noFill/>
        </p:spPr>
      </p:pic>
      <p:sp>
        <p:nvSpPr>
          <p:cNvPr id="13314" name="Title 1"/>
          <p:cNvSpPr>
            <a:spLocks noGrp="1"/>
          </p:cNvSpPr>
          <p:nvPr>
            <p:ph type="title"/>
          </p:nvPr>
        </p:nvSpPr>
        <p:spPr>
          <a:xfrm>
            <a:off x="889000" y="123478"/>
            <a:ext cx="7581900" cy="706438"/>
          </a:xfrm>
        </p:spPr>
        <p:txBody>
          <a:bodyPr/>
          <a:lstStyle/>
          <a:p>
            <a:r>
              <a:rPr lang="en-US" sz="2400" dirty="0" smtClean="0"/>
              <a:t>Peter Obert, Consulting Technical Manager </a:t>
            </a:r>
            <a:br>
              <a:rPr lang="en-US" sz="2400" dirty="0" smtClean="0"/>
            </a:br>
            <a:r>
              <a:rPr lang="en-US" sz="1600" dirty="0" smtClean="0">
                <a:solidFill>
                  <a:schemeClr val="bg2"/>
                </a:solidFill>
              </a:rPr>
              <a:t>ICCC – Integration Cloud Competence Center, EMEA</a:t>
            </a:r>
            <a:endParaRPr lang="en-US" sz="1600" dirty="0" smtClean="0"/>
          </a:p>
        </p:txBody>
      </p:sp>
      <p:sp>
        <p:nvSpPr>
          <p:cNvPr id="13315" name="Slide Number Placeholder 10"/>
          <p:cNvSpPr>
            <a:spLocks noGrp="1"/>
          </p:cNvSpPr>
          <p:nvPr>
            <p:ph type="sldNum" sz="quarter" idx="4294967295"/>
          </p:nvPr>
        </p:nvSpPr>
        <p:spPr bwMode="auto">
          <a:xfrm>
            <a:off x="7010400" y="4800600"/>
            <a:ext cx="2133600" cy="241300"/>
          </a:xfrm>
          <a:noFill/>
          <a:ln>
            <a:miter lim="800000"/>
            <a:headEnd/>
            <a:tailEnd/>
          </a:ln>
        </p:spPr>
        <p:txBody>
          <a:bodyPr/>
          <a:lstStyle/>
          <a:p>
            <a:fld id="{8EE3717A-E2A5-41E6-A695-DB301FC665F1}" type="slidenum">
              <a:rPr lang="en-US"/>
              <a:pPr/>
              <a:t>1</a:t>
            </a:fld>
            <a:endParaRPr lang="en-US" dirty="0"/>
          </a:p>
        </p:txBody>
      </p:sp>
      <p:sp>
        <p:nvSpPr>
          <p:cNvPr id="9" name="TextBox 8"/>
          <p:cNvSpPr txBox="1">
            <a:spLocks noChangeArrowheads="1"/>
          </p:cNvSpPr>
          <p:nvPr/>
        </p:nvSpPr>
        <p:spPr bwMode="auto">
          <a:xfrm>
            <a:off x="1960563" y="771550"/>
            <a:ext cx="3267075" cy="3888432"/>
          </a:xfrm>
          <a:prstGeom prst="rect">
            <a:avLst/>
          </a:prstGeom>
          <a:noFill/>
          <a:ln w="9525">
            <a:noFill/>
            <a:miter lim="800000"/>
            <a:headEnd/>
            <a:tailEnd/>
          </a:ln>
        </p:spPr>
        <p:txBody>
          <a:bodyPr lIns="45720" rIns="45720">
            <a:noAutofit/>
          </a:bodyPr>
          <a:lstStyle/>
          <a:p>
            <a:pPr marL="114300" indent="-114300">
              <a:lnSpc>
                <a:spcPct val="120000"/>
              </a:lnSpc>
              <a:spcBef>
                <a:spcPct val="20000"/>
              </a:spcBef>
              <a:defRPr/>
            </a:pPr>
            <a:r>
              <a:rPr lang="en-US" sz="900" b="1" dirty="0">
                <a:solidFill>
                  <a:srgbClr val="FD0000"/>
                </a:solidFill>
                <a:latin typeface="Arial"/>
                <a:ea typeface="ＭＳ Ｐゴシック" pitchFamily="34" charset="-128"/>
                <a:cs typeface="Arial"/>
              </a:rPr>
              <a:t>BACKGROUND:</a:t>
            </a:r>
          </a:p>
          <a:p>
            <a:pPr marL="114300" indent="-114300">
              <a:lnSpc>
                <a:spcPct val="120000"/>
              </a:lnSpc>
              <a:spcBef>
                <a:spcPct val="20000"/>
              </a:spcBef>
              <a:buClr>
                <a:srgbClr val="FD0000"/>
              </a:buClr>
              <a:buFont typeface="Arial" pitchFamily="34" charset="0"/>
              <a:buChar char="•"/>
              <a:defRPr/>
            </a:pPr>
            <a:r>
              <a:rPr lang="en-US" sz="900" dirty="0" smtClean="0">
                <a:solidFill>
                  <a:srgbClr val="000000"/>
                </a:solidFill>
              </a:rPr>
              <a:t>9 years of native Oracle Products Experience</a:t>
            </a:r>
          </a:p>
          <a:p>
            <a:pPr marL="114300" indent="-114300">
              <a:lnSpc>
                <a:spcPct val="120000"/>
              </a:lnSpc>
              <a:spcBef>
                <a:spcPct val="20000"/>
              </a:spcBef>
              <a:buClr>
                <a:srgbClr val="FD0000"/>
              </a:buClr>
              <a:buFont typeface="Arial" pitchFamily="34" charset="0"/>
              <a:buChar char="•"/>
              <a:defRPr/>
            </a:pPr>
            <a:r>
              <a:rPr lang="en-US" sz="900" dirty="0" smtClean="0">
                <a:solidFill>
                  <a:srgbClr val="000000"/>
                </a:solidFill>
              </a:rPr>
              <a:t>IT and Consulting professional with 22 years of business experience in international business</a:t>
            </a:r>
          </a:p>
          <a:p>
            <a:pPr marL="114300" indent="-114300">
              <a:lnSpc>
                <a:spcPct val="120000"/>
              </a:lnSpc>
              <a:spcBef>
                <a:spcPct val="20000"/>
              </a:spcBef>
              <a:buClr>
                <a:srgbClr val="FD0000"/>
              </a:buClr>
              <a:buFont typeface="Arial" pitchFamily="34" charset="0"/>
              <a:buChar char="•"/>
              <a:defRPr/>
            </a:pPr>
            <a:r>
              <a:rPr lang="en-US" sz="900" dirty="0" smtClean="0">
                <a:solidFill>
                  <a:srgbClr val="000000"/>
                </a:solidFill>
              </a:rPr>
              <a:t>12 years of Project Leading and Solution Architecture works </a:t>
            </a:r>
            <a:endParaRPr lang="en-US" sz="900" dirty="0">
              <a:solidFill>
                <a:srgbClr val="000000"/>
              </a:solidFill>
            </a:endParaRPr>
          </a:p>
          <a:p>
            <a:pPr marL="114300" indent="-114300">
              <a:lnSpc>
                <a:spcPct val="120000"/>
              </a:lnSpc>
              <a:spcBef>
                <a:spcPct val="20000"/>
              </a:spcBef>
              <a:buClr>
                <a:srgbClr val="FD0000"/>
              </a:buClr>
              <a:buFont typeface="Arial" pitchFamily="34" charset="0"/>
              <a:buChar char="•"/>
              <a:defRPr/>
            </a:pPr>
            <a:r>
              <a:rPr lang="en-US" sz="900" dirty="0" smtClean="0">
                <a:solidFill>
                  <a:srgbClr val="000000"/>
                </a:solidFill>
              </a:rPr>
              <a:t>Last </a:t>
            </a:r>
            <a:r>
              <a:rPr lang="en-US" sz="900" dirty="0" smtClean="0">
                <a:solidFill>
                  <a:srgbClr val="000000"/>
                </a:solidFill>
              </a:rPr>
              <a:t>9  </a:t>
            </a:r>
            <a:r>
              <a:rPr lang="en-US" sz="900" dirty="0" smtClean="0">
                <a:solidFill>
                  <a:srgbClr val="000000"/>
                </a:solidFill>
              </a:rPr>
              <a:t>years in large projects in Communications industry, especially in SOA, Integration and Order Management Systems design and delivery.  Worked for major  companies in EMEA Region like VF Group,  MTN Group, TT NET, Portugal Telecom, T-Mobile</a:t>
            </a:r>
            <a:endParaRPr lang="en-US" sz="900" dirty="0">
              <a:solidFill>
                <a:srgbClr val="000000"/>
              </a:solidFill>
            </a:endParaRPr>
          </a:p>
          <a:p>
            <a:pPr marL="114300" indent="-114300">
              <a:lnSpc>
                <a:spcPct val="120000"/>
              </a:lnSpc>
              <a:spcBef>
                <a:spcPct val="20000"/>
              </a:spcBef>
              <a:buClr>
                <a:srgbClr val="FD0000"/>
              </a:buClr>
              <a:buFont typeface="Arial" pitchFamily="34" charset="0"/>
              <a:buChar char="•"/>
              <a:defRPr/>
            </a:pPr>
            <a:r>
              <a:rPr lang="en-US" sz="900" dirty="0" smtClean="0">
                <a:solidFill>
                  <a:srgbClr val="000000"/>
                </a:solidFill>
              </a:rPr>
              <a:t>Additional  working experience in Banking, General Insurance,  Manufacturing, Health Insurance and other service-intense businesses</a:t>
            </a:r>
          </a:p>
          <a:p>
            <a:pPr marL="114300" indent="-114300">
              <a:lnSpc>
                <a:spcPct val="120000"/>
              </a:lnSpc>
              <a:spcBef>
                <a:spcPct val="20000"/>
              </a:spcBef>
              <a:buClr>
                <a:srgbClr val="FD0000"/>
              </a:buClr>
              <a:defRPr/>
            </a:pPr>
            <a:endParaRPr lang="en-US" sz="400" dirty="0" smtClean="0">
              <a:solidFill>
                <a:srgbClr val="000000"/>
              </a:solidFill>
            </a:endParaRPr>
          </a:p>
          <a:p>
            <a:pPr marL="114300" indent="-114300">
              <a:lnSpc>
                <a:spcPct val="120000"/>
              </a:lnSpc>
              <a:spcBef>
                <a:spcPct val="20000"/>
              </a:spcBef>
              <a:buClr>
                <a:srgbClr val="FD0000"/>
              </a:buClr>
              <a:defRPr/>
            </a:pPr>
            <a:r>
              <a:rPr lang="en-US" sz="900" b="1" dirty="0" smtClean="0">
                <a:solidFill>
                  <a:srgbClr val="FD0000"/>
                </a:solidFill>
                <a:latin typeface="Arial"/>
                <a:ea typeface="ＭＳ Ｐゴシック" pitchFamily="34" charset="-128"/>
                <a:cs typeface="Arial"/>
              </a:rPr>
              <a:t>EXPERTISE</a:t>
            </a:r>
            <a:r>
              <a:rPr lang="en-US" sz="900" b="1" dirty="0">
                <a:solidFill>
                  <a:srgbClr val="FD0000"/>
                </a:solidFill>
                <a:latin typeface="Arial"/>
                <a:ea typeface="ＭＳ Ｐゴシック" pitchFamily="34" charset="-128"/>
                <a:cs typeface="Arial"/>
              </a:rPr>
              <a:t>:</a:t>
            </a:r>
          </a:p>
          <a:p>
            <a:pPr marL="118872" indent="-118872">
              <a:lnSpc>
                <a:spcPct val="120000"/>
              </a:lnSpc>
              <a:spcBef>
                <a:spcPts val="216"/>
              </a:spcBef>
              <a:buClr>
                <a:srgbClr val="FD0000"/>
              </a:buClr>
              <a:buFont typeface="Arial" pitchFamily="34" charset="0"/>
              <a:buChar char="•"/>
              <a:defRPr/>
            </a:pPr>
            <a:r>
              <a:rPr lang="en-US" sz="900" dirty="0" smtClean="0"/>
              <a:t>Telco Enterprise Application Integration</a:t>
            </a:r>
          </a:p>
          <a:p>
            <a:pPr marL="118872" indent="-118872">
              <a:lnSpc>
                <a:spcPct val="120000"/>
              </a:lnSpc>
              <a:spcBef>
                <a:spcPts val="216"/>
              </a:spcBef>
              <a:buClr>
                <a:srgbClr val="FD0000"/>
              </a:buClr>
              <a:buFont typeface="Arial" pitchFamily="34" charset="0"/>
              <a:buChar char="•"/>
              <a:defRPr/>
            </a:pPr>
            <a:r>
              <a:rPr lang="en-US" sz="900" dirty="0" smtClean="0"/>
              <a:t>Enterprise Governance and SOA, BPM Governance</a:t>
            </a:r>
          </a:p>
          <a:p>
            <a:pPr marL="118872" indent="-118872">
              <a:lnSpc>
                <a:spcPct val="120000"/>
              </a:lnSpc>
              <a:spcBef>
                <a:spcPts val="216"/>
              </a:spcBef>
              <a:buClr>
                <a:srgbClr val="FD0000"/>
              </a:buClr>
              <a:buFont typeface="Arial" pitchFamily="34" charset="0"/>
              <a:buChar char="•"/>
              <a:defRPr/>
            </a:pPr>
            <a:r>
              <a:rPr lang="en-US" sz="900" dirty="0" smtClean="0">
                <a:solidFill>
                  <a:srgbClr val="000000"/>
                </a:solidFill>
              </a:rPr>
              <a:t>Solution architecture, design, architecture impact analysis and implementation</a:t>
            </a:r>
          </a:p>
          <a:p>
            <a:pPr marL="118872" indent="-118872">
              <a:lnSpc>
                <a:spcPct val="120000"/>
              </a:lnSpc>
              <a:spcBef>
                <a:spcPts val="216"/>
              </a:spcBef>
              <a:buClr>
                <a:srgbClr val="FD0000"/>
              </a:buClr>
              <a:buFont typeface="Arial" pitchFamily="34" charset="0"/>
              <a:buChar char="•"/>
              <a:defRPr/>
            </a:pPr>
            <a:r>
              <a:rPr lang="en-US" sz="900" dirty="0" smtClean="0">
                <a:solidFill>
                  <a:srgbClr val="000000"/>
                </a:solidFill>
              </a:rPr>
              <a:t>Disaster Recovery Management and platform specific DR Management implementation</a:t>
            </a:r>
          </a:p>
          <a:p>
            <a:pPr marL="118872" indent="-118872">
              <a:lnSpc>
                <a:spcPct val="120000"/>
              </a:lnSpc>
              <a:spcBef>
                <a:spcPts val="216"/>
              </a:spcBef>
              <a:buClr>
                <a:srgbClr val="FD0000"/>
              </a:buClr>
              <a:buFont typeface="Arial" pitchFamily="34" charset="0"/>
              <a:buChar char="•"/>
              <a:defRPr/>
            </a:pPr>
            <a:r>
              <a:rPr lang="en-US" sz="900" dirty="0" smtClean="0">
                <a:solidFill>
                  <a:srgbClr val="000000"/>
                </a:solidFill>
              </a:rPr>
              <a:t>Cloud computing, Cloud </a:t>
            </a:r>
            <a:r>
              <a:rPr lang="en-US" sz="900" dirty="0" err="1" smtClean="0">
                <a:solidFill>
                  <a:srgbClr val="000000"/>
                </a:solidFill>
              </a:rPr>
              <a:t>controling</a:t>
            </a:r>
            <a:r>
              <a:rPr lang="en-US" sz="900" dirty="0" smtClean="0">
                <a:solidFill>
                  <a:srgbClr val="000000"/>
                </a:solidFill>
              </a:rPr>
              <a:t>, Enterprise Architecture</a:t>
            </a:r>
          </a:p>
          <a:p>
            <a:pPr marL="118872" indent="-118872">
              <a:lnSpc>
                <a:spcPct val="120000"/>
              </a:lnSpc>
              <a:spcBef>
                <a:spcPts val="216"/>
              </a:spcBef>
              <a:buClr>
                <a:srgbClr val="FD0000"/>
              </a:buClr>
              <a:buFont typeface="Arial" pitchFamily="34" charset="0"/>
              <a:buChar char="•"/>
              <a:defRPr/>
            </a:pPr>
            <a:endParaRPr lang="en-US" sz="900" dirty="0" smtClean="0">
              <a:solidFill>
                <a:srgbClr val="000000"/>
              </a:solidFill>
            </a:endParaRPr>
          </a:p>
          <a:p>
            <a:pPr marL="114300" indent="-114300">
              <a:lnSpc>
                <a:spcPct val="120000"/>
              </a:lnSpc>
              <a:spcBef>
                <a:spcPct val="20000"/>
              </a:spcBef>
              <a:buClr>
                <a:srgbClr val="FD0000"/>
              </a:buClr>
              <a:defRPr/>
            </a:pPr>
            <a:endParaRPr lang="en-US" sz="900" dirty="0">
              <a:solidFill>
                <a:srgbClr val="000000"/>
              </a:solidFill>
              <a:latin typeface="Arial"/>
              <a:ea typeface="ＭＳ Ｐゴシック" pitchFamily="34" charset="-128"/>
              <a:cs typeface="Arial"/>
            </a:endParaRPr>
          </a:p>
        </p:txBody>
      </p:sp>
      <p:sp>
        <p:nvSpPr>
          <p:cNvPr id="10" name="TextBox 9"/>
          <p:cNvSpPr txBox="1">
            <a:spLocks noChangeArrowheads="1"/>
          </p:cNvSpPr>
          <p:nvPr/>
        </p:nvSpPr>
        <p:spPr bwMode="auto">
          <a:xfrm>
            <a:off x="5220072" y="771054"/>
            <a:ext cx="3816423" cy="3888928"/>
          </a:xfrm>
          <a:prstGeom prst="rect">
            <a:avLst/>
          </a:prstGeom>
          <a:noFill/>
          <a:ln w="9525">
            <a:noFill/>
            <a:miter lim="800000"/>
            <a:headEnd/>
            <a:tailEnd/>
          </a:ln>
        </p:spPr>
        <p:txBody>
          <a:bodyPr lIns="45720" rIns="45720">
            <a:noAutofit/>
          </a:bodyPr>
          <a:lstStyle/>
          <a:p>
            <a:pPr marL="342900" indent="-342900">
              <a:spcBef>
                <a:spcPct val="20000"/>
              </a:spcBef>
              <a:defRPr/>
            </a:pPr>
            <a:r>
              <a:rPr lang="en-US" sz="900" b="1" dirty="0" smtClean="0">
                <a:solidFill>
                  <a:srgbClr val="FD0000"/>
                </a:solidFill>
                <a:latin typeface="Arial"/>
                <a:ea typeface="ＭＳ Ｐゴシック" pitchFamily="34" charset="-128"/>
                <a:cs typeface="Arial"/>
              </a:rPr>
              <a:t>RECENT </a:t>
            </a:r>
            <a:r>
              <a:rPr lang="en-US" sz="900" b="1" dirty="0">
                <a:solidFill>
                  <a:srgbClr val="FD0000"/>
                </a:solidFill>
                <a:latin typeface="Arial"/>
                <a:ea typeface="ＭＳ Ｐゴシック" pitchFamily="34" charset="-128"/>
                <a:cs typeface="Arial"/>
              </a:rPr>
              <a:t>EXPERIENCE</a:t>
            </a:r>
            <a:r>
              <a:rPr lang="en-US" sz="900" b="1" dirty="0" smtClean="0">
                <a:solidFill>
                  <a:srgbClr val="FD0000"/>
                </a:solidFill>
                <a:latin typeface="Arial"/>
                <a:ea typeface="ＭＳ Ｐゴシック" pitchFamily="34" charset="-128"/>
                <a:cs typeface="Arial"/>
              </a:rPr>
              <a:t>:</a:t>
            </a:r>
            <a:endParaRPr lang="en-US" sz="900" b="1" dirty="0">
              <a:solidFill>
                <a:srgbClr val="FD0000"/>
              </a:solidFill>
              <a:latin typeface="Arial"/>
              <a:ea typeface="ＭＳ Ｐゴシック" pitchFamily="34" charset="-128"/>
              <a:cs typeface="Arial"/>
            </a:endParaRPr>
          </a:p>
          <a:p>
            <a:pPr marL="114300" indent="-114300">
              <a:spcBef>
                <a:spcPct val="20000"/>
              </a:spcBef>
              <a:buClr>
                <a:srgbClr val="FD0000"/>
              </a:buClr>
              <a:buFont typeface="Arial" charset="0"/>
              <a:buChar char="•"/>
              <a:defRPr/>
            </a:pPr>
            <a:r>
              <a:rPr lang="en-US" sz="900" b="1" dirty="0" smtClean="0">
                <a:solidFill>
                  <a:srgbClr val="000000"/>
                </a:solidFill>
                <a:latin typeface="Arial"/>
                <a:cs typeface="Arial"/>
              </a:rPr>
              <a:t>MTN SOUTH Africa </a:t>
            </a:r>
            <a:r>
              <a:rPr lang="en-US" sz="900" dirty="0" smtClean="0">
                <a:solidFill>
                  <a:srgbClr val="000000"/>
                </a:solidFill>
                <a:latin typeface="Arial"/>
                <a:cs typeface="Arial"/>
              </a:rPr>
              <a:t>– </a:t>
            </a:r>
            <a:r>
              <a:rPr lang="pl-PL" sz="900" dirty="0" smtClean="0">
                <a:solidFill>
                  <a:srgbClr val="000000"/>
                </a:solidFill>
              </a:rPr>
              <a:t>For the </a:t>
            </a:r>
            <a:r>
              <a:rPr lang="en-US" sz="900" dirty="0" smtClean="0">
                <a:solidFill>
                  <a:srgbClr val="000000"/>
                </a:solidFill>
              </a:rPr>
              <a:t>South African Telco leader  I provided Enterprise Architecture Services for the SOA &amp; Integration domain. I was working as the Design Authority for the MTN Next! Back-office Process Consolidation Program. I provided recommendations for alignment with MTN SOA Reference Architecture. I helped the program to define Integration Approach to build Back-office shared Service Center. I created SOA roadmap for the Program and definition and review of all the SOA and integration related designs and deliverables. </a:t>
            </a:r>
          </a:p>
          <a:p>
            <a:pPr marL="114300" indent="-114300">
              <a:spcBef>
                <a:spcPct val="20000"/>
              </a:spcBef>
              <a:buClr>
                <a:srgbClr val="FD0000"/>
              </a:buClr>
              <a:buFont typeface="Arial" charset="0"/>
              <a:buChar char="•"/>
              <a:defRPr/>
            </a:pPr>
            <a:r>
              <a:rPr lang="en-US" sz="900" dirty="0" smtClean="0">
                <a:solidFill>
                  <a:srgbClr val="000000"/>
                </a:solidFill>
              </a:rPr>
              <a:t> </a:t>
            </a:r>
            <a:r>
              <a:rPr lang="en-US" sz="900" b="1" dirty="0" smtClean="0">
                <a:solidFill>
                  <a:srgbClr val="000000"/>
                </a:solidFill>
                <a:latin typeface="Arial"/>
                <a:cs typeface="Arial"/>
              </a:rPr>
              <a:t>VF UK SOA and Integration Architect </a:t>
            </a:r>
            <a:r>
              <a:rPr lang="en-US" sz="900" dirty="0">
                <a:solidFill>
                  <a:srgbClr val="000000"/>
                </a:solidFill>
                <a:latin typeface="Arial"/>
                <a:cs typeface="Arial"/>
              </a:rPr>
              <a:t>– </a:t>
            </a:r>
            <a:r>
              <a:rPr lang="pl-PL" sz="900" dirty="0" smtClean="0">
                <a:solidFill>
                  <a:srgbClr val="000000"/>
                </a:solidFill>
              </a:rPr>
              <a:t>As </a:t>
            </a:r>
            <a:r>
              <a:rPr lang="en-US" sz="900" dirty="0" smtClean="0"/>
              <a:t>SOA and Integration Architect in Enterprise Architecture Board for New Communication Program</a:t>
            </a:r>
            <a:r>
              <a:rPr lang="pl-PL" sz="900" dirty="0" smtClean="0">
                <a:solidFill>
                  <a:srgbClr val="000000"/>
                </a:solidFill>
              </a:rPr>
              <a:t> I </a:t>
            </a:r>
            <a:r>
              <a:rPr lang="en-US" sz="900" dirty="0" smtClean="0">
                <a:solidFill>
                  <a:srgbClr val="000000"/>
                </a:solidFill>
              </a:rPr>
              <a:t>supported Enterprise Architecture Governance. I did Enterprise Architecture decisions as SOA/Integration Authority in Enterprise Architecture board for </a:t>
            </a:r>
            <a:r>
              <a:rPr lang="en-US" sz="900" dirty="0" err="1" smtClean="0">
                <a:solidFill>
                  <a:srgbClr val="000000"/>
                </a:solidFill>
              </a:rPr>
              <a:t>NewCo</a:t>
            </a:r>
            <a:r>
              <a:rPr lang="en-US" sz="900" dirty="0" smtClean="0">
                <a:solidFill>
                  <a:srgbClr val="000000"/>
                </a:solidFill>
              </a:rPr>
              <a:t>. I was responsible for E2E process designing in cases of using Oracle BSS </a:t>
            </a:r>
            <a:r>
              <a:rPr lang="en-US" sz="900" dirty="0" err="1" smtClean="0">
                <a:solidFill>
                  <a:srgbClr val="000000"/>
                </a:solidFill>
              </a:rPr>
              <a:t>stack.I</a:t>
            </a:r>
            <a:r>
              <a:rPr lang="en-US" sz="900" dirty="0" smtClean="0">
                <a:solidFill>
                  <a:srgbClr val="000000"/>
                </a:solidFill>
              </a:rPr>
              <a:t> was involved in cross program governance including Retail and Online programs.</a:t>
            </a:r>
          </a:p>
          <a:p>
            <a:pPr marL="114300" indent="-114300">
              <a:spcBef>
                <a:spcPct val="20000"/>
              </a:spcBef>
              <a:buClr>
                <a:srgbClr val="FD0000"/>
              </a:buClr>
              <a:buFont typeface="Arial" charset="0"/>
              <a:buChar char="•"/>
              <a:defRPr/>
            </a:pPr>
            <a:r>
              <a:rPr lang="en-US" sz="900" b="1" dirty="0" smtClean="0">
                <a:solidFill>
                  <a:srgbClr val="000000"/>
                </a:solidFill>
                <a:latin typeface="Arial"/>
                <a:cs typeface="Arial"/>
              </a:rPr>
              <a:t>A.P. </a:t>
            </a:r>
            <a:r>
              <a:rPr lang="en-US" sz="900" b="1" dirty="0" err="1" smtClean="0">
                <a:solidFill>
                  <a:srgbClr val="000000"/>
                </a:solidFill>
                <a:latin typeface="Arial"/>
                <a:cs typeface="Arial"/>
              </a:rPr>
              <a:t>Moller</a:t>
            </a:r>
            <a:r>
              <a:rPr lang="en-US" sz="900" b="1" dirty="0" smtClean="0">
                <a:solidFill>
                  <a:srgbClr val="000000"/>
                </a:solidFill>
                <a:latin typeface="Arial"/>
                <a:cs typeface="Arial"/>
              </a:rPr>
              <a:t> - </a:t>
            </a:r>
            <a:r>
              <a:rPr lang="en-US" sz="900" b="1" dirty="0" err="1" smtClean="0">
                <a:solidFill>
                  <a:srgbClr val="000000"/>
                </a:solidFill>
                <a:latin typeface="Arial"/>
                <a:cs typeface="Arial"/>
              </a:rPr>
              <a:t>Maersk</a:t>
            </a:r>
            <a:r>
              <a:rPr lang="en-US" sz="900" b="1" dirty="0" smtClean="0">
                <a:solidFill>
                  <a:srgbClr val="000000"/>
                </a:solidFill>
                <a:latin typeface="Arial"/>
                <a:cs typeface="Arial"/>
              </a:rPr>
              <a:t> Group </a:t>
            </a:r>
            <a:r>
              <a:rPr lang="en-US" sz="900" dirty="0" smtClean="0">
                <a:solidFill>
                  <a:srgbClr val="000000"/>
                </a:solidFill>
                <a:latin typeface="Arial"/>
                <a:cs typeface="Arial"/>
              </a:rPr>
              <a:t>– </a:t>
            </a:r>
            <a:r>
              <a:rPr lang="en-US" sz="900" dirty="0" smtClean="0">
                <a:solidFill>
                  <a:srgbClr val="000000"/>
                </a:solidFill>
              </a:rPr>
              <a:t>Working with </a:t>
            </a:r>
            <a:r>
              <a:rPr lang="en-US" sz="900" dirty="0" err="1" smtClean="0">
                <a:solidFill>
                  <a:srgbClr val="000000"/>
                </a:solidFill>
              </a:rPr>
              <a:t>Maersk</a:t>
            </a:r>
            <a:r>
              <a:rPr lang="en-US" sz="900" dirty="0" smtClean="0">
                <a:solidFill>
                  <a:srgbClr val="000000"/>
                </a:solidFill>
              </a:rPr>
              <a:t> Operations I par-</a:t>
            </a:r>
            <a:r>
              <a:rPr lang="en-US" sz="900" dirty="0" err="1" smtClean="0">
                <a:solidFill>
                  <a:srgbClr val="000000"/>
                </a:solidFill>
              </a:rPr>
              <a:t>ticipated</a:t>
            </a:r>
            <a:r>
              <a:rPr lang="en-US" sz="900" dirty="0" smtClean="0">
                <a:solidFill>
                  <a:srgbClr val="000000"/>
                </a:solidFill>
              </a:rPr>
              <a:t> on Optimization, Automation and Maximization of the multitier deployment architecture to deliver Continual Deployment. Designed and Developed Architecture is classified as the Private Cloud Architecture providing Platform as a </a:t>
            </a:r>
            <a:r>
              <a:rPr lang="en-US" sz="900" dirty="0" smtClean="0">
                <a:solidFill>
                  <a:srgbClr val="000000"/>
                </a:solidFill>
              </a:rPr>
              <a:t>Service</a:t>
            </a:r>
          </a:p>
          <a:p>
            <a:pPr marL="114300" indent="-114300">
              <a:spcBef>
                <a:spcPct val="20000"/>
              </a:spcBef>
              <a:buClr>
                <a:srgbClr val="FD0000"/>
              </a:buClr>
              <a:defRPr/>
            </a:pPr>
            <a:endParaRPr lang="en-US" sz="800" dirty="0" smtClean="0">
              <a:solidFill>
                <a:srgbClr val="000000"/>
              </a:solidFill>
            </a:endParaRPr>
          </a:p>
          <a:p>
            <a:pPr marL="114300" indent="-114300">
              <a:spcBef>
                <a:spcPct val="20000"/>
              </a:spcBef>
              <a:buClr>
                <a:srgbClr val="FD0000"/>
              </a:buClr>
              <a:buFont typeface="Arial" charset="0"/>
              <a:buNone/>
              <a:defRPr/>
            </a:pPr>
            <a:r>
              <a:rPr lang="en-US" sz="900" b="1" dirty="0" smtClean="0">
                <a:solidFill>
                  <a:srgbClr val="FD0000"/>
                </a:solidFill>
                <a:latin typeface="Arial"/>
                <a:ea typeface="ＭＳ Ｐゴシック" pitchFamily="34" charset="-128"/>
                <a:cs typeface="Arial"/>
              </a:rPr>
              <a:t>CERTIFICATIONS:</a:t>
            </a:r>
          </a:p>
          <a:p>
            <a:pPr>
              <a:buFont typeface="Arial" pitchFamily="34" charset="0"/>
              <a:buChar char="•"/>
            </a:pPr>
            <a:r>
              <a:rPr lang="en-US" sz="900" dirty="0" smtClean="0">
                <a:solidFill>
                  <a:srgbClr val="000000"/>
                </a:solidFill>
                <a:latin typeface="Arial" pitchFamily="34" charset="0"/>
                <a:ea typeface="ＭＳ Ｐゴシック" pitchFamily="34" charset="-128"/>
                <a:cs typeface="Arial" pitchFamily="34" charset="0"/>
              </a:rPr>
              <a:t>TOGAF®  Certified </a:t>
            </a:r>
            <a:endParaRPr lang="en-US" sz="900" dirty="0" smtClean="0">
              <a:solidFill>
                <a:srgbClr val="000000"/>
              </a:solidFill>
              <a:latin typeface="Arial" pitchFamily="34" charset="0"/>
              <a:ea typeface="ＭＳ Ｐゴシック" pitchFamily="34" charset="-128"/>
              <a:cs typeface="Arial" pitchFamily="34" charset="0"/>
            </a:endParaRPr>
          </a:p>
          <a:p>
            <a:pPr>
              <a:buFont typeface="Arial" pitchFamily="34" charset="0"/>
              <a:buChar char="•"/>
            </a:pPr>
            <a:r>
              <a:rPr lang="en-US" sz="900" dirty="0" smtClean="0">
                <a:solidFill>
                  <a:srgbClr val="000000"/>
                </a:solidFill>
                <a:latin typeface="Arial" pitchFamily="34" charset="0"/>
                <a:ea typeface="ＭＳ Ｐゴシック" pitchFamily="34" charset="-128"/>
                <a:cs typeface="Arial" pitchFamily="34" charset="0"/>
              </a:rPr>
              <a:t>ITIL</a:t>
            </a:r>
            <a:r>
              <a:rPr lang="en-US" sz="900" dirty="0" smtClean="0">
                <a:solidFill>
                  <a:srgbClr val="000000"/>
                </a:solidFill>
                <a:latin typeface="Arial" pitchFamily="34" charset="0"/>
                <a:ea typeface="ＭＳ Ｐゴシック" pitchFamily="34" charset="-128"/>
                <a:cs typeface="Arial" pitchFamily="34" charset="0"/>
              </a:rPr>
              <a:t>® Foundation Certificate in IT Service </a:t>
            </a:r>
            <a:r>
              <a:rPr lang="sk-SK" sz="900" dirty="0" smtClean="0">
                <a:solidFill>
                  <a:srgbClr val="000000"/>
                </a:solidFill>
                <a:latin typeface="Arial" pitchFamily="34" charset="0"/>
                <a:ea typeface="ＭＳ Ｐゴシック" pitchFamily="34" charset="-128"/>
                <a:cs typeface="Arial" pitchFamily="34" charset="0"/>
              </a:rPr>
              <a:t>Management </a:t>
            </a:r>
            <a:endParaRPr lang="en-US" sz="900" dirty="0" smtClean="0">
              <a:solidFill>
                <a:srgbClr val="000000"/>
              </a:solidFill>
              <a:latin typeface="Arial" pitchFamily="34" charset="0"/>
              <a:ea typeface="ＭＳ Ｐゴシック" pitchFamily="34" charset="-128"/>
              <a:cs typeface="Arial" pitchFamily="34" charset="0"/>
            </a:endParaRPr>
          </a:p>
          <a:p>
            <a:pPr>
              <a:buFont typeface="Arial" pitchFamily="34" charset="0"/>
              <a:buChar char="•"/>
            </a:pPr>
            <a:r>
              <a:rPr lang="en-US" sz="900" dirty="0" smtClean="0">
                <a:solidFill>
                  <a:srgbClr val="000000"/>
                </a:solidFill>
                <a:latin typeface="Arial" pitchFamily="34" charset="0"/>
                <a:ea typeface="ＭＳ Ｐゴシック" pitchFamily="34" charset="-128"/>
                <a:cs typeface="Arial" pitchFamily="34" charset="0"/>
              </a:rPr>
              <a:t>Oracle SOA 11g Foundation Practitioner English - 1Z0-451-ENU</a:t>
            </a:r>
          </a:p>
          <a:p>
            <a:pPr>
              <a:buFont typeface="Arial" pitchFamily="34" charset="0"/>
              <a:buChar char="•"/>
            </a:pPr>
            <a:r>
              <a:rPr lang="en-US" sz="900" dirty="0" smtClean="0">
                <a:solidFill>
                  <a:srgbClr val="000000"/>
                </a:solidFill>
                <a:latin typeface="Arial" pitchFamily="34" charset="0"/>
                <a:ea typeface="ＭＳ Ｐゴシック" pitchFamily="34" charset="-128"/>
                <a:cs typeface="Arial" pitchFamily="34" charset="0"/>
              </a:rPr>
              <a:t>P</a:t>
            </a:r>
            <a:r>
              <a:rPr lang="en-US" sz="900" dirty="0" smtClean="0">
                <a:solidFill>
                  <a:srgbClr val="000000"/>
                </a:solidFill>
                <a:latin typeface="Arial"/>
                <a:ea typeface="ＭＳ Ｐゴシック" pitchFamily="34" charset="-128"/>
                <a:cs typeface="Arial"/>
              </a:rPr>
              <a:t>MI – Project Management </a:t>
            </a:r>
            <a:r>
              <a:rPr lang="en-US" sz="900" dirty="0" err="1" smtClean="0">
                <a:solidFill>
                  <a:srgbClr val="000000"/>
                </a:solidFill>
                <a:latin typeface="Arial"/>
                <a:ea typeface="ＭＳ Ｐゴシック" pitchFamily="34" charset="-128"/>
                <a:cs typeface="Arial"/>
              </a:rPr>
              <a:t>Instituce</a:t>
            </a:r>
            <a:r>
              <a:rPr lang="en-US" sz="900" dirty="0" smtClean="0">
                <a:solidFill>
                  <a:srgbClr val="000000"/>
                </a:solidFill>
                <a:latin typeface="Arial"/>
                <a:ea typeface="ＭＳ Ｐゴシック" pitchFamily="34" charset="-128"/>
                <a:cs typeface="Arial"/>
              </a:rPr>
              <a:t> Certificate</a:t>
            </a:r>
            <a:endParaRPr lang="en-US" sz="900" dirty="0" smtClean="0">
              <a:solidFill>
                <a:srgbClr val="000000"/>
              </a:solidFill>
              <a:latin typeface="Arial" pitchFamily="34" charset="0"/>
              <a:ea typeface="ＭＳ Ｐゴシック" pitchFamily="34" charset="-128"/>
              <a:cs typeface="Arial" pitchFamily="34" charset="0"/>
            </a:endParaRPr>
          </a:p>
          <a:p>
            <a:pPr marL="114300" indent="-114300">
              <a:spcBef>
                <a:spcPct val="20000"/>
              </a:spcBef>
              <a:buClr>
                <a:srgbClr val="FD0000"/>
              </a:buClr>
              <a:buFont typeface="Arial" pitchFamily="34" charset="0"/>
              <a:buChar char="•"/>
              <a:defRPr/>
            </a:pPr>
            <a:endParaRPr lang="en-US" sz="900" dirty="0">
              <a:solidFill>
                <a:srgbClr val="000000"/>
              </a:solidFill>
              <a:latin typeface="Arial"/>
              <a:ea typeface="ＭＳ Ｐゴシック" pitchFamily="34" charset="-128"/>
              <a:cs typeface="Arial"/>
            </a:endParaRPr>
          </a:p>
          <a:p>
            <a:pPr>
              <a:spcBef>
                <a:spcPts val="600"/>
              </a:spcBef>
              <a:buClr>
                <a:srgbClr val="FD0000"/>
              </a:buClr>
              <a:defRPr/>
            </a:pPr>
            <a:endParaRPr lang="en-US" sz="900" dirty="0">
              <a:solidFill>
                <a:srgbClr val="000000"/>
              </a:solidFill>
              <a:latin typeface="Arial"/>
              <a:ea typeface="ＭＳ Ｐゴシック" pitchFamily="34" charset="-128"/>
              <a:cs typeface="Arial"/>
            </a:endParaRPr>
          </a:p>
        </p:txBody>
      </p:sp>
      <p:sp>
        <p:nvSpPr>
          <p:cNvPr id="13318" name="TextBox 7"/>
          <p:cNvSpPr txBox="1">
            <a:spLocks noChangeArrowheads="1"/>
          </p:cNvSpPr>
          <p:nvPr/>
        </p:nvSpPr>
        <p:spPr bwMode="auto">
          <a:xfrm>
            <a:off x="179388" y="3003550"/>
            <a:ext cx="1790700" cy="877163"/>
          </a:xfrm>
          <a:prstGeom prst="rect">
            <a:avLst/>
          </a:prstGeom>
          <a:noFill/>
          <a:ln w="9525">
            <a:noFill/>
            <a:miter lim="800000"/>
            <a:headEnd/>
            <a:tailEnd/>
          </a:ln>
        </p:spPr>
        <p:txBody>
          <a:bodyPr wrap="square" lIns="0">
            <a:spAutoFit/>
          </a:bodyPr>
          <a:lstStyle/>
          <a:p>
            <a:r>
              <a:rPr lang="en-US" sz="1100" b="1" dirty="0" smtClean="0">
                <a:solidFill>
                  <a:srgbClr val="000000"/>
                </a:solidFill>
              </a:rPr>
              <a:t>Peter Obert</a:t>
            </a:r>
          </a:p>
          <a:p>
            <a:r>
              <a:rPr lang="en-US" sz="1000" dirty="0" smtClean="0">
                <a:solidFill>
                  <a:srgbClr val="000000"/>
                </a:solidFill>
              </a:rPr>
              <a:t>SOA and Integration Architect, ICCC</a:t>
            </a:r>
            <a:r>
              <a:rPr lang="pl-PL" sz="1000" dirty="0" smtClean="0">
                <a:solidFill>
                  <a:srgbClr val="000000"/>
                </a:solidFill>
              </a:rPr>
              <a:t> </a:t>
            </a:r>
            <a:r>
              <a:rPr lang="en-US" sz="1000" dirty="0" smtClean="0">
                <a:solidFill>
                  <a:srgbClr val="000000"/>
                </a:solidFill>
              </a:rPr>
              <a:t>- </a:t>
            </a:r>
            <a:r>
              <a:rPr lang="pl-PL" sz="1000" dirty="0" smtClean="0">
                <a:solidFill>
                  <a:srgbClr val="000000"/>
                </a:solidFill>
              </a:rPr>
              <a:t>EMEA</a:t>
            </a:r>
            <a:endParaRPr lang="en-US" sz="1000" dirty="0" smtClean="0">
              <a:solidFill>
                <a:srgbClr val="000000"/>
              </a:solidFill>
            </a:endParaRPr>
          </a:p>
          <a:p>
            <a:r>
              <a:rPr lang="en-US" sz="1000" dirty="0" smtClean="0">
                <a:solidFill>
                  <a:srgbClr val="000000"/>
                </a:solidFill>
              </a:rPr>
              <a:t>Slovakia,</a:t>
            </a:r>
          </a:p>
          <a:p>
            <a:r>
              <a:rPr lang="en-US" sz="1000" dirty="0" smtClean="0">
                <a:solidFill>
                  <a:srgbClr val="000000"/>
                </a:solidFill>
              </a:rPr>
              <a:t>+421 918 770 822</a:t>
            </a:r>
          </a:p>
        </p:txBody>
      </p:sp>
      <p:sp>
        <p:nvSpPr>
          <p:cNvPr id="58372" name="AutoShape 4" descr="https://people.us.oracle.com/pls/oracle/apex_util.get_blob_file?a=8000&amp;s=14870084032417&amp;p=110&amp;d=30555448939714515674&amp;i=30555448332398515669&amp;p_pk1=266519347545787947005945732354637618933&amp;p_pk2=&amp;p_ck=17712D63DBBA53C5525364F6262B130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58374" name="AutoShape 6" descr="https://people.us.oracle.com/pls/oracle/apex_util.get_blob_file?a=8000&amp;s=14870084032417&amp;p=110&amp;d=30555448939714515674&amp;i=30555448332398515669&amp;p_pk1=266519347545787947005945732354637618933&amp;p_pk2=&amp;p_ck=17712D63DBBA53C5525364F6262B130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58376" name="AutoShape 8" descr="https://people.us.oracle.com/pls/oracle/apex_util.get_blob_file?a=8000&amp;s=14870084032417&amp;p=110&amp;d=30555448939714515674&amp;i=30555448332398515669&amp;p_pk1=266519347545787947005945732354637618933&amp;p_pk2=&amp;p_ck=17712D63DBBA53C5525364F6262B1304"/>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2" name="Picture 7"/>
          <p:cNvPicPr>
            <a:picLocks noChangeAspect="1" noChangeArrowheads="1"/>
          </p:cNvPicPr>
          <p:nvPr/>
        </p:nvPicPr>
        <p:blipFill>
          <a:blip r:embed="rId3" cstate="print"/>
          <a:srcRect/>
          <a:stretch>
            <a:fillRect/>
          </a:stretch>
        </p:blipFill>
        <p:spPr bwMode="auto">
          <a:xfrm>
            <a:off x="251520" y="915566"/>
            <a:ext cx="1368152" cy="1656184"/>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4_Blank Presentation">
  <a:themeElements>
    <a:clrScheme name="1_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fontScheme name="1_Blank 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1_Blank Presentation 1">
        <a:dk1>
          <a:srgbClr val="000000"/>
        </a:dk1>
        <a:lt1>
          <a:srgbClr val="FFFFFF"/>
        </a:lt1>
        <a:dk2>
          <a:srgbClr val="000000"/>
        </a:dk2>
        <a:lt2>
          <a:srgbClr val="777777"/>
        </a:lt2>
        <a:accent1>
          <a:srgbClr val="FD0000"/>
        </a:accent1>
        <a:accent2>
          <a:srgbClr val="C0C0C0"/>
        </a:accent2>
        <a:accent3>
          <a:srgbClr val="FFFFFF"/>
        </a:accent3>
        <a:accent4>
          <a:srgbClr val="000000"/>
        </a:accent4>
        <a:accent5>
          <a:srgbClr val="FEAAAA"/>
        </a:accent5>
        <a:accent6>
          <a:srgbClr val="AEAEAE"/>
        </a:accent6>
        <a:hlink>
          <a:srgbClr val="4D4D4D"/>
        </a:hlink>
        <a:folHlink>
          <a:srgbClr val="66726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1002</TotalTime>
  <Words>386</Words>
  <Application>Microsoft Office PowerPoint</Application>
  <PresentationFormat>On-screen Show (16:9)</PresentationFormat>
  <Paragraphs>29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4_Blank Presentation</vt:lpstr>
      <vt:lpstr>Peter Obert, Consulting Technical Manager  ICCC – Integration Cloud Competence Center, EMEA</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Christopher Uhlig, Senior Director  Business Analytics Solution Architect Lead</dc:title>
  <dc:creator>Mandy van Vliet</dc:creator>
  <cp:lastModifiedBy>pobert</cp:lastModifiedBy>
  <cp:revision>49</cp:revision>
  <dcterms:created xsi:type="dcterms:W3CDTF">2012-10-16T20:21:54Z</dcterms:created>
  <dcterms:modified xsi:type="dcterms:W3CDTF">2016-08-30T06:39:28Z</dcterms:modified>
</cp:coreProperties>
</file>