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media/image14.svg" ContentType="image/svg+xml"/>
  <Override PartName="/ppt/media/image16.svg" ContentType="image/svg+xml"/>
  <Override PartName="/ppt/theme/theme2.xml" ContentType="application/vnd.openxmlformats-officedocument.them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heme/theme3.xml" ContentType="application/vnd.openxmlformats-officedocument.them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4"/>
  </p:sldMasterIdLst>
  <p:notesMasterIdLst>
    <p:notesMasterId r:id="rId9"/>
  </p:notesMasterIdLst>
  <p:handoutMasterIdLst>
    <p:handoutMasterId r:id="rId10"/>
  </p:handoutMasterIdLst>
  <p:sldIdLst>
    <p:sldId id="2076137339" r:id="rId5"/>
    <p:sldId id="2147483405" r:id="rId6"/>
    <p:sldId id="2147483406" r:id="rId7"/>
    <p:sldId id="687" r:id="rId8"/>
  </p:sldIdLst>
  <p:sldSz cx="12192000" cy="6858000"/>
  <p:notesSz cx="7315200" cy="123444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out the Template" id="{DCD8C8E9-94A2-49F3-A1EF-B6F57DCEDCE5}">
          <p14:sldIdLst/>
        </p14:section>
        <p14:section name="Pillar Title slides" id="{74A09ECB-6DC6-462B-9F5F-0E108E56F5CF}">
          <p14:sldIdLst/>
        </p14:section>
        <p14:section name="All slides" id="{ECCBD4EC-ED31-413D-9EA3-A3729F908577}">
          <p14:sldIdLst>
            <p14:sldId id="2076137339"/>
            <p14:sldId id="2147483405"/>
            <p14:sldId id="2147483406"/>
            <p14:sldId id="6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0" clrIdx="0">
    <p:extLst>
      <p:ext uri="{19B8F6BF-5375-455C-9EA6-DF929625EA0E}">
        <p15:presenceInfo xmlns:p15="http://schemas.microsoft.com/office/powerpoint/2012/main" userId="Michelle How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EFE"/>
    <a:srgbClr val="FEFEFE"/>
    <a:srgbClr val="FFFEFE"/>
    <a:srgbClr val="FFFFFD"/>
    <a:srgbClr val="FFFFFE"/>
    <a:srgbClr val="FFFEFF"/>
    <a:srgbClr val="FEFFFF"/>
    <a:srgbClr val="FFFFFF"/>
    <a:srgbClr val="FFFDFF"/>
    <a:srgbClr val="FD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76" autoAdjust="0"/>
    <p:restoredTop sz="96357" autoAdjust="0"/>
  </p:normalViewPr>
  <p:slideViewPr>
    <p:cSldViewPr snapToGrid="0" showGuides="1">
      <p:cViewPr varScale="1">
        <p:scale>
          <a:sx n="91" d="100"/>
          <a:sy n="91" d="100"/>
        </p:scale>
        <p:origin x="224" y="832"/>
      </p:cViewPr>
      <p:guideLst>
        <p:guide orient="horz" pos="1968"/>
        <p:guide pos="4056"/>
      </p:guideLst>
    </p:cSldViewPr>
  </p:slideViewPr>
  <p:outlineViewPr>
    <p:cViewPr>
      <p:scale>
        <a:sx n="33" d="100"/>
        <a:sy n="33" d="100"/>
      </p:scale>
      <p:origin x="0" y="-2209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0" d="100"/>
          <a:sy n="50" d="100"/>
        </p:scale>
        <p:origin x="2804" y="44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heme" Target="../theme/theme3.xml"/><Relationship Id="rId5" Type="http://schemas.openxmlformats.org/officeDocument/2006/relationships/tags" Target="../tags/tag127.xml"/><Relationship Id="rId4" Type="http://schemas.openxmlformats.org/officeDocument/2006/relationships/tags" Target="../tags/tag12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4/14/2026</a:t>
            </a:fld>
            <a:endParaRPr lang="en-US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2" Type="http://schemas.openxmlformats.org/officeDocument/2006/relationships/tags" Target="../tags/tag118.xml"/><Relationship Id="rId1" Type="http://schemas.openxmlformats.org/officeDocument/2006/relationships/theme" Target="../theme/theme2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ct val="0"/>
              </a:spcAft>
              <a:buClrTx/>
              <a:buSzTx/>
              <a:buFont typeface="System Font Regular"/>
              <a:buNone/>
            </a:pPr>
            <a:r>
              <a:rPr lang="en-US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ct val="0"/>
              </a:spcAft>
              <a:buClrTx/>
              <a:buSzPct val="120000"/>
              <a:buFont typeface="System Font Regular"/>
              <a:buChar char="-"/>
            </a:pPr>
            <a:r>
              <a:rPr lang="en-US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ct val="0"/>
              </a:spcAft>
              <a:buClrTx/>
              <a:buSzTx/>
              <a:buFont typeface="System Font Regular"/>
              <a:buChar char="◦"/>
            </a:pPr>
            <a:r>
              <a:rPr lang="en-US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ct val="0"/>
              </a:spcAft>
              <a:buClrTx/>
              <a:buSzTx/>
              <a:buFont typeface="System Font Regular"/>
              <a:buChar char="•"/>
            </a:pPr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9EDC5964-3162-43B5-B1EC-63C8D166D7D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7"/>
            </p:custDataLst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Connectivité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6C16E-9E63-F14D-8E31-F4CE9624C0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99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5.jpe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4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1.emf"/><Relationship Id="rId5" Type="http://schemas.openxmlformats.org/officeDocument/2006/relationships/tags" Target="../tags/tag18.xml"/><Relationship Id="rId10" Type="http://schemas.openxmlformats.org/officeDocument/2006/relationships/image" Target="../media/image3.png"/><Relationship Id="rId4" Type="http://schemas.openxmlformats.org/officeDocument/2006/relationships/tags" Target="../tags/tag17.xml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image" Target="../media/image2.png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5" Type="http://schemas.openxmlformats.org/officeDocument/2006/relationships/tags" Target="../tags/tag33.xml"/><Relationship Id="rId10" Type="http://schemas.openxmlformats.org/officeDocument/2006/relationships/tags" Target="../tags/tag38.xml"/><Relationship Id="rId4" Type="http://schemas.openxmlformats.org/officeDocument/2006/relationships/tags" Target="../tags/tag32.xml"/><Relationship Id="rId9" Type="http://schemas.openxmlformats.org/officeDocument/2006/relationships/tags" Target="../tags/tag3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9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2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6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7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10" Type="http://schemas.openxmlformats.org/officeDocument/2006/relationships/image" Target="../media/image1.emf"/><Relationship Id="rId4" Type="http://schemas.openxmlformats.org/officeDocument/2006/relationships/tags" Target="../tags/tag83.xml"/><Relationship Id="rId9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89.xml"/><Relationship Id="rId7" Type="http://schemas.openxmlformats.org/officeDocument/2006/relationships/image" Target="../media/image8.pn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1.xml"/><Relationship Id="rId4" Type="http://schemas.openxmlformats.org/officeDocument/2006/relationships/tags" Target="../tags/tag90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94.xml"/><Relationship Id="rId7" Type="http://schemas.openxmlformats.org/officeDocument/2006/relationships/image" Target="../media/image9.pn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6.xml"/><Relationship Id="rId4" Type="http://schemas.openxmlformats.org/officeDocument/2006/relationships/tags" Target="../tags/tag95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99.xml"/><Relationship Id="rId7" Type="http://schemas.openxmlformats.org/officeDocument/2006/relationships/image" Target="../media/image10.pn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1.xml"/><Relationship Id="rId4" Type="http://schemas.openxmlformats.org/officeDocument/2006/relationships/tags" Target="../tags/tag100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hyperlink" Target="https://confluence.oraclecorp.com/confluence/display/DemandCenter/Safe+Harbor+Disclosures+for+Presentations" TargetMode="External"/><Relationship Id="rId3" Type="http://schemas.openxmlformats.org/officeDocument/2006/relationships/tags" Target="../tags/tag10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10" Type="http://schemas.openxmlformats.org/officeDocument/2006/relationships/image" Target="../media/image11.png"/><Relationship Id="rId4" Type="http://schemas.openxmlformats.org/officeDocument/2006/relationships/tags" Target="../tags/tag105.xml"/><Relationship Id="rId9" Type="http://schemas.openxmlformats.org/officeDocument/2006/relationships/hyperlink" Target="mailto:mailto:quietperiod_ww_grp@oracle.com" TargetMode="Externa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image" Target="../media/image1.emf"/><Relationship Id="rId5" Type="http://schemas.openxmlformats.org/officeDocument/2006/relationships/tags" Target="../tags/tag112.xml"/><Relationship Id="rId10" Type="http://schemas.openxmlformats.org/officeDocument/2006/relationships/image" Target="../media/image12.png"/><Relationship Id="rId4" Type="http://schemas.openxmlformats.org/officeDocument/2006/relationships/tags" Target="../tags/tag111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5" Type="http://schemas.openxmlformats.org/officeDocument/2006/relationships/image" Target="../media/image1.emf"/><Relationship Id="rId4" Type="http://schemas.openxmlformats.org/officeDocument/2006/relationships/image" Target="../media/image13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14698CB0-77BC-6148-8112-EFC83C0F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A30E9B-4EB7-4882-9E42-67210E9CC0B4}"/>
              </a:ext>
            </a:extLst>
          </p:cNvPr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771525" y="1600200"/>
            <a:ext cx="10677525" cy="450799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CB6F3B-CCE4-4193-8EAA-C4A6D27C7DA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6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53E58D20-1E4E-43E2-88A3-52402E9A1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7862753" y="25409"/>
            <a:ext cx="4326976" cy="2552429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4" name="Oracle Logo" descr="Oracle Logo">
            <a:extLst>
              <a:ext uri="{FF2B5EF4-FFF2-40B4-BE49-F238E27FC236}">
                <a16:creationId xmlns:a16="http://schemas.microsoft.com/office/drawing/2014/main" id="{90869BEA-7CC8-4176-A565-8203484F77D7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 bwMode="invGray">
          <a:xfrm>
            <a:off x="944949" y="1132368"/>
            <a:ext cx="1524893" cy="320039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Title goes here (up to two lines) </a:t>
            </a:r>
            <a:br>
              <a:rPr lang="en-US"/>
            </a:br>
            <a:r>
              <a:rPr lang="en-US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5"/>
            </p:custDataLst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400" b="0">
                <a:solidFill>
                  <a:srgbClr val="759C6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6"/>
            </p:custDataLst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  <p:custDataLst>
              <p:tags r:id="rId7"/>
            </p:custDataLst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Presenter’s Title</a:t>
            </a:r>
          </a:p>
          <a:p>
            <a:pPr lvl="0"/>
            <a:r>
              <a:rPr lang="en-US"/>
              <a:t>Organization, Division or Business Unit</a:t>
            </a:r>
          </a:p>
          <a:p>
            <a:pPr lvl="0"/>
            <a:r>
              <a:rPr lang="en-US"/>
              <a:t>Month 00, 2019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F245C91-10B8-42A5-9343-B8007DFEA4E7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1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1091730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loud">
            <a:extLst>
              <a:ext uri="{FF2B5EF4-FFF2-40B4-BE49-F238E27FC236}">
                <a16:creationId xmlns:a16="http://schemas.microsoft.com/office/drawing/2014/main" id="{1AB5E956-2EDB-D344-BA59-AB352F62D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766763" y="100990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ct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  <p:custDataLst>
              <p:tags r:id="rId3"/>
            </p:custDataLst>
          </p:nvPr>
        </p:nvSpPr>
        <p:spPr>
          <a:xfrm>
            <a:off x="766763" y="1600199"/>
            <a:ext cx="10671175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68516-E3E0-4F22-9EB7-1A85E1D3B5A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2FE7D-30FF-45E2-9F8B-D073887C33E8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1A7F3B8-F794-4AF5-B07B-32A3084A6AB2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7290E2-8EA8-4572-BB48-C18007201785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91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loud">
            <a:extLst>
              <a:ext uri="{FF2B5EF4-FFF2-40B4-BE49-F238E27FC236}">
                <a16:creationId xmlns:a16="http://schemas.microsoft.com/office/drawing/2014/main" id="{D922B281-CE8B-4E47-889A-38B9D11BA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ct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  <p:custDataLst>
              <p:tags r:id="rId3"/>
            </p:custDataLst>
          </p:nvPr>
        </p:nvSpPr>
        <p:spPr>
          <a:xfrm>
            <a:off x="76676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/>
          <p:nvPr userDrawn="1">
            <p:custDataLst>
              <p:tags r:id="rId4"/>
            </p:custDataLst>
          </p:nvPr>
        </p:nvCxnSpPr>
        <p:spPr>
          <a:xfrm flipH="1"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  <p:custDataLst>
              <p:tags r:id="rId5"/>
            </p:custDataLst>
          </p:nvPr>
        </p:nvSpPr>
        <p:spPr>
          <a:xfrm>
            <a:off x="445608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 flipH="1"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  <p:custDataLst>
              <p:tags r:id="rId7"/>
            </p:custDataLst>
          </p:nvPr>
        </p:nvSpPr>
        <p:spPr>
          <a:xfrm>
            <a:off x="8145405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1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4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loud">
            <a:extLst>
              <a:ext uri="{FF2B5EF4-FFF2-40B4-BE49-F238E27FC236}">
                <a16:creationId xmlns:a16="http://schemas.microsoft.com/office/drawing/2014/main" id="{403EA880-91CB-2F4A-BC00-A93538513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  <p:custDataLst>
              <p:tags r:id="rId2"/>
            </p:custDataLst>
          </p:nvPr>
        </p:nvSpPr>
        <p:spPr>
          <a:xfrm>
            <a:off x="768875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 flipH="1"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  <p:custDataLst>
              <p:tags r:id="rId4"/>
            </p:custDataLst>
          </p:nvPr>
        </p:nvSpPr>
        <p:spPr>
          <a:xfrm>
            <a:off x="3502001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 flipH="1"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  <p:custDataLst>
              <p:tags r:id="rId6"/>
            </p:custDataLst>
          </p:nvPr>
        </p:nvSpPr>
        <p:spPr>
          <a:xfrm>
            <a:off x="6235127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 flipH="1"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  <p:custDataLst>
              <p:tags r:id="rId8"/>
            </p:custDataLst>
          </p:nvPr>
        </p:nvSpPr>
        <p:spPr>
          <a:xfrm>
            <a:off x="8968254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31A1D-D1FF-4A37-8531-B67D54ED466D}"/>
              </a:ext>
            </a:extLst>
          </p:cNvPr>
          <p:cNvSpPr>
            <a:spLocks noGrp="1"/>
          </p:cNvSpPr>
          <p:nvPr>
            <p:ph type="dt" sz="half" idx="18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026-CA1C-465B-ADD5-AE1F9B7A0775}"/>
              </a:ext>
            </a:extLst>
          </p:cNvPr>
          <p:cNvSpPr>
            <a:spLocks noGrp="1"/>
          </p:cNvSpPr>
          <p:nvPr>
            <p:ph type="ftr" sz="quarter" idx="19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noGrp="1"/>
          </p:cNvSpPr>
          <p:nvPr>
            <p:ph type="sldNum" sz="quarter" idx="20"/>
            <p:custDataLst>
              <p:tags r:id="rId12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59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8BD8F955-3E3E-4E6E-A650-C4E0C8049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pic>
        <p:nvPicPr>
          <p:cNvPr id="6" name="OTag">
            <a:extLst>
              <a:ext uri="{FF2B5EF4-FFF2-40B4-BE49-F238E27FC236}">
                <a16:creationId xmlns:a16="http://schemas.microsoft.com/office/drawing/2014/main" id="{0F682282-A332-4D5C-89F4-38480EC33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0" name="OTag">
            <a:extLst>
              <a:ext uri="{FF2B5EF4-FFF2-40B4-BE49-F238E27FC236}">
                <a16:creationId xmlns:a16="http://schemas.microsoft.com/office/drawing/2014/main" id="{00F1077A-D301-437A-8CE7-A0EA6CDEC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9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loud">
            <a:extLst>
              <a:ext uri="{FF2B5EF4-FFF2-40B4-BE49-F238E27FC236}">
                <a16:creationId xmlns:a16="http://schemas.microsoft.com/office/drawing/2014/main" id="{A52109B5-4152-894B-9BF6-17B5458CC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7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loud">
            <a:extLst>
              <a:ext uri="{FF2B5EF4-FFF2-40B4-BE49-F238E27FC236}">
                <a16:creationId xmlns:a16="http://schemas.microsoft.com/office/drawing/2014/main" id="{05859F96-E4B3-8747-B027-10CA6EDB3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495A570-6FAE-4393-89B0-E6BA7AC6B3F9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92EEA-DB03-4E8E-B6AB-1122F317F95A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B5D96-D6C9-4E8C-9D41-A28C7CED92F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0D253-6DDA-4486-89F6-5D573286811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98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EE127CFA-8D5C-584E-9C61-6685B547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ct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  <p:custDataLst>
              <p:tags r:id="rId6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2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93BCC98D-F462-9844-9660-2EA01F13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762000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ct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71FF06-338B-46FE-B4FE-F72B7ABAED7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9E3D4-8DE9-4EE7-AF46-396CA0361B33}"/>
              </a:ext>
            </a:extLst>
          </p:cNvPr>
          <p:cNvSpPr>
            <a:spLocks noGrp="1"/>
          </p:cNvSpPr>
          <p:nvPr>
            <p:ph type="dt" sz="half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ABD9F-CF7B-4739-A09B-21C74EE3D7DA}"/>
              </a:ext>
            </a:extLst>
          </p:cNvPr>
          <p:cNvSpPr>
            <a:spLocks noGrp="1"/>
          </p:cNvSpPr>
          <p:nvPr>
            <p:ph type="ftr" sz="quarter" idx="13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326A2-CE99-456C-A450-2DC676458CDB}"/>
              </a:ext>
            </a:extLst>
          </p:cNvPr>
          <p:cNvSpPr>
            <a:spLocks noGrp="1"/>
          </p:cNvSpPr>
          <p:nvPr>
            <p:ph type="sldNum" sz="quarter" idx="14"/>
            <p:custDataLst>
              <p:tags r:id="rId6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22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90C14E-647D-DE45-A3FE-3E841253B48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7" r="-1"/>
          <a:stretch>
            <a:fillRect/>
          </a:stretch>
        </p:blipFill>
        <p:spPr>
          <a:xfrm>
            <a:off x="6095574" y="0"/>
            <a:ext cx="6096425" cy="6858000"/>
          </a:xfrm>
          <a:prstGeom prst="rect">
            <a:avLst/>
          </a:prstGeom>
        </p:spPr>
      </p:pic>
      <p:pic>
        <p:nvPicPr>
          <p:cNvPr id="23" name="OTag">
            <a:extLst>
              <a:ext uri="{FF2B5EF4-FFF2-40B4-BE49-F238E27FC236}">
                <a16:creationId xmlns:a16="http://schemas.microsoft.com/office/drawing/2014/main" id="{000C5F04-372F-427E-81C5-11434B356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17" y="6355080"/>
            <a:ext cx="502920" cy="50292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  <p:custDataLst>
              <p:tags r:id="rId3"/>
            </p:custDataLst>
          </p:nvPr>
        </p:nvSpPr>
        <p:spPr>
          <a:xfrm>
            <a:off x="775225" y="4649788"/>
            <a:ext cx="5072063" cy="1457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723900" y="1600200"/>
            <a:ext cx="5072063" cy="2415700"/>
          </a:xfrm>
        </p:spPr>
        <p:txBody>
          <a:bodyPr anchor="b" anchorCtr="0"/>
          <a:lstStyle>
            <a:lvl1pPr>
              <a:defRPr sz="8000" b="1">
                <a:solidFill>
                  <a:srgbClr val="AE562C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7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9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OTag">
            <a:extLst>
              <a:ext uri="{FF2B5EF4-FFF2-40B4-BE49-F238E27FC236}">
                <a16:creationId xmlns:a16="http://schemas.microsoft.com/office/drawing/2014/main" id="{B620A016-1EBE-426A-BB19-967122948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11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8B6F3C-673A-2C4F-BDD8-A174DA9D4B4B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C6ADE0F8-03AA-E84C-A08A-799EE14D7CA2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F2B49-8199-43EF-9C31-2EE3E2278A8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0A680-202A-4EB8-8426-F81FE6C12DD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7B772-BB21-406A-A2FE-5A71474672A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3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Data Texture 16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CF9FCE-AE1C-564C-8F89-B5CD38A47D6F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E7266-CBC0-47D9-85A0-91E01109381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38588-07BC-4F98-97FA-975AE1443B66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8B57A4-1EA3-47FA-AD37-31BB82676BA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14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Safe Harb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7C5FACA-CB69-F341-96EC-260102929140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766762" y="184150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lvl="0" indent="0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baseline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  <a:latin typeface="+mn-lt"/>
                <a:cs typeface="Oracle Sans Tab" panose="020B0503020204020204" pitchFamily="34" charset="0"/>
              </a:rPr>
              <a:t>Safe harbor statement</a:t>
            </a:r>
          </a:p>
        </p:txBody>
      </p:sp>
      <p:sp>
        <p:nvSpPr>
          <p:cNvPr id="14" name="Text Field">
            <a:extLst>
              <a:ext uri="{FF2B5EF4-FFF2-40B4-BE49-F238E27FC236}">
                <a16:creationId xmlns:a16="http://schemas.microsoft.com/office/drawing/2014/main" id="{EA78FDD8-084D-2D41-A37D-7DE0C431B1DA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66762" y="1608421"/>
            <a:ext cx="798793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of August 2020, for most presentations, a safe harbor statement is no longer required, and you will not need to use this slide.  </a:t>
            </a:r>
            <a:br>
              <a:rPr lang="en-US" sz="18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8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forward looking statement safe harbor slide is required ONLY for external presentations that pertain to: product launches, executive presentations and keynotes at major events, and any event attended by financial analysts.</a:t>
            </a:r>
          </a:p>
          <a:p>
            <a:endParaRPr lang="en-US" sz="18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/>
              <a:t>The notice is available at the </a:t>
            </a:r>
            <a:r>
              <a:rPr lang="en-US" u="sng">
                <a:solidFill>
                  <a:srgbClr val="00688C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Safe Harbor Confluence Page</a:t>
            </a:r>
            <a:endParaRPr lang="en-US">
              <a:solidFill>
                <a:srgbClr val="00688C"/>
              </a:solidFill>
            </a:endParaRPr>
          </a:p>
          <a:p>
            <a:r>
              <a:rPr lang="en-US"/>
              <a:t>Contact for Forward Looking Statement: </a:t>
            </a:r>
            <a:r>
              <a:rPr lang="en-US" u="sng">
                <a:solidFill>
                  <a:srgbClr val="00688C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quietperiod_ww_grp@oracle.com</a:t>
            </a:r>
            <a:endParaRPr lang="en-US">
              <a:solidFill>
                <a:srgbClr val="00688C"/>
              </a:solidFill>
            </a:endParaRPr>
          </a:p>
        </p:txBody>
      </p:sp>
      <p:pic>
        <p:nvPicPr>
          <p:cNvPr id="10" name="Cloud">
            <a:extLst>
              <a:ext uri="{FF2B5EF4-FFF2-40B4-BE49-F238E27FC236}">
                <a16:creationId xmlns:a16="http://schemas.microsoft.com/office/drawing/2014/main" id="{2FCEE6FC-E7A1-9745-9FBA-161384F6B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6204017" y="3432466"/>
            <a:ext cx="5987981" cy="278056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6628B-0EF0-416B-9E8E-3931DFCB912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72738-3834-418C-9636-B18B1A1825FD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840CC-B289-4EEE-9D6C-A6440E6863B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6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EE69D29-7337-6248-888D-2A033085262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>
            <a:fillRect/>
          </a:stretch>
        </p:blipFill>
        <p:spPr>
          <a:xfrm>
            <a:off x="4876800" y="0"/>
            <a:ext cx="7315199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3"/>
            </p:custDataLst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Company</a:t>
            </a:r>
          </a:p>
          <a:p>
            <a:pPr lvl="0"/>
            <a:r>
              <a:rPr lang="en-US"/>
              <a:t>Date</a:t>
            </a:r>
          </a:p>
        </p:txBody>
      </p:sp>
      <p:pic>
        <p:nvPicPr>
          <p:cNvPr id="10" name="OTag">
            <a:extLst>
              <a:ext uri="{FF2B5EF4-FFF2-40B4-BE49-F238E27FC236}">
                <a16:creationId xmlns:a16="http://schemas.microsoft.com/office/drawing/2014/main" id="{3CE1CF95-2ED4-4044-A052-7E6E1867A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noGrp="1"/>
          </p:cNvSpPr>
          <p:nvPr>
            <p:ph type="pic" sz="quarter" idx="20" hasCustomPrompt="1"/>
            <p:custDataLst>
              <p:tags r:id="rId5"/>
            </p:custDataLst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86FB79-6AF9-4538-98F2-33825A26DECE}"/>
              </a:ext>
            </a:extLst>
          </p:cNvPr>
          <p:cNvSpPr>
            <a:spLocks noGrp="1"/>
          </p:cNvSpPr>
          <p:nvPr>
            <p:ph type="dt" sz="half" idx="2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6A4509-AC78-4360-9126-01A3BC6609AC}"/>
              </a:ext>
            </a:extLst>
          </p:cNvPr>
          <p:cNvSpPr>
            <a:spLocks noGrp="1"/>
          </p:cNvSpPr>
          <p:nvPr>
            <p:ph type="ftr" sz="quarter" idx="22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noGrp="1"/>
          </p:cNvSpPr>
          <p:nvPr>
            <p:ph type="sldNum" sz="quarter" idx="23"/>
            <p:custDataLst>
              <p:tags r:id="rId8"/>
            </p:custDataLst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0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racle Logo" descr="Oracle Logo">
            <a:extLst>
              <a:ext uri="{FF2B5EF4-FFF2-40B4-BE49-F238E27FC236}">
                <a16:creationId xmlns:a16="http://schemas.microsoft.com/office/drawing/2014/main" id="{675A5E3C-9B7E-1248-9024-5EE790FC6832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7854" y="2915192"/>
            <a:ext cx="4896293" cy="1027617"/>
          </a:xfrm>
          <a:prstGeom prst="rect">
            <a:avLst/>
          </a:prstGeom>
        </p:spPr>
      </p:pic>
      <p:pic>
        <p:nvPicPr>
          <p:cNvPr id="4" name="OTag">
            <a:extLst>
              <a:ext uri="{FF2B5EF4-FFF2-40B4-BE49-F238E27FC236}">
                <a16:creationId xmlns:a16="http://schemas.microsoft.com/office/drawing/2014/main" id="{938EEB79-EFA1-4711-804E-DFDFA3AE4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1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A412-E5B1-790D-1FC3-602DED0ECD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Oracle Sans" panose="020B0503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6F83-97B8-DFBF-1599-607D50576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46" y="1371601"/>
            <a:ext cx="10676945" cy="435140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marL="152396" lvl="1" indent="-152396" algn="l" defTabSz="914296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316A256B-EA93-8D7C-D1C6-4690D1823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5720" y="6492876"/>
            <a:ext cx="5026533" cy="365125"/>
          </a:xfrm>
        </p:spPr>
        <p:txBody>
          <a:bodyPr/>
          <a:lstStyle/>
          <a:p>
            <a:r>
              <a:rPr lang="en-US" dirty="0">
                <a:sym typeface="Symbol" pitchFamily="2" charset="2"/>
              </a:rPr>
              <a:t>Oracle CloudWorld        Copyright @2025, Oracle and/or its affiliates</a:t>
            </a:r>
            <a:endParaRPr lang="en-CA" dirty="0"/>
          </a:p>
        </p:txBody>
      </p:sp>
      <p:sp>
        <p:nvSpPr>
          <p:cNvPr id="6" name="Slide Number Placeholder 11">
            <a:extLst>
              <a:ext uri="{FF2B5EF4-FFF2-40B4-BE49-F238E27FC236}">
                <a16:creationId xmlns:a16="http://schemas.microsoft.com/office/drawing/2014/main" id="{2471DF87-CF82-145B-C80D-4F4C460FB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0796" y="6492876"/>
            <a:ext cx="435851" cy="365125"/>
          </a:xfrm>
        </p:spPr>
        <p:txBody>
          <a:bodyPr/>
          <a:lstStyle/>
          <a:p>
            <a:fld id="{CFF4B978-1D82-7745-80C5-DBABA6B131D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632B318-22BB-62CE-CD7C-39998B1C47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0"/>
            <a:ext cx="169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793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/Cover_9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888C5F5-89ED-967B-54C7-2A5658D938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2538" y="2148840"/>
            <a:ext cx="6400800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100000"/>
              </a:lnSpc>
              <a:defRPr lang="en-US" sz="4000" b="1" i="0" dirty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OCI and database title</a:t>
            </a:r>
            <a:br>
              <a:rPr lang="en-US"/>
            </a:br>
            <a:r>
              <a:rPr lang="en-US"/>
              <a:t>Oracle Sans Tab Bold</a:t>
            </a:r>
          </a:p>
        </p:txBody>
      </p:sp>
      <p:sp>
        <p:nvSpPr>
          <p:cNvPr id="7" name="Subhead">
            <a:extLst>
              <a:ext uri="{FF2B5EF4-FFF2-40B4-BE49-F238E27FC236}">
                <a16:creationId xmlns:a16="http://schemas.microsoft.com/office/drawing/2014/main" id="{AB3DC633-5D2F-CD08-25C4-AE0E6A2B5A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2538" y="3519553"/>
            <a:ext cx="6400800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goes here on one line.</a:t>
            </a:r>
          </a:p>
        </p:txBody>
      </p:sp>
      <p:sp>
        <p:nvSpPr>
          <p:cNvPr id="8" name="Text Field">
            <a:extLst>
              <a:ext uri="{FF2B5EF4-FFF2-40B4-BE49-F238E27FC236}">
                <a16:creationId xmlns:a16="http://schemas.microsoft.com/office/drawing/2014/main" id="{20484561-BBEE-F46D-7F67-EB225BA5D34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2538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9" name="Text Field 2">
            <a:extLst>
              <a:ext uri="{FF2B5EF4-FFF2-40B4-BE49-F238E27FC236}">
                <a16:creationId xmlns:a16="http://schemas.microsoft.com/office/drawing/2014/main" id="{5A2D3ACC-958E-B38F-BE81-FBB225FDED0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2538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Presenter’s Title</a:t>
            </a:r>
          </a:p>
          <a:p>
            <a:pPr lvl="0"/>
            <a:r>
              <a:rPr lang="en-US"/>
              <a:t>Organization, Division or Business Unit</a:t>
            </a:r>
          </a:p>
          <a:p>
            <a:pPr lvl="0"/>
            <a:r>
              <a:rPr lang="en-US"/>
              <a:t>Month 00,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F1B72-C1BE-74C1-FB93-E6FBEBCD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" y="6995117"/>
            <a:ext cx="365760" cy="36576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B772F-C699-22CD-0BF9-575EC2076553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1127759" y="6995435"/>
            <a:ext cx="5745379" cy="365125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Copyright © 2025, Oracle and/or its affiliates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39DA1F-4B89-6385-9E78-4753D41091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73138" y="6997061"/>
            <a:ext cx="2743200" cy="3635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[Date]</a:t>
            </a:r>
            <a:endParaRPr lang="en-US"/>
          </a:p>
        </p:txBody>
      </p:sp>
      <p:pic>
        <p:nvPicPr>
          <p:cNvPr id="2" name="Oracle Logo" descr="Oracle Logo">
            <a:extLst>
              <a:ext uri="{FF2B5EF4-FFF2-40B4-BE49-F238E27FC236}">
                <a16:creationId xmlns:a16="http://schemas.microsoft.com/office/drawing/2014/main" id="{6365F65B-E40A-5E02-63EB-C3DBD8E73A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invGray">
          <a:xfrm>
            <a:off x="730669" y="1132368"/>
            <a:ext cx="1524893" cy="320039"/>
          </a:xfrm>
          <a:prstGeom prst="rect">
            <a:avLst/>
          </a:prstGeom>
        </p:spPr>
      </p:pic>
      <p:sp>
        <p:nvSpPr>
          <p:cNvPr id="11" name="Accent mark">
            <a:extLst>
              <a:ext uri="{FF2B5EF4-FFF2-40B4-BE49-F238E27FC236}">
                <a16:creationId xmlns:a16="http://schemas.microsoft.com/office/drawing/2014/main" id="{F974F57F-EE1C-2E13-9B52-D64DDE2DF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3805" y="4166108"/>
            <a:ext cx="365760" cy="36576"/>
          </a:xfrm>
          <a:prstGeom prst="rect">
            <a:avLst/>
          </a:prstGeom>
          <a:solidFill>
            <a:srgbClr val="F0CC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6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3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Tag">
            <a:extLst>
              <a:ext uri="{FF2B5EF4-FFF2-40B4-BE49-F238E27FC236}">
                <a16:creationId xmlns:a16="http://schemas.microsoft.com/office/drawing/2014/main" id="{DA16EBAD-93BE-4ACF-A78F-3C1CEDB8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Title</a:t>
            </a:r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768875" y="1600200"/>
            <a:ext cx="10671048" cy="4514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5"/>
            </p:custDataLst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r>
              <a:rPr lang="en-US" dirty="0"/>
              <a:t>Copyright @2025, Oracle and/or its affiliates  |  Confidential: Internal/Restricted/Highly Restricted</a:t>
            </a:r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873138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 smtClean="0">
                <a:solidFill>
                  <a:srgbClr val="8B8580"/>
                </a:solidFill>
              </a:defRPr>
            </a:lvl1pPr>
          </a:lstStyle>
          <a:p>
            <a:r>
              <a:rPr lang="en-US"/>
              <a:t>[Date]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E3162-F675-417E-CFB1-07734B35F2E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15192" y="48955"/>
            <a:ext cx="16367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T" sz="1000" dirty="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- Oracle Restricted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CC1C8B-FF8B-138C-9B88-7723DF3A9FC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5191" y="6633687"/>
            <a:ext cx="16367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T" sz="1000" dirty="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- Oracle Restricted</a:t>
            </a:r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893" r:id="rId2"/>
    <p:sldLayoutId id="2147483919" r:id="rId3"/>
    <p:sldLayoutId id="2147483936" r:id="rId4"/>
    <p:sldLayoutId id="2147483933" r:id="rId5"/>
    <p:sldLayoutId id="2147483756" r:id="rId6"/>
    <p:sldLayoutId id="2147483754" r:id="rId7"/>
    <p:sldLayoutId id="2147483915" r:id="rId8"/>
    <p:sldLayoutId id="2147483778" r:id="rId9"/>
    <p:sldLayoutId id="2147483916" r:id="rId10"/>
    <p:sldLayoutId id="2147483762" r:id="rId11"/>
    <p:sldLayoutId id="2147483766" r:id="rId12"/>
    <p:sldLayoutId id="2147483894" r:id="rId13"/>
    <p:sldLayoutId id="2147483895" r:id="rId14"/>
    <p:sldLayoutId id="2147483814" r:id="rId15"/>
    <p:sldLayoutId id="2147483749" r:id="rId16"/>
    <p:sldLayoutId id="2147483744" r:id="rId17"/>
    <p:sldLayoutId id="2147484000" r:id="rId18"/>
    <p:sldLayoutId id="2147484004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ct val="0"/>
        </a:spcAft>
        <a:buClrTx/>
        <a:buSzTx/>
        <a:buFont typeface="System Font Regular"/>
        <a:buNone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ct val="0"/>
        </a:spcAft>
        <a:buClrTx/>
        <a:buSzTx/>
        <a:buFont typeface="System Font Regular"/>
        <a:buChar char="•"/>
        <a:defRPr sz="12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ct val="0"/>
        </a:spcAft>
        <a:buSzTx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ct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008" userDrawn="1">
          <p15:clr>
            <a:srgbClr val="F26B43"/>
          </p15:clr>
        </p15:guide>
        <p15:guide id="4" orient="horz" pos="3852" userDrawn="1">
          <p15:clr>
            <a:srgbClr val="F26B43"/>
          </p15:clr>
        </p15:guide>
        <p15:guide id="5" pos="480" userDrawn="1">
          <p15:clr>
            <a:srgbClr val="F26B43"/>
          </p15:clr>
        </p15:guide>
        <p15:guide id="6" orient="horz" pos="795" userDrawn="1">
          <p15:clr>
            <a:srgbClr val="F26B43"/>
          </p15:clr>
        </p15:guide>
        <p15:guide id="7" orient="horz" pos="590" userDrawn="1">
          <p15:clr>
            <a:srgbClr val="F26B43"/>
          </p15:clr>
        </p15:guide>
        <p15:guide id="8" pos="72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dG_gOKKjPk" TargetMode="External"/><Relationship Id="rId2" Type="http://schemas.openxmlformats.org/officeDocument/2006/relationships/hyperlink" Target="https://docs.oracle.com/en/cloud/iaas/disaster-recovery/cssgm/prepare-integration-instance-disaster-recovery.html#GUID-106F9E71-FB25-4E2C-B537-D8BBB487EFCE" TargetMode="Externa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www.youtube.com/watch?v=geynD2nAE1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4423043-3A83-1885-3464-1E5573953E4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latin typeface="Oracle Sans Tab"/>
                <a:cs typeface="Oracle Sans Tab"/>
              </a:rPr>
              <a:t>Giovanni Conte</a:t>
            </a:r>
            <a:endParaRPr lang="fr-FR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366F0AC-8851-50DE-02C0-88E77647E7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77298" y="4882896"/>
            <a:ext cx="4163570" cy="34654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latin typeface="Oracle Sans Tab"/>
                <a:cs typeface="Oracle Sans Tab"/>
              </a:rPr>
              <a:t>Black Belt - Integration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0C67A-35EE-FF2E-3E46-8F58E152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" y="6995117"/>
            <a:ext cx="365760" cy="365760"/>
          </a:xfrm>
        </p:spPr>
        <p:txBody>
          <a:bodyPr/>
          <a:lstStyle/>
          <a:p>
            <a:pPr lvl="0"/>
            <a:fld id="{345D60D9-5372-5F40-9443-0F9AE5BDC3C8}" type="slidenum">
              <a:rPr lang="en-US" noProof="0" smtClean="0"/>
              <a:pPr lvl="0"/>
              <a:t>1</a:t>
            </a:fld>
            <a:endParaRPr lang="en-US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31FDB8-A9C0-F0B4-E139-F22F14AE9A37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1127759" y="6995435"/>
            <a:ext cx="5745379" cy="365125"/>
          </a:xfrm>
        </p:spPr>
        <p:txBody>
          <a:bodyPr/>
          <a:lstStyle/>
          <a:p>
            <a:pPr lvl="0"/>
            <a:r>
              <a:rPr lang="en-US" noProof="0"/>
              <a:t>Copyright © 2025, Oracle and/or its affiliates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DA47D2B-23EA-741E-6E94-668E7D12A0B5}"/>
              </a:ext>
            </a:extLst>
          </p:cNvPr>
          <p:cNvSpPr txBox="1">
            <a:spLocks/>
          </p:cNvSpPr>
          <p:nvPr/>
        </p:nvSpPr>
        <p:spPr>
          <a:xfrm>
            <a:off x="792537" y="1785983"/>
            <a:ext cx="7221909" cy="1280160"/>
          </a:xfrm>
          <a:prstGeom prst="rect">
            <a:avLst/>
          </a:prstGeom>
          <a:noFill/>
        </p:spPr>
        <p:txBody>
          <a:bodyPr vert="horz" wrap="square" lIns="0" tIns="0" rIns="0" bIns="9144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baseline="0" dirty="0">
                <a:solidFill>
                  <a:schemeClr val="tx1"/>
                </a:solidFill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en-US"/>
              <a:t>Oracle Integration Cloud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61F3B0C-A681-5ECB-52CF-8BC60BD50525}"/>
              </a:ext>
            </a:extLst>
          </p:cNvPr>
          <p:cNvSpPr txBox="1">
            <a:spLocks/>
          </p:cNvSpPr>
          <p:nvPr/>
        </p:nvSpPr>
        <p:spPr>
          <a:xfrm>
            <a:off x="792538" y="3116469"/>
            <a:ext cx="7894262" cy="6246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  <a:lvl2pPr marL="365760" marR="0" indent="-18288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Oracle Sans" panose="020B0503020204020204" pitchFamily="34" charset="0"/>
                <a:ea typeface="+mn-ea"/>
                <a:cs typeface="Oracle Sans" panose="020B0503020204020204" pitchFamily="34" charset="0"/>
              </a:defRPr>
            </a:lvl2pPr>
            <a:lvl3pPr marL="547688" marR="0" indent="-182563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System Font Regular"/>
              <a:buChar char="-"/>
              <a:tabLst/>
              <a:defRPr sz="1600" b="0" i="0" kern="1200">
                <a:solidFill>
                  <a:schemeClr val="tx1"/>
                </a:solidFill>
                <a:latin typeface="Oracle Sans" panose="020B0503020204020204" pitchFamily="34" charset="0"/>
                <a:ea typeface="+mn-ea"/>
                <a:cs typeface="Oracle Sans" panose="020B0503020204020204" pitchFamily="34" charset="0"/>
              </a:defRPr>
            </a:lvl3pPr>
            <a:lvl4pPr marL="730250" marR="0" indent="-182563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Oracle Sans" panose="020B0503020204020204" pitchFamily="34" charset="0"/>
                <a:ea typeface="+mn-ea"/>
                <a:cs typeface="Oracle Sans" panose="020B0503020204020204" pitchFamily="34" charset="0"/>
              </a:defRPr>
            </a:lvl4pPr>
            <a:lvl5pPr marL="914400" marR="0" indent="-18288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System Font Regular"/>
              <a:buChar char="-"/>
              <a:tabLst/>
              <a:defRPr sz="1600" b="0" i="0" kern="1200">
                <a:solidFill>
                  <a:schemeClr val="tx1"/>
                </a:solidFill>
                <a:latin typeface="Oracle Sans" panose="020B0503020204020204" pitchFamily="34" charset="0"/>
                <a:ea typeface="+mn-ea"/>
                <a:cs typeface="Oracle Sans" panose="020B0503020204020204" pitchFamily="34" charset="0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Oracle Sans" panose="020B0503020204020204" pitchFamily="34" charset="0"/>
                <a:ea typeface="+mn-ea"/>
                <a:cs typeface="Oracle Sans" panose="020B0503020204020204" pitchFamily="34" charset="0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Oracle Sans" panose="020B0503020204020204" pitchFamily="34" charset="0"/>
                <a:ea typeface="+mn-ea"/>
                <a:cs typeface="Oracle Sans" panose="020B0503020204020204" pitchFamily="34" charset="0"/>
              </a:defRPr>
            </a:lvl7pPr>
            <a:lvl8pPr marL="1604963" indent="-203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Oracle Sans" panose="020B0503020204020204" pitchFamily="34" charset="0"/>
                <a:ea typeface="+mn-ea"/>
                <a:cs typeface="Oracle Sans" panose="020B0503020204020204" pitchFamily="34" charset="0"/>
              </a:defRPr>
            </a:lvl8pPr>
            <a:lvl9pPr marL="1889125" indent="-203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Oracle Sans Tab"/>
                <a:cs typeface="Oracle Sans Tab"/>
              </a:rPr>
              <a:t>OIC Oracle Managed DR – Full Stack DR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60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79BF5-6046-C9A0-76A2-26CE28C3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C411E0-6E11-1906-DF71-3EBB9741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310472"/>
            <a:ext cx="3792589" cy="365125"/>
          </a:xfrm>
        </p:spPr>
        <p:txBody>
          <a:bodyPr/>
          <a:lstStyle/>
          <a:p>
            <a:r>
              <a:rPr lang="en-US" sz="800" dirty="0"/>
              <a:t>Copyright © 2026, Oracle and/or its affiliates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5BA77-A9C5-7B6D-4532-EA26B1B8BFC6}"/>
              </a:ext>
            </a:extLst>
          </p:cNvPr>
          <p:cNvSpPr txBox="1"/>
          <p:nvPr/>
        </p:nvSpPr>
        <p:spPr>
          <a:xfrm>
            <a:off x="687377" y="1076166"/>
            <a:ext cx="11272302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Now available in Oracle Full Stack DR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hlinkClick r:id="rId2"/>
              </a:rPr>
              <a:t>https://docs.oracle.com/en/cloud/iaas/disaster-recovery/cssgm/prepare-integration-instance-disaster-recovery.html#GUID-106F9E71-FB25-4E2C-B537-D8BBB487EFCE</a:t>
            </a:r>
            <a:endParaRPr lang="en-GB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Previous demos / publications (OIC Oracle Managed DR):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OIC Oracle Managed DR - Private Endpoint and ATP Failover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hlinkClick r:id="rId3"/>
              </a:rPr>
              <a:t>https://www.youtube.com/watch?v=gdG_gOKKjPk</a:t>
            </a:r>
            <a:endParaRPr lang="en-GB" dirty="0"/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OIC Oracle Managed DR - Activity Stream DR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hlinkClick r:id="rId4"/>
              </a:rPr>
              <a:t>https://www.youtube.com/watch?v=geynD2nAE1M</a:t>
            </a:r>
            <a:endParaRPr lang="en-GB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GB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In the above demos / publications we have seen how OIC Managed DR works by itself in conjunction with Switchover / Failover of other services (ATP, Objects Storage), managing Switchover / Failover activities on a per service basis (one service at a time).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b="1" dirty="0">
                <a:solidFill>
                  <a:srgbClr val="0070C0"/>
                </a:solidFill>
              </a:rPr>
              <a:t>Now we will see how Oracle Full Stack DR manages automatically the Switchover / Failover of al the services.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5FA6DC8-404D-BEA4-ACDF-62C032A4A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77" y="70643"/>
            <a:ext cx="11270725" cy="822960"/>
          </a:xfrm>
        </p:spPr>
        <p:txBody>
          <a:bodyPr/>
          <a:lstStyle/>
          <a:p>
            <a:r>
              <a:rPr lang="en-US" dirty="0"/>
              <a:t>OIC Managed DR and Full Stack DR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660134-2C14-E9A4-283B-6A5806705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9817" y="2373072"/>
            <a:ext cx="1982602" cy="22601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42C3EF-31B3-6352-AEDD-B4D6F8C634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2419" y="2298917"/>
            <a:ext cx="1804142" cy="226016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B23B77A-9C32-6EFD-FB47-1F4B42F13F8C}"/>
              </a:ext>
            </a:extLst>
          </p:cNvPr>
          <p:cNvSpPr/>
          <p:nvPr/>
        </p:nvSpPr>
        <p:spPr>
          <a:xfrm>
            <a:off x="8079817" y="2338057"/>
            <a:ext cx="347003" cy="34496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B61563-C5C7-D8D8-0D30-516239E93D84}"/>
              </a:ext>
            </a:extLst>
          </p:cNvPr>
          <p:cNvSpPr/>
          <p:nvPr/>
        </p:nvSpPr>
        <p:spPr>
          <a:xfrm>
            <a:off x="755643" y="3084037"/>
            <a:ext cx="347003" cy="34496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EF90B3-653B-444D-E67D-C080CAD4675E}"/>
              </a:ext>
            </a:extLst>
          </p:cNvPr>
          <p:cNvSpPr/>
          <p:nvPr/>
        </p:nvSpPr>
        <p:spPr>
          <a:xfrm>
            <a:off x="777017" y="3925362"/>
            <a:ext cx="347003" cy="34496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DEA86C-3607-197A-44AA-E24E7D0E20B1}"/>
              </a:ext>
            </a:extLst>
          </p:cNvPr>
          <p:cNvSpPr/>
          <p:nvPr/>
        </p:nvSpPr>
        <p:spPr>
          <a:xfrm>
            <a:off x="10001099" y="2338056"/>
            <a:ext cx="347003" cy="34496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2072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AE6B7-C2C0-B435-EC59-2BAF4447C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0A46C-73D2-DDA7-184D-7B4A80E7E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863" y="-10486"/>
            <a:ext cx="11270725" cy="822960"/>
          </a:xfrm>
        </p:spPr>
        <p:txBody>
          <a:bodyPr/>
          <a:lstStyle/>
          <a:p>
            <a:r>
              <a:rPr lang="en-US" dirty="0"/>
              <a:t>OIC DR: Failover for OIC and DB using OIC Private Endpoint </a:t>
            </a:r>
            <a:r>
              <a:rPr lang="en-US" sz="2800" b="1" dirty="0">
                <a:solidFill>
                  <a:srgbClr val="0070C0"/>
                </a:solidFill>
              </a:rPr>
              <a:t>and Full Stack DR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CAFEF-1B16-0911-6AED-9C9534D2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180" y="6371898"/>
            <a:ext cx="3792589" cy="365125"/>
          </a:xfrm>
        </p:spPr>
        <p:txBody>
          <a:bodyPr/>
          <a:lstStyle/>
          <a:p>
            <a:r>
              <a:rPr lang="en-US" sz="800" dirty="0"/>
              <a:t>Copyright © 2026, Oracle and/or its affiliates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9E3960-B0CA-8588-8580-221F1D651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410" y="978108"/>
            <a:ext cx="3629536" cy="334058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403A4EC-5927-3DE0-A236-AD1A4662E4D6}"/>
              </a:ext>
            </a:extLst>
          </p:cNvPr>
          <p:cNvSpPr/>
          <p:nvPr/>
        </p:nvSpPr>
        <p:spPr>
          <a:xfrm>
            <a:off x="3718810" y="2000012"/>
            <a:ext cx="1643050" cy="4249270"/>
          </a:xfrm>
          <a:prstGeom prst="rect">
            <a:avLst/>
          </a:prstGeom>
          <a:noFill/>
          <a:ln w="41275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FA1746-A799-12A0-8502-6079507F799B}"/>
              </a:ext>
            </a:extLst>
          </p:cNvPr>
          <p:cNvSpPr txBox="1"/>
          <p:nvPr/>
        </p:nvSpPr>
        <p:spPr>
          <a:xfrm>
            <a:off x="4112484" y="5928261"/>
            <a:ext cx="8314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b="1" dirty="0"/>
              <a:t>Region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D39784-C50A-88F4-ADBA-49EB3D080CFE}"/>
              </a:ext>
            </a:extLst>
          </p:cNvPr>
          <p:cNvSpPr txBox="1"/>
          <p:nvPr/>
        </p:nvSpPr>
        <p:spPr>
          <a:xfrm>
            <a:off x="6581673" y="5899417"/>
            <a:ext cx="8314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b="1" dirty="0"/>
              <a:t>Region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413A7E-180F-05E9-0DC7-B9B5C7EB8A87}"/>
              </a:ext>
            </a:extLst>
          </p:cNvPr>
          <p:cNvSpPr/>
          <p:nvPr/>
        </p:nvSpPr>
        <p:spPr>
          <a:xfrm>
            <a:off x="6175871" y="2000012"/>
            <a:ext cx="1643050" cy="4249270"/>
          </a:xfrm>
          <a:prstGeom prst="rect">
            <a:avLst/>
          </a:prstGeom>
          <a:noFill/>
          <a:ln w="412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grpSp>
        <p:nvGrpSpPr>
          <p:cNvPr id="10" name="Graphic 2">
            <a:extLst>
              <a:ext uri="{FF2B5EF4-FFF2-40B4-BE49-F238E27FC236}">
                <a16:creationId xmlns:a16="http://schemas.microsoft.com/office/drawing/2014/main" id="{7A9B737F-AC66-0C6B-0C5B-EC59FAC02318}"/>
              </a:ext>
            </a:extLst>
          </p:cNvPr>
          <p:cNvGrpSpPr/>
          <p:nvPr/>
        </p:nvGrpSpPr>
        <p:grpSpPr>
          <a:xfrm>
            <a:off x="4513374" y="4960561"/>
            <a:ext cx="590349" cy="790192"/>
            <a:chOff x="2752523" y="789575"/>
            <a:chExt cx="590349" cy="790192"/>
          </a:xfrm>
        </p:grpSpPr>
        <p:grpSp>
          <p:nvGrpSpPr>
            <p:cNvPr id="12" name="Graphic 2">
              <a:extLst>
                <a:ext uri="{FF2B5EF4-FFF2-40B4-BE49-F238E27FC236}">
                  <a16:creationId xmlns:a16="http://schemas.microsoft.com/office/drawing/2014/main" id="{87D0EA2C-F3D6-DDF9-6357-5E2944BD26C2}"/>
                </a:ext>
              </a:extLst>
            </p:cNvPr>
            <p:cNvGrpSpPr/>
            <p:nvPr/>
          </p:nvGrpSpPr>
          <p:grpSpPr>
            <a:xfrm>
              <a:off x="2797743" y="789575"/>
              <a:ext cx="513347" cy="445467"/>
              <a:chOff x="2797743" y="789575"/>
              <a:chExt cx="513347" cy="445467"/>
            </a:xfrm>
          </p:grpSpPr>
          <p:sp>
            <p:nvSpPr>
              <p:cNvPr id="17" name="Freeform: Shape 53">
                <a:extLst>
                  <a:ext uri="{FF2B5EF4-FFF2-40B4-BE49-F238E27FC236}">
                    <a16:creationId xmlns:a16="http://schemas.microsoft.com/office/drawing/2014/main" id="{6F46837A-131E-D357-8FED-2169311742CB}"/>
                  </a:ext>
                </a:extLst>
              </p:cNvPr>
              <p:cNvSpPr/>
              <p:nvPr/>
            </p:nvSpPr>
            <p:spPr>
              <a:xfrm>
                <a:off x="2803037" y="794867"/>
                <a:ext cx="500616" cy="434862"/>
              </a:xfrm>
              <a:custGeom>
                <a:avLst/>
                <a:gdLst>
                  <a:gd name="connsiteX0" fmla="*/ 233335 w 500616"/>
                  <a:gd name="connsiteY0" fmla="*/ 434862 h 434862"/>
                  <a:gd name="connsiteX1" fmla="*/ 145303 w 500616"/>
                  <a:gd name="connsiteY1" fmla="*/ 426373 h 434862"/>
                  <a:gd name="connsiteX2" fmla="*/ 98640 w 500616"/>
                  <a:gd name="connsiteY2" fmla="*/ 391375 h 434862"/>
                  <a:gd name="connsiteX3" fmla="*/ 98640 w 500616"/>
                  <a:gd name="connsiteY3" fmla="*/ 237582 h 434862"/>
                  <a:gd name="connsiteX4" fmla="*/ 0 w 500616"/>
                  <a:gd name="connsiteY4" fmla="*/ 237582 h 434862"/>
                  <a:gd name="connsiteX5" fmla="*/ 1059 w 500616"/>
                  <a:gd name="connsiteY5" fmla="*/ 221672 h 434862"/>
                  <a:gd name="connsiteX6" fmla="*/ 61512 w 500616"/>
                  <a:gd name="connsiteY6" fmla="*/ 130458 h 434862"/>
                  <a:gd name="connsiteX7" fmla="*/ 76360 w 500616"/>
                  <a:gd name="connsiteY7" fmla="*/ 111366 h 434862"/>
                  <a:gd name="connsiteX8" fmla="*/ 126213 w 500616"/>
                  <a:gd name="connsiteY8" fmla="*/ 49850 h 434862"/>
                  <a:gd name="connsiteX9" fmla="*/ 161217 w 500616"/>
                  <a:gd name="connsiteY9" fmla="*/ 42425 h 434862"/>
                  <a:gd name="connsiteX10" fmla="*/ 169700 w 500616"/>
                  <a:gd name="connsiteY10" fmla="*/ 42425 h 434862"/>
                  <a:gd name="connsiteX11" fmla="*/ 172882 w 500616"/>
                  <a:gd name="connsiteY11" fmla="*/ 42425 h 434862"/>
                  <a:gd name="connsiteX12" fmla="*/ 191973 w 500616"/>
                  <a:gd name="connsiteY12" fmla="*/ 33940 h 434862"/>
                  <a:gd name="connsiteX13" fmla="*/ 260915 w 500616"/>
                  <a:gd name="connsiteY13" fmla="*/ 0 h 434862"/>
                  <a:gd name="connsiteX14" fmla="*/ 271522 w 500616"/>
                  <a:gd name="connsiteY14" fmla="*/ 0 h 434862"/>
                  <a:gd name="connsiteX15" fmla="*/ 362738 w 500616"/>
                  <a:gd name="connsiteY15" fmla="*/ 58335 h 434862"/>
                  <a:gd name="connsiteX16" fmla="*/ 368038 w 500616"/>
                  <a:gd name="connsiteY16" fmla="*/ 65759 h 434862"/>
                  <a:gd name="connsiteX17" fmla="*/ 376521 w 500616"/>
                  <a:gd name="connsiteY17" fmla="*/ 78487 h 434862"/>
                  <a:gd name="connsiteX18" fmla="*/ 453947 w 500616"/>
                  <a:gd name="connsiteY18" fmla="*/ 123033 h 434862"/>
                  <a:gd name="connsiteX19" fmla="*/ 453947 w 500616"/>
                  <a:gd name="connsiteY19" fmla="*/ 124094 h 434862"/>
                  <a:gd name="connsiteX20" fmla="*/ 457129 w 500616"/>
                  <a:gd name="connsiteY20" fmla="*/ 140004 h 434862"/>
                  <a:gd name="connsiteX21" fmla="*/ 500616 w 500616"/>
                  <a:gd name="connsiteY21" fmla="*/ 183490 h 434862"/>
                  <a:gd name="connsiteX22" fmla="*/ 479402 w 500616"/>
                  <a:gd name="connsiteY22" fmla="*/ 204702 h 434862"/>
                  <a:gd name="connsiteX23" fmla="*/ 465619 w 500616"/>
                  <a:gd name="connsiteY23" fmla="*/ 190914 h 434862"/>
                  <a:gd name="connsiteX24" fmla="*/ 371221 w 500616"/>
                  <a:gd name="connsiteY24" fmla="*/ 268339 h 434862"/>
                  <a:gd name="connsiteX25" fmla="*/ 366979 w 500616"/>
                  <a:gd name="connsiteY25" fmla="*/ 268339 h 434862"/>
                  <a:gd name="connsiteX26" fmla="*/ 366979 w 500616"/>
                  <a:gd name="connsiteY26" fmla="*/ 390317 h 434862"/>
                  <a:gd name="connsiteX27" fmla="*/ 320309 w 500616"/>
                  <a:gd name="connsiteY27" fmla="*/ 425314 h 434862"/>
                  <a:gd name="connsiteX28" fmla="*/ 233335 w 500616"/>
                  <a:gd name="connsiteY28" fmla="*/ 434862 h 434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500616" h="434862">
                    <a:moveTo>
                      <a:pt x="233335" y="434862"/>
                    </a:moveTo>
                    <a:cubicBezTo>
                      <a:pt x="200456" y="434862"/>
                      <a:pt x="168641" y="431680"/>
                      <a:pt x="145303" y="426373"/>
                    </a:cubicBezTo>
                    <a:cubicBezTo>
                      <a:pt x="114547" y="418949"/>
                      <a:pt x="98640" y="407283"/>
                      <a:pt x="98640" y="391375"/>
                    </a:cubicBezTo>
                    <a:lnTo>
                      <a:pt x="98640" y="237582"/>
                    </a:lnTo>
                    <a:lnTo>
                      <a:pt x="0" y="237582"/>
                    </a:lnTo>
                    <a:lnTo>
                      <a:pt x="1059" y="221672"/>
                    </a:lnTo>
                    <a:cubicBezTo>
                      <a:pt x="4241" y="182429"/>
                      <a:pt x="26514" y="148489"/>
                      <a:pt x="61512" y="130458"/>
                    </a:cubicBezTo>
                    <a:cubicBezTo>
                      <a:pt x="68936" y="126215"/>
                      <a:pt x="74243" y="119852"/>
                      <a:pt x="76360" y="111366"/>
                    </a:cubicBezTo>
                    <a:cubicBezTo>
                      <a:pt x="81667" y="83790"/>
                      <a:pt x="100757" y="60456"/>
                      <a:pt x="126213" y="49850"/>
                    </a:cubicBezTo>
                    <a:cubicBezTo>
                      <a:pt x="136820" y="45607"/>
                      <a:pt x="148486" y="42425"/>
                      <a:pt x="161217" y="42425"/>
                    </a:cubicBezTo>
                    <a:cubicBezTo>
                      <a:pt x="163334" y="42425"/>
                      <a:pt x="166517" y="42425"/>
                      <a:pt x="169700" y="42425"/>
                    </a:cubicBezTo>
                    <a:cubicBezTo>
                      <a:pt x="170759" y="42425"/>
                      <a:pt x="171824" y="42425"/>
                      <a:pt x="172882" y="42425"/>
                    </a:cubicBezTo>
                    <a:cubicBezTo>
                      <a:pt x="180307" y="42425"/>
                      <a:pt x="187731" y="39243"/>
                      <a:pt x="191973" y="33940"/>
                    </a:cubicBezTo>
                    <a:cubicBezTo>
                      <a:pt x="210004" y="13788"/>
                      <a:pt x="234401" y="2121"/>
                      <a:pt x="260915" y="0"/>
                    </a:cubicBezTo>
                    <a:lnTo>
                      <a:pt x="271522" y="0"/>
                    </a:lnTo>
                    <a:cubicBezTo>
                      <a:pt x="310761" y="1061"/>
                      <a:pt x="345765" y="23334"/>
                      <a:pt x="362738" y="58335"/>
                    </a:cubicBezTo>
                    <a:cubicBezTo>
                      <a:pt x="363796" y="60456"/>
                      <a:pt x="365914" y="63638"/>
                      <a:pt x="368038" y="65759"/>
                    </a:cubicBezTo>
                    <a:cubicBezTo>
                      <a:pt x="370162" y="68941"/>
                      <a:pt x="374403" y="74244"/>
                      <a:pt x="376521" y="78487"/>
                    </a:cubicBezTo>
                    <a:cubicBezTo>
                      <a:pt x="408342" y="79548"/>
                      <a:pt x="436981" y="96518"/>
                      <a:pt x="453947" y="123033"/>
                    </a:cubicBezTo>
                    <a:lnTo>
                      <a:pt x="453947" y="124094"/>
                    </a:lnTo>
                    <a:lnTo>
                      <a:pt x="457129" y="140004"/>
                    </a:lnTo>
                    <a:lnTo>
                      <a:pt x="500616" y="183490"/>
                    </a:lnTo>
                    <a:lnTo>
                      <a:pt x="479402" y="204702"/>
                    </a:lnTo>
                    <a:lnTo>
                      <a:pt x="465619" y="190914"/>
                    </a:lnTo>
                    <a:cubicBezTo>
                      <a:pt x="457129" y="235461"/>
                      <a:pt x="417890" y="268339"/>
                      <a:pt x="371221" y="268339"/>
                    </a:cubicBezTo>
                    <a:cubicBezTo>
                      <a:pt x="370162" y="268339"/>
                      <a:pt x="368038" y="268339"/>
                      <a:pt x="366979" y="268339"/>
                    </a:cubicBezTo>
                    <a:lnTo>
                      <a:pt x="366979" y="390317"/>
                    </a:lnTo>
                    <a:cubicBezTo>
                      <a:pt x="366979" y="406224"/>
                      <a:pt x="352130" y="417890"/>
                      <a:pt x="320309" y="425314"/>
                    </a:cubicBezTo>
                    <a:cubicBezTo>
                      <a:pt x="298037" y="431680"/>
                      <a:pt x="266216" y="434862"/>
                      <a:pt x="233335" y="4348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57">
                <a:extLst>
                  <a:ext uri="{FF2B5EF4-FFF2-40B4-BE49-F238E27FC236}">
                    <a16:creationId xmlns:a16="http://schemas.microsoft.com/office/drawing/2014/main" id="{900B8E10-7665-5819-4E84-0C05A2051792}"/>
                  </a:ext>
                </a:extLst>
              </p:cNvPr>
              <p:cNvSpPr/>
              <p:nvPr/>
            </p:nvSpPr>
            <p:spPr>
              <a:xfrm>
                <a:off x="2797743" y="789575"/>
                <a:ext cx="513347" cy="445467"/>
              </a:xfrm>
              <a:custGeom>
                <a:avLst/>
                <a:gdLst>
                  <a:gd name="connsiteX0" fmla="*/ 272581 w 513347"/>
                  <a:gd name="connsiteY0" fmla="*/ 10606 h 445467"/>
                  <a:gd name="connsiteX1" fmla="*/ 361679 w 513347"/>
                  <a:gd name="connsiteY1" fmla="*/ 65759 h 445467"/>
                  <a:gd name="connsiteX2" fmla="*/ 368038 w 513347"/>
                  <a:gd name="connsiteY2" fmla="*/ 74244 h 445467"/>
                  <a:gd name="connsiteX3" fmla="*/ 377586 w 513347"/>
                  <a:gd name="connsiteY3" fmla="*/ 88033 h 445467"/>
                  <a:gd name="connsiteX4" fmla="*/ 453953 w 513347"/>
                  <a:gd name="connsiteY4" fmla="*/ 130458 h 445467"/>
                  <a:gd name="connsiteX5" fmla="*/ 458195 w 513347"/>
                  <a:gd name="connsiteY5" fmla="*/ 147428 h 445467"/>
                  <a:gd name="connsiteX6" fmla="*/ 499558 w 513347"/>
                  <a:gd name="connsiteY6" fmla="*/ 188793 h 445467"/>
                  <a:gd name="connsiteX7" fmla="*/ 485768 w 513347"/>
                  <a:gd name="connsiteY7" fmla="*/ 202581 h 445467"/>
                  <a:gd name="connsiteX8" fmla="*/ 467743 w 513347"/>
                  <a:gd name="connsiteY8" fmla="*/ 184550 h 445467"/>
                  <a:gd name="connsiteX9" fmla="*/ 377586 w 513347"/>
                  <a:gd name="connsiteY9" fmla="*/ 268343 h 445467"/>
                  <a:gd name="connsiteX10" fmla="*/ 368038 w 513347"/>
                  <a:gd name="connsiteY10" fmla="*/ 267278 h 445467"/>
                  <a:gd name="connsiteX11" fmla="*/ 368038 w 513347"/>
                  <a:gd name="connsiteY11" fmla="*/ 395615 h 445467"/>
                  <a:gd name="connsiteX12" fmla="*/ 325616 w 513347"/>
                  <a:gd name="connsiteY12" fmla="*/ 425312 h 445467"/>
                  <a:gd name="connsiteX13" fmla="*/ 238642 w 513347"/>
                  <a:gd name="connsiteY13" fmla="*/ 433802 h 445467"/>
                  <a:gd name="connsiteX14" fmla="*/ 151668 w 513347"/>
                  <a:gd name="connsiteY14" fmla="*/ 425312 h 445467"/>
                  <a:gd name="connsiteX15" fmla="*/ 109247 w 513347"/>
                  <a:gd name="connsiteY15" fmla="*/ 395615 h 445467"/>
                  <a:gd name="connsiteX16" fmla="*/ 109247 w 513347"/>
                  <a:gd name="connsiteY16" fmla="*/ 236522 h 445467"/>
                  <a:gd name="connsiteX17" fmla="*/ 11666 w 513347"/>
                  <a:gd name="connsiteY17" fmla="*/ 236522 h 445467"/>
                  <a:gd name="connsiteX18" fmla="*/ 12725 w 513347"/>
                  <a:gd name="connsiteY18" fmla="*/ 225915 h 445467"/>
                  <a:gd name="connsiteX19" fmla="*/ 70001 w 513347"/>
                  <a:gd name="connsiteY19" fmla="*/ 138943 h 445467"/>
                  <a:gd name="connsiteX20" fmla="*/ 86974 w 513347"/>
                  <a:gd name="connsiteY20" fmla="*/ 117730 h 445467"/>
                  <a:gd name="connsiteX21" fmla="*/ 133637 w 513347"/>
                  <a:gd name="connsiteY21" fmla="*/ 59396 h 445467"/>
                  <a:gd name="connsiteX22" fmla="*/ 166517 w 513347"/>
                  <a:gd name="connsiteY22" fmla="*/ 53031 h 445467"/>
                  <a:gd name="connsiteX23" fmla="*/ 173941 w 513347"/>
                  <a:gd name="connsiteY23" fmla="*/ 53031 h 445467"/>
                  <a:gd name="connsiteX24" fmla="*/ 177124 w 513347"/>
                  <a:gd name="connsiteY24" fmla="*/ 53031 h 445467"/>
                  <a:gd name="connsiteX25" fmla="*/ 200462 w 513347"/>
                  <a:gd name="connsiteY25" fmla="*/ 43486 h 445467"/>
                  <a:gd name="connsiteX26" fmla="*/ 270463 w 513347"/>
                  <a:gd name="connsiteY26" fmla="*/ 11666 h 445467"/>
                  <a:gd name="connsiteX27" fmla="*/ 270463 w 513347"/>
                  <a:gd name="connsiteY27" fmla="*/ 21212 h 445467"/>
                  <a:gd name="connsiteX28" fmla="*/ 270463 w 513347"/>
                  <a:gd name="connsiteY28" fmla="*/ 11666 h 445467"/>
                  <a:gd name="connsiteX29" fmla="*/ 272581 w 513347"/>
                  <a:gd name="connsiteY29" fmla="*/ 10606 h 445467"/>
                  <a:gd name="connsiteX30" fmla="*/ 280005 w 513347"/>
                  <a:gd name="connsiteY30" fmla="*/ 0 h 445467"/>
                  <a:gd name="connsiteX31" fmla="*/ 269398 w 513347"/>
                  <a:gd name="connsiteY31" fmla="*/ 0 h 445467"/>
                  <a:gd name="connsiteX32" fmla="*/ 258798 w 513347"/>
                  <a:gd name="connsiteY32" fmla="*/ 0 h 445467"/>
                  <a:gd name="connsiteX33" fmla="*/ 258798 w 513347"/>
                  <a:gd name="connsiteY33" fmla="*/ 1061 h 445467"/>
                  <a:gd name="connsiteX34" fmla="*/ 190914 w 513347"/>
                  <a:gd name="connsiteY34" fmla="*/ 35001 h 445467"/>
                  <a:gd name="connsiteX35" fmla="*/ 176065 w 513347"/>
                  <a:gd name="connsiteY35" fmla="*/ 42425 h 445467"/>
                  <a:gd name="connsiteX36" fmla="*/ 173941 w 513347"/>
                  <a:gd name="connsiteY36" fmla="*/ 42425 h 445467"/>
                  <a:gd name="connsiteX37" fmla="*/ 165458 w 513347"/>
                  <a:gd name="connsiteY37" fmla="*/ 42425 h 445467"/>
                  <a:gd name="connsiteX38" fmla="*/ 128337 w 513347"/>
                  <a:gd name="connsiteY38" fmla="*/ 49850 h 445467"/>
                  <a:gd name="connsiteX39" fmla="*/ 75308 w 513347"/>
                  <a:gd name="connsiteY39" fmla="*/ 115609 h 445467"/>
                  <a:gd name="connsiteX40" fmla="*/ 63636 w 513347"/>
                  <a:gd name="connsiteY40" fmla="*/ 131518 h 445467"/>
                  <a:gd name="connsiteX41" fmla="*/ 1059 w 513347"/>
                  <a:gd name="connsiteY41" fmla="*/ 226976 h 445467"/>
                  <a:gd name="connsiteX42" fmla="*/ 0 w 513347"/>
                  <a:gd name="connsiteY42" fmla="*/ 237582 h 445467"/>
                  <a:gd name="connsiteX43" fmla="*/ 0 w 513347"/>
                  <a:gd name="connsiteY43" fmla="*/ 248188 h 445467"/>
                  <a:gd name="connsiteX44" fmla="*/ 11666 w 513347"/>
                  <a:gd name="connsiteY44" fmla="*/ 248188 h 445467"/>
                  <a:gd name="connsiteX45" fmla="*/ 98640 w 513347"/>
                  <a:gd name="connsiteY45" fmla="*/ 248188 h 445467"/>
                  <a:gd name="connsiteX46" fmla="*/ 98640 w 513347"/>
                  <a:gd name="connsiteY46" fmla="*/ 396680 h 445467"/>
                  <a:gd name="connsiteX47" fmla="*/ 149551 w 513347"/>
                  <a:gd name="connsiteY47" fmla="*/ 436984 h 445467"/>
                  <a:gd name="connsiteX48" fmla="*/ 238642 w 513347"/>
                  <a:gd name="connsiteY48" fmla="*/ 445467 h 445467"/>
                  <a:gd name="connsiteX49" fmla="*/ 327734 w 513347"/>
                  <a:gd name="connsiteY49" fmla="*/ 436984 h 445467"/>
                  <a:gd name="connsiteX50" fmla="*/ 378645 w 513347"/>
                  <a:gd name="connsiteY50" fmla="*/ 396680 h 445467"/>
                  <a:gd name="connsiteX51" fmla="*/ 378645 w 513347"/>
                  <a:gd name="connsiteY51" fmla="*/ 280009 h 445467"/>
                  <a:gd name="connsiteX52" fmla="*/ 474102 w 513347"/>
                  <a:gd name="connsiteY52" fmla="*/ 206824 h 445467"/>
                  <a:gd name="connsiteX53" fmla="*/ 477285 w 513347"/>
                  <a:gd name="connsiteY53" fmla="*/ 210005 h 445467"/>
                  <a:gd name="connsiteX54" fmla="*/ 484709 w 513347"/>
                  <a:gd name="connsiteY54" fmla="*/ 217430 h 445467"/>
                  <a:gd name="connsiteX55" fmla="*/ 492133 w 513347"/>
                  <a:gd name="connsiteY55" fmla="*/ 210005 h 445467"/>
                  <a:gd name="connsiteX56" fmla="*/ 505923 w 513347"/>
                  <a:gd name="connsiteY56" fmla="*/ 196217 h 445467"/>
                  <a:gd name="connsiteX57" fmla="*/ 513347 w 513347"/>
                  <a:gd name="connsiteY57" fmla="*/ 188793 h 445467"/>
                  <a:gd name="connsiteX58" fmla="*/ 505923 w 513347"/>
                  <a:gd name="connsiteY58" fmla="*/ 181368 h 445467"/>
                  <a:gd name="connsiteX59" fmla="*/ 466678 w 513347"/>
                  <a:gd name="connsiteY59" fmla="*/ 142125 h 445467"/>
                  <a:gd name="connsiteX60" fmla="*/ 463495 w 513347"/>
                  <a:gd name="connsiteY60" fmla="*/ 128337 h 445467"/>
                  <a:gd name="connsiteX61" fmla="*/ 463495 w 513347"/>
                  <a:gd name="connsiteY61" fmla="*/ 126215 h 445467"/>
                  <a:gd name="connsiteX62" fmla="*/ 462436 w 513347"/>
                  <a:gd name="connsiteY62" fmla="*/ 125155 h 445467"/>
                  <a:gd name="connsiteX63" fmla="*/ 382887 w 513347"/>
                  <a:gd name="connsiteY63" fmla="*/ 77426 h 445467"/>
                  <a:gd name="connsiteX64" fmla="*/ 376528 w 513347"/>
                  <a:gd name="connsiteY64" fmla="*/ 67881 h 445467"/>
                  <a:gd name="connsiteX65" fmla="*/ 376528 w 513347"/>
                  <a:gd name="connsiteY65" fmla="*/ 66820 h 445467"/>
                  <a:gd name="connsiteX66" fmla="*/ 375462 w 513347"/>
                  <a:gd name="connsiteY66" fmla="*/ 65759 h 445467"/>
                  <a:gd name="connsiteX67" fmla="*/ 371221 w 513347"/>
                  <a:gd name="connsiteY67" fmla="*/ 61516 h 445467"/>
                  <a:gd name="connsiteX68" fmla="*/ 280005 w 513347"/>
                  <a:gd name="connsiteY68" fmla="*/ 0 h 44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513347" h="445467">
                    <a:moveTo>
                      <a:pt x="272581" y="10606"/>
                    </a:moveTo>
                    <a:cubicBezTo>
                      <a:pt x="310768" y="10606"/>
                      <a:pt x="344706" y="31819"/>
                      <a:pt x="361679" y="65759"/>
                    </a:cubicBezTo>
                    <a:cubicBezTo>
                      <a:pt x="363796" y="68941"/>
                      <a:pt x="364862" y="72123"/>
                      <a:pt x="368038" y="74244"/>
                    </a:cubicBezTo>
                    <a:cubicBezTo>
                      <a:pt x="370162" y="77426"/>
                      <a:pt x="374403" y="83790"/>
                      <a:pt x="377586" y="88033"/>
                    </a:cubicBezTo>
                    <a:cubicBezTo>
                      <a:pt x="409407" y="88033"/>
                      <a:pt x="438039" y="105003"/>
                      <a:pt x="453953" y="130458"/>
                    </a:cubicBezTo>
                    <a:lnTo>
                      <a:pt x="458195" y="147428"/>
                    </a:lnTo>
                    <a:lnTo>
                      <a:pt x="499558" y="188793"/>
                    </a:lnTo>
                    <a:lnTo>
                      <a:pt x="485768" y="202581"/>
                    </a:lnTo>
                    <a:lnTo>
                      <a:pt x="467743" y="184550"/>
                    </a:lnTo>
                    <a:cubicBezTo>
                      <a:pt x="464560" y="231218"/>
                      <a:pt x="425315" y="268343"/>
                      <a:pt x="377586" y="268343"/>
                    </a:cubicBezTo>
                    <a:cubicBezTo>
                      <a:pt x="374403" y="268343"/>
                      <a:pt x="371221" y="268343"/>
                      <a:pt x="368038" y="267278"/>
                    </a:cubicBezTo>
                    <a:lnTo>
                      <a:pt x="368038" y="395615"/>
                    </a:lnTo>
                    <a:cubicBezTo>
                      <a:pt x="368038" y="408346"/>
                      <a:pt x="354255" y="418953"/>
                      <a:pt x="325616" y="425312"/>
                    </a:cubicBezTo>
                    <a:cubicBezTo>
                      <a:pt x="302278" y="430619"/>
                      <a:pt x="271522" y="433802"/>
                      <a:pt x="238642" y="433802"/>
                    </a:cubicBezTo>
                    <a:cubicBezTo>
                      <a:pt x="205763" y="433802"/>
                      <a:pt x="175007" y="430619"/>
                      <a:pt x="151668" y="425312"/>
                    </a:cubicBezTo>
                    <a:cubicBezTo>
                      <a:pt x="123037" y="418953"/>
                      <a:pt x="109247" y="408346"/>
                      <a:pt x="109247" y="395615"/>
                    </a:cubicBezTo>
                    <a:lnTo>
                      <a:pt x="109247" y="236522"/>
                    </a:lnTo>
                    <a:lnTo>
                      <a:pt x="11666" y="236522"/>
                    </a:lnTo>
                    <a:lnTo>
                      <a:pt x="12725" y="225915"/>
                    </a:lnTo>
                    <a:cubicBezTo>
                      <a:pt x="15907" y="188793"/>
                      <a:pt x="37121" y="155913"/>
                      <a:pt x="70001" y="138943"/>
                    </a:cubicBezTo>
                    <a:cubicBezTo>
                      <a:pt x="78484" y="135761"/>
                      <a:pt x="84850" y="127276"/>
                      <a:pt x="86974" y="117730"/>
                    </a:cubicBezTo>
                    <a:cubicBezTo>
                      <a:pt x="92274" y="92275"/>
                      <a:pt x="109247" y="70002"/>
                      <a:pt x="133637" y="59396"/>
                    </a:cubicBezTo>
                    <a:cubicBezTo>
                      <a:pt x="144244" y="55153"/>
                      <a:pt x="154851" y="53031"/>
                      <a:pt x="166517" y="53031"/>
                    </a:cubicBezTo>
                    <a:cubicBezTo>
                      <a:pt x="168641" y="53031"/>
                      <a:pt x="171824" y="53031"/>
                      <a:pt x="173941" y="53031"/>
                    </a:cubicBezTo>
                    <a:cubicBezTo>
                      <a:pt x="175007" y="53031"/>
                      <a:pt x="176065" y="53031"/>
                      <a:pt x="177124" y="53031"/>
                    </a:cubicBezTo>
                    <a:cubicBezTo>
                      <a:pt x="185614" y="53031"/>
                      <a:pt x="194097" y="49850"/>
                      <a:pt x="200462" y="43486"/>
                    </a:cubicBezTo>
                    <a:cubicBezTo>
                      <a:pt x="218493" y="23334"/>
                      <a:pt x="243949" y="12727"/>
                      <a:pt x="270463" y="11666"/>
                    </a:cubicBezTo>
                    <a:lnTo>
                      <a:pt x="270463" y="21212"/>
                    </a:lnTo>
                    <a:lnTo>
                      <a:pt x="270463" y="11666"/>
                    </a:lnTo>
                    <a:cubicBezTo>
                      <a:pt x="270463" y="10606"/>
                      <a:pt x="271522" y="10606"/>
                      <a:pt x="272581" y="10606"/>
                    </a:cubicBezTo>
                    <a:close/>
                    <a:moveTo>
                      <a:pt x="280005" y="0"/>
                    </a:moveTo>
                    <a:lnTo>
                      <a:pt x="269398" y="0"/>
                    </a:lnTo>
                    <a:lnTo>
                      <a:pt x="258798" y="0"/>
                    </a:lnTo>
                    <a:lnTo>
                      <a:pt x="258798" y="1061"/>
                    </a:lnTo>
                    <a:cubicBezTo>
                      <a:pt x="233342" y="4242"/>
                      <a:pt x="208945" y="15909"/>
                      <a:pt x="190914" y="35001"/>
                    </a:cubicBezTo>
                    <a:cubicBezTo>
                      <a:pt x="187731" y="40304"/>
                      <a:pt x="182431" y="42425"/>
                      <a:pt x="176065" y="42425"/>
                    </a:cubicBezTo>
                    <a:cubicBezTo>
                      <a:pt x="175007" y="42425"/>
                      <a:pt x="175007" y="42425"/>
                      <a:pt x="173941" y="42425"/>
                    </a:cubicBezTo>
                    <a:cubicBezTo>
                      <a:pt x="170765" y="42425"/>
                      <a:pt x="168641" y="42425"/>
                      <a:pt x="165458" y="42425"/>
                    </a:cubicBezTo>
                    <a:cubicBezTo>
                      <a:pt x="152734" y="42425"/>
                      <a:pt x="140003" y="45607"/>
                      <a:pt x="128337" y="49850"/>
                    </a:cubicBezTo>
                    <a:cubicBezTo>
                      <a:pt x="100757" y="61516"/>
                      <a:pt x="81667" y="85911"/>
                      <a:pt x="75308" y="115609"/>
                    </a:cubicBezTo>
                    <a:cubicBezTo>
                      <a:pt x="74243" y="121973"/>
                      <a:pt x="70001" y="128337"/>
                      <a:pt x="63636" y="131518"/>
                    </a:cubicBezTo>
                    <a:cubicBezTo>
                      <a:pt x="27580" y="150610"/>
                      <a:pt x="4242" y="186672"/>
                      <a:pt x="1059" y="226976"/>
                    </a:cubicBezTo>
                    <a:lnTo>
                      <a:pt x="0" y="237582"/>
                    </a:lnTo>
                    <a:lnTo>
                      <a:pt x="0" y="248188"/>
                    </a:lnTo>
                    <a:lnTo>
                      <a:pt x="11666" y="248188"/>
                    </a:lnTo>
                    <a:lnTo>
                      <a:pt x="98640" y="248188"/>
                    </a:lnTo>
                    <a:lnTo>
                      <a:pt x="98640" y="396680"/>
                    </a:lnTo>
                    <a:cubicBezTo>
                      <a:pt x="98640" y="424253"/>
                      <a:pt x="136820" y="433802"/>
                      <a:pt x="149551" y="436984"/>
                    </a:cubicBezTo>
                    <a:cubicBezTo>
                      <a:pt x="173941" y="442285"/>
                      <a:pt x="205763" y="445467"/>
                      <a:pt x="238642" y="445467"/>
                    </a:cubicBezTo>
                    <a:cubicBezTo>
                      <a:pt x="272581" y="445467"/>
                      <a:pt x="303343" y="442285"/>
                      <a:pt x="327734" y="436984"/>
                    </a:cubicBezTo>
                    <a:cubicBezTo>
                      <a:pt x="340465" y="433802"/>
                      <a:pt x="378645" y="425312"/>
                      <a:pt x="378645" y="396680"/>
                    </a:cubicBezTo>
                    <a:lnTo>
                      <a:pt x="378645" y="280009"/>
                    </a:lnTo>
                    <a:cubicBezTo>
                      <a:pt x="423191" y="280009"/>
                      <a:pt x="462436" y="249249"/>
                      <a:pt x="474102" y="206824"/>
                    </a:cubicBezTo>
                    <a:lnTo>
                      <a:pt x="477285" y="210005"/>
                    </a:lnTo>
                    <a:lnTo>
                      <a:pt x="484709" y="217430"/>
                    </a:lnTo>
                    <a:lnTo>
                      <a:pt x="492133" y="210005"/>
                    </a:lnTo>
                    <a:lnTo>
                      <a:pt x="505923" y="196217"/>
                    </a:lnTo>
                    <a:lnTo>
                      <a:pt x="513347" y="188793"/>
                    </a:lnTo>
                    <a:lnTo>
                      <a:pt x="505923" y="181368"/>
                    </a:lnTo>
                    <a:lnTo>
                      <a:pt x="466678" y="142125"/>
                    </a:lnTo>
                    <a:lnTo>
                      <a:pt x="463495" y="128337"/>
                    </a:lnTo>
                    <a:lnTo>
                      <a:pt x="463495" y="126215"/>
                    </a:lnTo>
                    <a:lnTo>
                      <a:pt x="462436" y="125155"/>
                    </a:lnTo>
                    <a:cubicBezTo>
                      <a:pt x="445464" y="97578"/>
                      <a:pt x="415766" y="79548"/>
                      <a:pt x="382887" y="77426"/>
                    </a:cubicBezTo>
                    <a:cubicBezTo>
                      <a:pt x="380769" y="74244"/>
                      <a:pt x="377586" y="70002"/>
                      <a:pt x="376528" y="67881"/>
                    </a:cubicBezTo>
                    <a:lnTo>
                      <a:pt x="376528" y="66820"/>
                    </a:lnTo>
                    <a:lnTo>
                      <a:pt x="375462" y="65759"/>
                    </a:lnTo>
                    <a:cubicBezTo>
                      <a:pt x="374403" y="65759"/>
                      <a:pt x="372286" y="63638"/>
                      <a:pt x="371221" y="61516"/>
                    </a:cubicBezTo>
                    <a:cubicBezTo>
                      <a:pt x="354255" y="25455"/>
                      <a:pt x="319251" y="3181"/>
                      <a:pt x="2800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58">
                <a:extLst>
                  <a:ext uri="{FF2B5EF4-FFF2-40B4-BE49-F238E27FC236}">
                    <a16:creationId xmlns:a16="http://schemas.microsoft.com/office/drawing/2014/main" id="{75F322A4-E2D6-0835-5AF1-B186F91AC5D7}"/>
                  </a:ext>
                </a:extLst>
              </p:cNvPr>
              <p:cNvSpPr/>
              <p:nvPr/>
            </p:nvSpPr>
            <p:spPr>
              <a:xfrm>
                <a:off x="2809408" y="801239"/>
                <a:ext cx="487891" cy="424254"/>
              </a:xfrm>
              <a:custGeom>
                <a:avLst/>
                <a:gdLst>
                  <a:gd name="connsiteX0" fmla="*/ 21214 w 487891"/>
                  <a:gd name="connsiteY0" fmla="*/ 206824 h 424254"/>
                  <a:gd name="connsiteX1" fmla="*/ 82732 w 487891"/>
                  <a:gd name="connsiteY1" fmla="*/ 206824 h 424254"/>
                  <a:gd name="connsiteX2" fmla="*/ 82732 w 487891"/>
                  <a:gd name="connsiteY2" fmla="*/ 225915 h 424254"/>
                  <a:gd name="connsiteX3" fmla="*/ 0 w 487891"/>
                  <a:gd name="connsiteY3" fmla="*/ 225915 h 424254"/>
                  <a:gd name="connsiteX4" fmla="*/ 1059 w 487891"/>
                  <a:gd name="connsiteY4" fmla="*/ 215309 h 424254"/>
                  <a:gd name="connsiteX5" fmla="*/ 58336 w 487891"/>
                  <a:gd name="connsiteY5" fmla="*/ 128337 h 424254"/>
                  <a:gd name="connsiteX6" fmla="*/ 75308 w 487891"/>
                  <a:gd name="connsiteY6" fmla="*/ 106064 h 424254"/>
                  <a:gd name="connsiteX7" fmla="*/ 121971 w 487891"/>
                  <a:gd name="connsiteY7" fmla="*/ 47729 h 424254"/>
                  <a:gd name="connsiteX8" fmla="*/ 161217 w 487891"/>
                  <a:gd name="connsiteY8" fmla="*/ 41365 h 424254"/>
                  <a:gd name="connsiteX9" fmla="*/ 187731 w 487891"/>
                  <a:gd name="connsiteY9" fmla="*/ 31819 h 424254"/>
                  <a:gd name="connsiteX10" fmla="*/ 257733 w 487891"/>
                  <a:gd name="connsiteY10" fmla="*/ 0 h 424254"/>
                  <a:gd name="connsiteX11" fmla="*/ 259856 w 487891"/>
                  <a:gd name="connsiteY11" fmla="*/ 0 h 424254"/>
                  <a:gd name="connsiteX12" fmla="*/ 348948 w 487891"/>
                  <a:gd name="connsiteY12" fmla="*/ 55153 h 424254"/>
                  <a:gd name="connsiteX13" fmla="*/ 355313 w 487891"/>
                  <a:gd name="connsiteY13" fmla="*/ 63638 h 424254"/>
                  <a:gd name="connsiteX14" fmla="*/ 334099 w 487891"/>
                  <a:gd name="connsiteY14" fmla="*/ 67881 h 424254"/>
                  <a:gd name="connsiteX15" fmla="*/ 331982 w 487891"/>
                  <a:gd name="connsiteY15" fmla="*/ 63638 h 424254"/>
                  <a:gd name="connsiteX16" fmla="*/ 259856 w 487891"/>
                  <a:gd name="connsiteY16" fmla="*/ 19091 h 424254"/>
                  <a:gd name="connsiteX17" fmla="*/ 257733 w 487891"/>
                  <a:gd name="connsiteY17" fmla="*/ 19091 h 424254"/>
                  <a:gd name="connsiteX18" fmla="*/ 200462 w 487891"/>
                  <a:gd name="connsiteY18" fmla="*/ 44547 h 424254"/>
                  <a:gd name="connsiteX19" fmla="*/ 158034 w 487891"/>
                  <a:gd name="connsiteY19" fmla="*/ 60456 h 424254"/>
                  <a:gd name="connsiteX20" fmla="*/ 127278 w 487891"/>
                  <a:gd name="connsiteY20" fmla="*/ 65760 h 424254"/>
                  <a:gd name="connsiteX21" fmla="*/ 92274 w 487891"/>
                  <a:gd name="connsiteY21" fmla="*/ 110306 h 424254"/>
                  <a:gd name="connsiteX22" fmla="*/ 64701 w 487891"/>
                  <a:gd name="connsiteY22" fmla="*/ 146368 h 424254"/>
                  <a:gd name="connsiteX23" fmla="*/ 21214 w 487891"/>
                  <a:gd name="connsiteY23" fmla="*/ 206824 h 424254"/>
                  <a:gd name="connsiteX24" fmla="*/ 356372 w 487891"/>
                  <a:gd name="connsiteY24" fmla="*/ 115610 h 424254"/>
                  <a:gd name="connsiteX25" fmla="*/ 375462 w 487891"/>
                  <a:gd name="connsiteY25" fmla="*/ 115610 h 424254"/>
                  <a:gd name="connsiteX26" fmla="*/ 401983 w 487891"/>
                  <a:gd name="connsiteY26" fmla="*/ 210006 h 424254"/>
                  <a:gd name="connsiteX27" fmla="*/ 380769 w 487891"/>
                  <a:gd name="connsiteY27" fmla="*/ 210006 h 424254"/>
                  <a:gd name="connsiteX28" fmla="*/ 377586 w 487891"/>
                  <a:gd name="connsiteY28" fmla="*/ 189854 h 424254"/>
                  <a:gd name="connsiteX29" fmla="*/ 354255 w 487891"/>
                  <a:gd name="connsiteY29" fmla="*/ 189854 h 424254"/>
                  <a:gd name="connsiteX30" fmla="*/ 348948 w 487891"/>
                  <a:gd name="connsiteY30" fmla="*/ 210006 h 424254"/>
                  <a:gd name="connsiteX31" fmla="*/ 328799 w 487891"/>
                  <a:gd name="connsiteY31" fmla="*/ 210006 h 424254"/>
                  <a:gd name="connsiteX32" fmla="*/ 356372 w 487891"/>
                  <a:gd name="connsiteY32" fmla="*/ 115610 h 424254"/>
                  <a:gd name="connsiteX33" fmla="*/ 357431 w 487891"/>
                  <a:gd name="connsiteY33" fmla="*/ 173945 h 424254"/>
                  <a:gd name="connsiteX34" fmla="*/ 373345 w 487891"/>
                  <a:gd name="connsiteY34" fmla="*/ 173945 h 424254"/>
                  <a:gd name="connsiteX35" fmla="*/ 364855 w 487891"/>
                  <a:gd name="connsiteY35" fmla="*/ 138943 h 424254"/>
                  <a:gd name="connsiteX36" fmla="*/ 357431 w 487891"/>
                  <a:gd name="connsiteY36" fmla="*/ 173945 h 424254"/>
                  <a:gd name="connsiteX37" fmla="*/ 275764 w 487891"/>
                  <a:gd name="connsiteY37" fmla="*/ 161217 h 424254"/>
                  <a:gd name="connsiteX38" fmla="*/ 257733 w 487891"/>
                  <a:gd name="connsiteY38" fmla="*/ 143186 h 424254"/>
                  <a:gd name="connsiteX39" fmla="*/ 243949 w 487891"/>
                  <a:gd name="connsiteY39" fmla="*/ 156974 h 424254"/>
                  <a:gd name="connsiteX40" fmla="*/ 285312 w 487891"/>
                  <a:gd name="connsiteY40" fmla="*/ 198339 h 424254"/>
                  <a:gd name="connsiteX41" fmla="*/ 326675 w 487891"/>
                  <a:gd name="connsiteY41" fmla="*/ 156974 h 424254"/>
                  <a:gd name="connsiteX42" fmla="*/ 312885 w 487891"/>
                  <a:gd name="connsiteY42" fmla="*/ 143186 h 424254"/>
                  <a:gd name="connsiteX43" fmla="*/ 295919 w 487891"/>
                  <a:gd name="connsiteY43" fmla="*/ 160156 h 424254"/>
                  <a:gd name="connsiteX44" fmla="*/ 365920 w 487891"/>
                  <a:gd name="connsiteY44" fmla="*/ 96518 h 424254"/>
                  <a:gd name="connsiteX45" fmla="*/ 428498 w 487891"/>
                  <a:gd name="connsiteY45" fmla="*/ 133640 h 424254"/>
                  <a:gd name="connsiteX46" fmla="*/ 442287 w 487891"/>
                  <a:gd name="connsiteY46" fmla="*/ 119852 h 424254"/>
                  <a:gd name="connsiteX47" fmla="*/ 365920 w 487891"/>
                  <a:gd name="connsiteY47" fmla="*/ 77427 h 424254"/>
                  <a:gd name="connsiteX48" fmla="*/ 275764 w 487891"/>
                  <a:gd name="connsiteY48" fmla="*/ 161217 h 424254"/>
                  <a:gd name="connsiteX49" fmla="*/ 487892 w 487891"/>
                  <a:gd name="connsiteY49" fmla="*/ 177126 h 424254"/>
                  <a:gd name="connsiteX50" fmla="*/ 446529 w 487891"/>
                  <a:gd name="connsiteY50" fmla="*/ 136822 h 424254"/>
                  <a:gd name="connsiteX51" fmla="*/ 405160 w 487891"/>
                  <a:gd name="connsiteY51" fmla="*/ 178187 h 424254"/>
                  <a:gd name="connsiteX52" fmla="*/ 418949 w 487891"/>
                  <a:gd name="connsiteY52" fmla="*/ 191975 h 424254"/>
                  <a:gd name="connsiteX53" fmla="*/ 435922 w 487891"/>
                  <a:gd name="connsiteY53" fmla="*/ 175005 h 424254"/>
                  <a:gd name="connsiteX54" fmla="*/ 365920 w 487891"/>
                  <a:gd name="connsiteY54" fmla="*/ 238643 h 424254"/>
                  <a:gd name="connsiteX55" fmla="*/ 303343 w 487891"/>
                  <a:gd name="connsiteY55" fmla="*/ 201521 h 424254"/>
                  <a:gd name="connsiteX56" fmla="*/ 289554 w 487891"/>
                  <a:gd name="connsiteY56" fmla="*/ 215309 h 424254"/>
                  <a:gd name="connsiteX57" fmla="*/ 365920 w 487891"/>
                  <a:gd name="connsiteY57" fmla="*/ 257738 h 424254"/>
                  <a:gd name="connsiteX58" fmla="*/ 456071 w 487891"/>
                  <a:gd name="connsiteY58" fmla="*/ 173945 h 424254"/>
                  <a:gd name="connsiteX59" fmla="*/ 474102 w 487891"/>
                  <a:gd name="connsiteY59" fmla="*/ 191975 h 424254"/>
                  <a:gd name="connsiteX60" fmla="*/ 487892 w 487891"/>
                  <a:gd name="connsiteY60" fmla="*/ 177126 h 424254"/>
                  <a:gd name="connsiteX61" fmla="*/ 336223 w 487891"/>
                  <a:gd name="connsiteY61" fmla="*/ 270462 h 424254"/>
                  <a:gd name="connsiteX62" fmla="*/ 355313 w 487891"/>
                  <a:gd name="connsiteY62" fmla="*/ 274704 h 424254"/>
                  <a:gd name="connsiteX63" fmla="*/ 355313 w 487891"/>
                  <a:gd name="connsiteY63" fmla="*/ 386074 h 424254"/>
                  <a:gd name="connsiteX64" fmla="*/ 312885 w 487891"/>
                  <a:gd name="connsiteY64" fmla="*/ 415772 h 424254"/>
                  <a:gd name="connsiteX65" fmla="*/ 225918 w 487891"/>
                  <a:gd name="connsiteY65" fmla="*/ 424255 h 424254"/>
                  <a:gd name="connsiteX66" fmla="*/ 138944 w 487891"/>
                  <a:gd name="connsiteY66" fmla="*/ 415772 h 424254"/>
                  <a:gd name="connsiteX67" fmla="*/ 96516 w 487891"/>
                  <a:gd name="connsiteY67" fmla="*/ 386074 h 424254"/>
                  <a:gd name="connsiteX68" fmla="*/ 96516 w 487891"/>
                  <a:gd name="connsiteY68" fmla="*/ 177126 h 424254"/>
                  <a:gd name="connsiteX69" fmla="*/ 138944 w 487891"/>
                  <a:gd name="connsiteY69" fmla="*/ 148489 h 424254"/>
                  <a:gd name="connsiteX70" fmla="*/ 225918 w 487891"/>
                  <a:gd name="connsiteY70" fmla="*/ 141065 h 424254"/>
                  <a:gd name="connsiteX71" fmla="*/ 231218 w 487891"/>
                  <a:gd name="connsiteY71" fmla="*/ 141065 h 424254"/>
                  <a:gd name="connsiteX72" fmla="*/ 231218 w 487891"/>
                  <a:gd name="connsiteY72" fmla="*/ 160156 h 424254"/>
                  <a:gd name="connsiteX73" fmla="*/ 225918 w 487891"/>
                  <a:gd name="connsiteY73" fmla="*/ 160156 h 424254"/>
                  <a:gd name="connsiteX74" fmla="*/ 116671 w 487891"/>
                  <a:gd name="connsiteY74" fmla="*/ 178187 h 424254"/>
                  <a:gd name="connsiteX75" fmla="*/ 116671 w 487891"/>
                  <a:gd name="connsiteY75" fmla="*/ 179247 h 424254"/>
                  <a:gd name="connsiteX76" fmla="*/ 225918 w 487891"/>
                  <a:gd name="connsiteY76" fmla="*/ 198339 h 424254"/>
                  <a:gd name="connsiteX77" fmla="*/ 263039 w 487891"/>
                  <a:gd name="connsiteY77" fmla="*/ 197278 h 424254"/>
                  <a:gd name="connsiteX78" fmla="*/ 270464 w 487891"/>
                  <a:gd name="connsiteY78" fmla="*/ 216369 h 424254"/>
                  <a:gd name="connsiteX79" fmla="*/ 225918 w 487891"/>
                  <a:gd name="connsiteY79" fmla="*/ 218491 h 424254"/>
                  <a:gd name="connsiteX80" fmla="*/ 138944 w 487891"/>
                  <a:gd name="connsiteY80" fmla="*/ 210006 h 424254"/>
                  <a:gd name="connsiteX81" fmla="*/ 115612 w 487891"/>
                  <a:gd name="connsiteY81" fmla="*/ 202582 h 424254"/>
                  <a:gd name="connsiteX82" fmla="*/ 115612 w 487891"/>
                  <a:gd name="connsiteY82" fmla="*/ 248189 h 424254"/>
                  <a:gd name="connsiteX83" fmla="*/ 224853 w 487891"/>
                  <a:gd name="connsiteY83" fmla="*/ 267279 h 424254"/>
                  <a:gd name="connsiteX84" fmla="*/ 308644 w 487891"/>
                  <a:gd name="connsiteY84" fmla="*/ 258796 h 424254"/>
                  <a:gd name="connsiteX85" fmla="*/ 336223 w 487891"/>
                  <a:gd name="connsiteY85" fmla="*/ 270462 h 424254"/>
                  <a:gd name="connsiteX86" fmla="*/ 312885 w 487891"/>
                  <a:gd name="connsiteY86" fmla="*/ 277886 h 424254"/>
                  <a:gd name="connsiteX87" fmla="*/ 225918 w 487891"/>
                  <a:gd name="connsiteY87" fmla="*/ 286370 h 424254"/>
                  <a:gd name="connsiteX88" fmla="*/ 138944 w 487891"/>
                  <a:gd name="connsiteY88" fmla="*/ 277886 h 424254"/>
                  <a:gd name="connsiteX89" fmla="*/ 115612 w 487891"/>
                  <a:gd name="connsiteY89" fmla="*/ 270462 h 424254"/>
                  <a:gd name="connsiteX90" fmla="*/ 115612 w 487891"/>
                  <a:gd name="connsiteY90" fmla="*/ 316067 h 424254"/>
                  <a:gd name="connsiteX91" fmla="*/ 224853 w 487891"/>
                  <a:gd name="connsiteY91" fmla="*/ 335163 h 424254"/>
                  <a:gd name="connsiteX92" fmla="*/ 334099 w 487891"/>
                  <a:gd name="connsiteY92" fmla="*/ 316067 h 424254"/>
                  <a:gd name="connsiteX93" fmla="*/ 336223 w 487891"/>
                  <a:gd name="connsiteY93" fmla="*/ 270462 h 424254"/>
                  <a:gd name="connsiteX94" fmla="*/ 336223 w 487891"/>
                  <a:gd name="connsiteY94" fmla="*/ 339405 h 424254"/>
                  <a:gd name="connsiteX95" fmla="*/ 312885 w 487891"/>
                  <a:gd name="connsiteY95" fmla="*/ 346829 h 424254"/>
                  <a:gd name="connsiteX96" fmla="*/ 225918 w 487891"/>
                  <a:gd name="connsiteY96" fmla="*/ 355312 h 424254"/>
                  <a:gd name="connsiteX97" fmla="*/ 138944 w 487891"/>
                  <a:gd name="connsiteY97" fmla="*/ 346829 h 424254"/>
                  <a:gd name="connsiteX98" fmla="*/ 115612 w 487891"/>
                  <a:gd name="connsiteY98" fmla="*/ 339405 h 424254"/>
                  <a:gd name="connsiteX99" fmla="*/ 115612 w 487891"/>
                  <a:gd name="connsiteY99" fmla="*/ 385009 h 424254"/>
                  <a:gd name="connsiteX100" fmla="*/ 224853 w 487891"/>
                  <a:gd name="connsiteY100" fmla="*/ 404099 h 424254"/>
                  <a:gd name="connsiteX101" fmla="*/ 334099 w 487891"/>
                  <a:gd name="connsiteY101" fmla="*/ 385009 h 424254"/>
                  <a:gd name="connsiteX102" fmla="*/ 336223 w 487891"/>
                  <a:gd name="connsiteY102" fmla="*/ 339405 h 424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487891" h="424254">
                    <a:moveTo>
                      <a:pt x="21214" y="206824"/>
                    </a:moveTo>
                    <a:lnTo>
                      <a:pt x="82732" y="206824"/>
                    </a:lnTo>
                    <a:lnTo>
                      <a:pt x="82732" y="225915"/>
                    </a:lnTo>
                    <a:lnTo>
                      <a:pt x="0" y="225915"/>
                    </a:lnTo>
                    <a:lnTo>
                      <a:pt x="1059" y="215309"/>
                    </a:lnTo>
                    <a:cubicBezTo>
                      <a:pt x="4242" y="178187"/>
                      <a:pt x="25456" y="145307"/>
                      <a:pt x="58336" y="128337"/>
                    </a:cubicBezTo>
                    <a:cubicBezTo>
                      <a:pt x="66819" y="124095"/>
                      <a:pt x="73184" y="115610"/>
                      <a:pt x="75308" y="106064"/>
                    </a:cubicBezTo>
                    <a:cubicBezTo>
                      <a:pt x="80608" y="80608"/>
                      <a:pt x="97581" y="58335"/>
                      <a:pt x="121971" y="47729"/>
                    </a:cubicBezTo>
                    <a:cubicBezTo>
                      <a:pt x="133637" y="41365"/>
                      <a:pt x="147427" y="39244"/>
                      <a:pt x="161217" y="41365"/>
                    </a:cubicBezTo>
                    <a:cubicBezTo>
                      <a:pt x="171824" y="42426"/>
                      <a:pt x="181366" y="39244"/>
                      <a:pt x="187731" y="31819"/>
                    </a:cubicBezTo>
                    <a:cubicBezTo>
                      <a:pt x="205763" y="11667"/>
                      <a:pt x="231218" y="1061"/>
                      <a:pt x="257733" y="0"/>
                    </a:cubicBezTo>
                    <a:cubicBezTo>
                      <a:pt x="258798" y="0"/>
                      <a:pt x="259856" y="0"/>
                      <a:pt x="259856" y="0"/>
                    </a:cubicBezTo>
                    <a:cubicBezTo>
                      <a:pt x="298037" y="0"/>
                      <a:pt x="331982" y="21213"/>
                      <a:pt x="348948" y="55153"/>
                    </a:cubicBezTo>
                    <a:cubicBezTo>
                      <a:pt x="351072" y="58335"/>
                      <a:pt x="352131" y="61517"/>
                      <a:pt x="355313" y="63638"/>
                    </a:cubicBezTo>
                    <a:cubicBezTo>
                      <a:pt x="347889" y="64699"/>
                      <a:pt x="340465" y="65760"/>
                      <a:pt x="334099" y="67881"/>
                    </a:cubicBezTo>
                    <a:cubicBezTo>
                      <a:pt x="333041" y="66821"/>
                      <a:pt x="333041" y="65760"/>
                      <a:pt x="331982" y="63638"/>
                    </a:cubicBezTo>
                    <a:cubicBezTo>
                      <a:pt x="318192" y="36062"/>
                      <a:pt x="290612" y="19091"/>
                      <a:pt x="259856" y="19091"/>
                    </a:cubicBezTo>
                    <a:cubicBezTo>
                      <a:pt x="258798" y="19091"/>
                      <a:pt x="258798" y="19091"/>
                      <a:pt x="257733" y="19091"/>
                    </a:cubicBezTo>
                    <a:cubicBezTo>
                      <a:pt x="236518" y="19091"/>
                      <a:pt x="215311" y="28637"/>
                      <a:pt x="200462" y="44547"/>
                    </a:cubicBezTo>
                    <a:cubicBezTo>
                      <a:pt x="189855" y="56214"/>
                      <a:pt x="173941" y="62578"/>
                      <a:pt x="158034" y="60456"/>
                    </a:cubicBezTo>
                    <a:cubicBezTo>
                      <a:pt x="147427" y="59396"/>
                      <a:pt x="137885" y="61517"/>
                      <a:pt x="127278" y="65760"/>
                    </a:cubicBezTo>
                    <a:cubicBezTo>
                      <a:pt x="109247" y="74245"/>
                      <a:pt x="95457" y="90154"/>
                      <a:pt x="92274" y="110306"/>
                    </a:cubicBezTo>
                    <a:cubicBezTo>
                      <a:pt x="89091" y="126216"/>
                      <a:pt x="79550" y="138943"/>
                      <a:pt x="64701" y="146368"/>
                    </a:cubicBezTo>
                    <a:cubicBezTo>
                      <a:pt x="42428" y="158035"/>
                      <a:pt x="26515" y="180308"/>
                      <a:pt x="21214" y="206824"/>
                    </a:cubicBezTo>
                    <a:close/>
                    <a:moveTo>
                      <a:pt x="356372" y="115610"/>
                    </a:moveTo>
                    <a:lnTo>
                      <a:pt x="375462" y="115610"/>
                    </a:lnTo>
                    <a:lnTo>
                      <a:pt x="401983" y="210006"/>
                    </a:lnTo>
                    <a:lnTo>
                      <a:pt x="380769" y="210006"/>
                    </a:lnTo>
                    <a:lnTo>
                      <a:pt x="377586" y="189854"/>
                    </a:lnTo>
                    <a:lnTo>
                      <a:pt x="354255" y="189854"/>
                    </a:lnTo>
                    <a:lnTo>
                      <a:pt x="348948" y="210006"/>
                    </a:lnTo>
                    <a:lnTo>
                      <a:pt x="328799" y="210006"/>
                    </a:lnTo>
                    <a:lnTo>
                      <a:pt x="356372" y="115610"/>
                    </a:lnTo>
                    <a:close/>
                    <a:moveTo>
                      <a:pt x="357431" y="173945"/>
                    </a:moveTo>
                    <a:lnTo>
                      <a:pt x="373345" y="173945"/>
                    </a:lnTo>
                    <a:lnTo>
                      <a:pt x="364855" y="138943"/>
                    </a:lnTo>
                    <a:lnTo>
                      <a:pt x="357431" y="173945"/>
                    </a:lnTo>
                    <a:close/>
                    <a:moveTo>
                      <a:pt x="275764" y="161217"/>
                    </a:moveTo>
                    <a:lnTo>
                      <a:pt x="257733" y="143186"/>
                    </a:lnTo>
                    <a:lnTo>
                      <a:pt x="243949" y="156974"/>
                    </a:lnTo>
                    <a:lnTo>
                      <a:pt x="285312" y="198339"/>
                    </a:lnTo>
                    <a:lnTo>
                      <a:pt x="326675" y="156974"/>
                    </a:lnTo>
                    <a:lnTo>
                      <a:pt x="312885" y="143186"/>
                    </a:lnTo>
                    <a:lnTo>
                      <a:pt x="295919" y="160156"/>
                    </a:lnTo>
                    <a:cubicBezTo>
                      <a:pt x="299102" y="124095"/>
                      <a:pt x="329858" y="96518"/>
                      <a:pt x="365920" y="96518"/>
                    </a:cubicBezTo>
                    <a:cubicBezTo>
                      <a:pt x="392435" y="96518"/>
                      <a:pt x="415766" y="111367"/>
                      <a:pt x="428498" y="133640"/>
                    </a:cubicBezTo>
                    <a:lnTo>
                      <a:pt x="442287" y="119852"/>
                    </a:lnTo>
                    <a:cubicBezTo>
                      <a:pt x="426374" y="94397"/>
                      <a:pt x="397735" y="77427"/>
                      <a:pt x="365920" y="77427"/>
                    </a:cubicBezTo>
                    <a:cubicBezTo>
                      <a:pt x="318192" y="77427"/>
                      <a:pt x="278947" y="114549"/>
                      <a:pt x="275764" y="161217"/>
                    </a:cubicBezTo>
                    <a:close/>
                    <a:moveTo>
                      <a:pt x="487892" y="177126"/>
                    </a:moveTo>
                    <a:lnTo>
                      <a:pt x="446529" y="136822"/>
                    </a:lnTo>
                    <a:lnTo>
                      <a:pt x="405160" y="178187"/>
                    </a:lnTo>
                    <a:lnTo>
                      <a:pt x="418949" y="191975"/>
                    </a:lnTo>
                    <a:lnTo>
                      <a:pt x="435922" y="175005"/>
                    </a:lnTo>
                    <a:cubicBezTo>
                      <a:pt x="432739" y="211067"/>
                      <a:pt x="401983" y="238643"/>
                      <a:pt x="365920" y="238643"/>
                    </a:cubicBezTo>
                    <a:cubicBezTo>
                      <a:pt x="339406" y="238643"/>
                      <a:pt x="316068" y="223794"/>
                      <a:pt x="303343" y="201521"/>
                    </a:cubicBezTo>
                    <a:lnTo>
                      <a:pt x="289554" y="215309"/>
                    </a:lnTo>
                    <a:cubicBezTo>
                      <a:pt x="305461" y="240765"/>
                      <a:pt x="334099" y="257738"/>
                      <a:pt x="365920" y="257738"/>
                    </a:cubicBezTo>
                    <a:cubicBezTo>
                      <a:pt x="413649" y="257738"/>
                      <a:pt x="452888" y="220612"/>
                      <a:pt x="456071" y="173945"/>
                    </a:cubicBezTo>
                    <a:lnTo>
                      <a:pt x="474102" y="191975"/>
                    </a:lnTo>
                    <a:lnTo>
                      <a:pt x="487892" y="177126"/>
                    </a:lnTo>
                    <a:close/>
                    <a:moveTo>
                      <a:pt x="336223" y="270462"/>
                    </a:moveTo>
                    <a:cubicBezTo>
                      <a:pt x="342582" y="272586"/>
                      <a:pt x="348948" y="273645"/>
                      <a:pt x="355313" y="274704"/>
                    </a:cubicBezTo>
                    <a:lnTo>
                      <a:pt x="355313" y="386074"/>
                    </a:lnTo>
                    <a:cubicBezTo>
                      <a:pt x="355313" y="398799"/>
                      <a:pt x="341524" y="409406"/>
                      <a:pt x="312885" y="415772"/>
                    </a:cubicBezTo>
                    <a:cubicBezTo>
                      <a:pt x="289554" y="421072"/>
                      <a:pt x="258798" y="424255"/>
                      <a:pt x="225918" y="424255"/>
                    </a:cubicBezTo>
                    <a:cubicBezTo>
                      <a:pt x="193038" y="424255"/>
                      <a:pt x="162276" y="421072"/>
                      <a:pt x="138944" y="415772"/>
                    </a:cubicBezTo>
                    <a:cubicBezTo>
                      <a:pt x="110306" y="409406"/>
                      <a:pt x="96516" y="398799"/>
                      <a:pt x="96516" y="386074"/>
                    </a:cubicBezTo>
                    <a:lnTo>
                      <a:pt x="96516" y="177126"/>
                    </a:lnTo>
                    <a:cubicBezTo>
                      <a:pt x="96516" y="164399"/>
                      <a:pt x="110306" y="154853"/>
                      <a:pt x="138944" y="148489"/>
                    </a:cubicBezTo>
                    <a:cubicBezTo>
                      <a:pt x="161217" y="143186"/>
                      <a:pt x="191973" y="141065"/>
                      <a:pt x="225918" y="141065"/>
                    </a:cubicBezTo>
                    <a:cubicBezTo>
                      <a:pt x="226977" y="141065"/>
                      <a:pt x="229094" y="141065"/>
                      <a:pt x="231218" y="141065"/>
                    </a:cubicBezTo>
                    <a:lnTo>
                      <a:pt x="231218" y="160156"/>
                    </a:lnTo>
                    <a:cubicBezTo>
                      <a:pt x="230159" y="160156"/>
                      <a:pt x="228035" y="160156"/>
                      <a:pt x="225918" y="160156"/>
                    </a:cubicBezTo>
                    <a:cubicBezTo>
                      <a:pt x="155916" y="160156"/>
                      <a:pt x="120913" y="171823"/>
                      <a:pt x="116671" y="178187"/>
                    </a:cubicBezTo>
                    <a:lnTo>
                      <a:pt x="116671" y="179247"/>
                    </a:lnTo>
                    <a:cubicBezTo>
                      <a:pt x="120913" y="186672"/>
                      <a:pt x="161217" y="198339"/>
                      <a:pt x="225918" y="198339"/>
                    </a:cubicBezTo>
                    <a:cubicBezTo>
                      <a:pt x="239701" y="198339"/>
                      <a:pt x="251373" y="198339"/>
                      <a:pt x="263039" y="197278"/>
                    </a:cubicBezTo>
                    <a:cubicBezTo>
                      <a:pt x="265157" y="203642"/>
                      <a:pt x="267281" y="210006"/>
                      <a:pt x="270464" y="216369"/>
                    </a:cubicBezTo>
                    <a:cubicBezTo>
                      <a:pt x="256674" y="217430"/>
                      <a:pt x="241825" y="218491"/>
                      <a:pt x="225918" y="218491"/>
                    </a:cubicBezTo>
                    <a:cubicBezTo>
                      <a:pt x="193038" y="218491"/>
                      <a:pt x="162276" y="215309"/>
                      <a:pt x="138944" y="210006"/>
                    </a:cubicBezTo>
                    <a:cubicBezTo>
                      <a:pt x="129396" y="207885"/>
                      <a:pt x="121971" y="205764"/>
                      <a:pt x="115612" y="202582"/>
                    </a:cubicBezTo>
                    <a:lnTo>
                      <a:pt x="115612" y="248189"/>
                    </a:lnTo>
                    <a:cubicBezTo>
                      <a:pt x="119854" y="255614"/>
                      <a:pt x="160158" y="267279"/>
                      <a:pt x="224853" y="267279"/>
                    </a:cubicBezTo>
                    <a:cubicBezTo>
                      <a:pt x="260915" y="267279"/>
                      <a:pt x="289554" y="263038"/>
                      <a:pt x="308644" y="258796"/>
                    </a:cubicBezTo>
                    <a:cubicBezTo>
                      <a:pt x="318192" y="263038"/>
                      <a:pt x="326675" y="267279"/>
                      <a:pt x="336223" y="270462"/>
                    </a:cubicBezTo>
                    <a:cubicBezTo>
                      <a:pt x="329858" y="273645"/>
                      <a:pt x="322434" y="275763"/>
                      <a:pt x="312885" y="277886"/>
                    </a:cubicBezTo>
                    <a:cubicBezTo>
                      <a:pt x="289554" y="283187"/>
                      <a:pt x="258798" y="286370"/>
                      <a:pt x="225918" y="286370"/>
                    </a:cubicBezTo>
                    <a:cubicBezTo>
                      <a:pt x="193038" y="286370"/>
                      <a:pt x="162276" y="283187"/>
                      <a:pt x="138944" y="277886"/>
                    </a:cubicBezTo>
                    <a:cubicBezTo>
                      <a:pt x="129396" y="275763"/>
                      <a:pt x="121971" y="273645"/>
                      <a:pt x="115612" y="270462"/>
                    </a:cubicBezTo>
                    <a:lnTo>
                      <a:pt x="115612" y="316067"/>
                    </a:lnTo>
                    <a:cubicBezTo>
                      <a:pt x="119854" y="323491"/>
                      <a:pt x="160158" y="335163"/>
                      <a:pt x="224853" y="335163"/>
                    </a:cubicBezTo>
                    <a:cubicBezTo>
                      <a:pt x="289554" y="335163"/>
                      <a:pt x="329858" y="322432"/>
                      <a:pt x="334099" y="316067"/>
                    </a:cubicBezTo>
                    <a:lnTo>
                      <a:pt x="336223" y="270462"/>
                    </a:lnTo>
                    <a:close/>
                    <a:moveTo>
                      <a:pt x="336223" y="339405"/>
                    </a:moveTo>
                    <a:cubicBezTo>
                      <a:pt x="329858" y="342588"/>
                      <a:pt x="322434" y="344705"/>
                      <a:pt x="312885" y="346829"/>
                    </a:cubicBezTo>
                    <a:cubicBezTo>
                      <a:pt x="289554" y="352129"/>
                      <a:pt x="258798" y="355312"/>
                      <a:pt x="225918" y="355312"/>
                    </a:cubicBezTo>
                    <a:cubicBezTo>
                      <a:pt x="193038" y="355312"/>
                      <a:pt x="162276" y="352129"/>
                      <a:pt x="138944" y="346829"/>
                    </a:cubicBezTo>
                    <a:cubicBezTo>
                      <a:pt x="129396" y="344705"/>
                      <a:pt x="121971" y="342588"/>
                      <a:pt x="115612" y="339405"/>
                    </a:cubicBezTo>
                    <a:lnTo>
                      <a:pt x="115612" y="385009"/>
                    </a:lnTo>
                    <a:cubicBezTo>
                      <a:pt x="119854" y="391375"/>
                      <a:pt x="155916" y="404099"/>
                      <a:pt x="224853" y="404099"/>
                    </a:cubicBezTo>
                    <a:cubicBezTo>
                      <a:pt x="293795" y="404099"/>
                      <a:pt x="330917" y="390316"/>
                      <a:pt x="334099" y="385009"/>
                    </a:cubicBezTo>
                    <a:lnTo>
                      <a:pt x="336223" y="339405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aphic 2">
              <a:extLst>
                <a:ext uri="{FF2B5EF4-FFF2-40B4-BE49-F238E27FC236}">
                  <a16:creationId xmlns:a16="http://schemas.microsoft.com/office/drawing/2014/main" id="{6E717743-5675-930A-3556-A388BC031475}"/>
                </a:ext>
              </a:extLst>
            </p:cNvPr>
            <p:cNvGrpSpPr/>
            <p:nvPr/>
          </p:nvGrpSpPr>
          <p:grpSpPr>
            <a:xfrm>
              <a:off x="2752523" y="1239675"/>
              <a:ext cx="590349" cy="340092"/>
              <a:chOff x="2752523" y="1239675"/>
              <a:chExt cx="590349" cy="340092"/>
            </a:xfrm>
            <a:solidFill>
              <a:srgbClr val="000000"/>
            </a:solidFill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885865-0156-2939-5BDA-6D5DA3887D13}"/>
                  </a:ext>
                </a:extLst>
              </p:cNvPr>
              <p:cNvSpPr txBox="1"/>
              <p:nvPr/>
            </p:nvSpPr>
            <p:spPr>
              <a:xfrm>
                <a:off x="2814991" y="1193955"/>
                <a:ext cx="490888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8" spc="0" baseline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Oracle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15AD4C-CBF5-3760-8494-5E5693F6A8F2}"/>
                  </a:ext>
                </a:extLst>
              </p:cNvPr>
              <p:cNvSpPr txBox="1"/>
              <p:nvPr/>
            </p:nvSpPr>
            <p:spPr>
              <a:xfrm>
                <a:off x="2661083" y="1296625"/>
                <a:ext cx="773229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8" spc="0" baseline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Autonomous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9600DB-2730-58C4-F1C9-BE1397FA941E}"/>
                  </a:ext>
                </a:extLst>
              </p:cNvPr>
              <p:cNvSpPr txBox="1"/>
              <p:nvPr/>
            </p:nvSpPr>
            <p:spPr>
              <a:xfrm>
                <a:off x="2746357" y="1399294"/>
                <a:ext cx="619225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8" spc="0" baseline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Database</a:t>
                </a:r>
              </a:p>
            </p:txBody>
          </p:sp>
        </p:grpSp>
      </p:grpSp>
      <p:grpSp>
        <p:nvGrpSpPr>
          <p:cNvPr id="20" name="Graphic 2">
            <a:extLst>
              <a:ext uri="{FF2B5EF4-FFF2-40B4-BE49-F238E27FC236}">
                <a16:creationId xmlns:a16="http://schemas.microsoft.com/office/drawing/2014/main" id="{1407D710-A03D-7D6B-67F9-82BBDBE6DADC}"/>
              </a:ext>
            </a:extLst>
          </p:cNvPr>
          <p:cNvGrpSpPr/>
          <p:nvPr/>
        </p:nvGrpSpPr>
        <p:grpSpPr>
          <a:xfrm>
            <a:off x="6403448" y="4971493"/>
            <a:ext cx="590349" cy="790192"/>
            <a:chOff x="2752523" y="789575"/>
            <a:chExt cx="590349" cy="790192"/>
          </a:xfrm>
        </p:grpSpPr>
        <p:grpSp>
          <p:nvGrpSpPr>
            <p:cNvPr id="21" name="Graphic 2">
              <a:extLst>
                <a:ext uri="{FF2B5EF4-FFF2-40B4-BE49-F238E27FC236}">
                  <a16:creationId xmlns:a16="http://schemas.microsoft.com/office/drawing/2014/main" id="{9A2C8766-EB32-0905-204E-9AD0CCCBFB6D}"/>
                </a:ext>
              </a:extLst>
            </p:cNvPr>
            <p:cNvGrpSpPr/>
            <p:nvPr/>
          </p:nvGrpSpPr>
          <p:grpSpPr>
            <a:xfrm>
              <a:off x="2797743" y="789575"/>
              <a:ext cx="513347" cy="445467"/>
              <a:chOff x="2797743" y="789575"/>
              <a:chExt cx="513347" cy="445467"/>
            </a:xfrm>
          </p:grpSpPr>
          <p:sp>
            <p:nvSpPr>
              <p:cNvPr id="27" name="Freeform: Shape 53">
                <a:extLst>
                  <a:ext uri="{FF2B5EF4-FFF2-40B4-BE49-F238E27FC236}">
                    <a16:creationId xmlns:a16="http://schemas.microsoft.com/office/drawing/2014/main" id="{9BD09806-6E9F-0628-4F43-44BCBACEA129}"/>
                  </a:ext>
                </a:extLst>
              </p:cNvPr>
              <p:cNvSpPr/>
              <p:nvPr/>
            </p:nvSpPr>
            <p:spPr>
              <a:xfrm>
                <a:off x="2803037" y="794867"/>
                <a:ext cx="500616" cy="434862"/>
              </a:xfrm>
              <a:custGeom>
                <a:avLst/>
                <a:gdLst>
                  <a:gd name="connsiteX0" fmla="*/ 233335 w 500616"/>
                  <a:gd name="connsiteY0" fmla="*/ 434862 h 434862"/>
                  <a:gd name="connsiteX1" fmla="*/ 145303 w 500616"/>
                  <a:gd name="connsiteY1" fmla="*/ 426373 h 434862"/>
                  <a:gd name="connsiteX2" fmla="*/ 98640 w 500616"/>
                  <a:gd name="connsiteY2" fmla="*/ 391375 h 434862"/>
                  <a:gd name="connsiteX3" fmla="*/ 98640 w 500616"/>
                  <a:gd name="connsiteY3" fmla="*/ 237582 h 434862"/>
                  <a:gd name="connsiteX4" fmla="*/ 0 w 500616"/>
                  <a:gd name="connsiteY4" fmla="*/ 237582 h 434862"/>
                  <a:gd name="connsiteX5" fmla="*/ 1059 w 500616"/>
                  <a:gd name="connsiteY5" fmla="*/ 221672 h 434862"/>
                  <a:gd name="connsiteX6" fmla="*/ 61512 w 500616"/>
                  <a:gd name="connsiteY6" fmla="*/ 130458 h 434862"/>
                  <a:gd name="connsiteX7" fmla="*/ 76360 w 500616"/>
                  <a:gd name="connsiteY7" fmla="*/ 111366 h 434862"/>
                  <a:gd name="connsiteX8" fmla="*/ 126213 w 500616"/>
                  <a:gd name="connsiteY8" fmla="*/ 49850 h 434862"/>
                  <a:gd name="connsiteX9" fmla="*/ 161217 w 500616"/>
                  <a:gd name="connsiteY9" fmla="*/ 42425 h 434862"/>
                  <a:gd name="connsiteX10" fmla="*/ 169700 w 500616"/>
                  <a:gd name="connsiteY10" fmla="*/ 42425 h 434862"/>
                  <a:gd name="connsiteX11" fmla="*/ 172882 w 500616"/>
                  <a:gd name="connsiteY11" fmla="*/ 42425 h 434862"/>
                  <a:gd name="connsiteX12" fmla="*/ 191973 w 500616"/>
                  <a:gd name="connsiteY12" fmla="*/ 33940 h 434862"/>
                  <a:gd name="connsiteX13" fmla="*/ 260915 w 500616"/>
                  <a:gd name="connsiteY13" fmla="*/ 0 h 434862"/>
                  <a:gd name="connsiteX14" fmla="*/ 271522 w 500616"/>
                  <a:gd name="connsiteY14" fmla="*/ 0 h 434862"/>
                  <a:gd name="connsiteX15" fmla="*/ 362738 w 500616"/>
                  <a:gd name="connsiteY15" fmla="*/ 58335 h 434862"/>
                  <a:gd name="connsiteX16" fmla="*/ 368038 w 500616"/>
                  <a:gd name="connsiteY16" fmla="*/ 65759 h 434862"/>
                  <a:gd name="connsiteX17" fmla="*/ 376521 w 500616"/>
                  <a:gd name="connsiteY17" fmla="*/ 78487 h 434862"/>
                  <a:gd name="connsiteX18" fmla="*/ 453947 w 500616"/>
                  <a:gd name="connsiteY18" fmla="*/ 123033 h 434862"/>
                  <a:gd name="connsiteX19" fmla="*/ 453947 w 500616"/>
                  <a:gd name="connsiteY19" fmla="*/ 124094 h 434862"/>
                  <a:gd name="connsiteX20" fmla="*/ 457129 w 500616"/>
                  <a:gd name="connsiteY20" fmla="*/ 140004 h 434862"/>
                  <a:gd name="connsiteX21" fmla="*/ 500616 w 500616"/>
                  <a:gd name="connsiteY21" fmla="*/ 183490 h 434862"/>
                  <a:gd name="connsiteX22" fmla="*/ 479402 w 500616"/>
                  <a:gd name="connsiteY22" fmla="*/ 204702 h 434862"/>
                  <a:gd name="connsiteX23" fmla="*/ 465619 w 500616"/>
                  <a:gd name="connsiteY23" fmla="*/ 190914 h 434862"/>
                  <a:gd name="connsiteX24" fmla="*/ 371221 w 500616"/>
                  <a:gd name="connsiteY24" fmla="*/ 268339 h 434862"/>
                  <a:gd name="connsiteX25" fmla="*/ 366979 w 500616"/>
                  <a:gd name="connsiteY25" fmla="*/ 268339 h 434862"/>
                  <a:gd name="connsiteX26" fmla="*/ 366979 w 500616"/>
                  <a:gd name="connsiteY26" fmla="*/ 390317 h 434862"/>
                  <a:gd name="connsiteX27" fmla="*/ 320309 w 500616"/>
                  <a:gd name="connsiteY27" fmla="*/ 425314 h 434862"/>
                  <a:gd name="connsiteX28" fmla="*/ 233335 w 500616"/>
                  <a:gd name="connsiteY28" fmla="*/ 434862 h 434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500616" h="434862">
                    <a:moveTo>
                      <a:pt x="233335" y="434862"/>
                    </a:moveTo>
                    <a:cubicBezTo>
                      <a:pt x="200456" y="434862"/>
                      <a:pt x="168641" y="431680"/>
                      <a:pt x="145303" y="426373"/>
                    </a:cubicBezTo>
                    <a:cubicBezTo>
                      <a:pt x="114547" y="418949"/>
                      <a:pt x="98640" y="407283"/>
                      <a:pt x="98640" y="391375"/>
                    </a:cubicBezTo>
                    <a:lnTo>
                      <a:pt x="98640" y="237582"/>
                    </a:lnTo>
                    <a:lnTo>
                      <a:pt x="0" y="237582"/>
                    </a:lnTo>
                    <a:lnTo>
                      <a:pt x="1059" y="221672"/>
                    </a:lnTo>
                    <a:cubicBezTo>
                      <a:pt x="4241" y="182429"/>
                      <a:pt x="26514" y="148489"/>
                      <a:pt x="61512" y="130458"/>
                    </a:cubicBezTo>
                    <a:cubicBezTo>
                      <a:pt x="68936" y="126215"/>
                      <a:pt x="74243" y="119852"/>
                      <a:pt x="76360" y="111366"/>
                    </a:cubicBezTo>
                    <a:cubicBezTo>
                      <a:pt x="81667" y="83790"/>
                      <a:pt x="100757" y="60456"/>
                      <a:pt x="126213" y="49850"/>
                    </a:cubicBezTo>
                    <a:cubicBezTo>
                      <a:pt x="136820" y="45607"/>
                      <a:pt x="148486" y="42425"/>
                      <a:pt x="161217" y="42425"/>
                    </a:cubicBezTo>
                    <a:cubicBezTo>
                      <a:pt x="163334" y="42425"/>
                      <a:pt x="166517" y="42425"/>
                      <a:pt x="169700" y="42425"/>
                    </a:cubicBezTo>
                    <a:cubicBezTo>
                      <a:pt x="170759" y="42425"/>
                      <a:pt x="171824" y="42425"/>
                      <a:pt x="172882" y="42425"/>
                    </a:cubicBezTo>
                    <a:cubicBezTo>
                      <a:pt x="180307" y="42425"/>
                      <a:pt x="187731" y="39243"/>
                      <a:pt x="191973" y="33940"/>
                    </a:cubicBezTo>
                    <a:cubicBezTo>
                      <a:pt x="210004" y="13788"/>
                      <a:pt x="234401" y="2121"/>
                      <a:pt x="260915" y="0"/>
                    </a:cubicBezTo>
                    <a:lnTo>
                      <a:pt x="271522" y="0"/>
                    </a:lnTo>
                    <a:cubicBezTo>
                      <a:pt x="310761" y="1061"/>
                      <a:pt x="345765" y="23334"/>
                      <a:pt x="362738" y="58335"/>
                    </a:cubicBezTo>
                    <a:cubicBezTo>
                      <a:pt x="363796" y="60456"/>
                      <a:pt x="365914" y="63638"/>
                      <a:pt x="368038" y="65759"/>
                    </a:cubicBezTo>
                    <a:cubicBezTo>
                      <a:pt x="370162" y="68941"/>
                      <a:pt x="374403" y="74244"/>
                      <a:pt x="376521" y="78487"/>
                    </a:cubicBezTo>
                    <a:cubicBezTo>
                      <a:pt x="408342" y="79548"/>
                      <a:pt x="436981" y="96518"/>
                      <a:pt x="453947" y="123033"/>
                    </a:cubicBezTo>
                    <a:lnTo>
                      <a:pt x="453947" y="124094"/>
                    </a:lnTo>
                    <a:lnTo>
                      <a:pt x="457129" y="140004"/>
                    </a:lnTo>
                    <a:lnTo>
                      <a:pt x="500616" y="183490"/>
                    </a:lnTo>
                    <a:lnTo>
                      <a:pt x="479402" y="204702"/>
                    </a:lnTo>
                    <a:lnTo>
                      <a:pt x="465619" y="190914"/>
                    </a:lnTo>
                    <a:cubicBezTo>
                      <a:pt x="457129" y="235461"/>
                      <a:pt x="417890" y="268339"/>
                      <a:pt x="371221" y="268339"/>
                    </a:cubicBezTo>
                    <a:cubicBezTo>
                      <a:pt x="370162" y="268339"/>
                      <a:pt x="368038" y="268339"/>
                      <a:pt x="366979" y="268339"/>
                    </a:cubicBezTo>
                    <a:lnTo>
                      <a:pt x="366979" y="390317"/>
                    </a:lnTo>
                    <a:cubicBezTo>
                      <a:pt x="366979" y="406224"/>
                      <a:pt x="352130" y="417890"/>
                      <a:pt x="320309" y="425314"/>
                    </a:cubicBezTo>
                    <a:cubicBezTo>
                      <a:pt x="298037" y="431680"/>
                      <a:pt x="266216" y="434862"/>
                      <a:pt x="233335" y="4348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57">
                <a:extLst>
                  <a:ext uri="{FF2B5EF4-FFF2-40B4-BE49-F238E27FC236}">
                    <a16:creationId xmlns:a16="http://schemas.microsoft.com/office/drawing/2014/main" id="{5D4D692D-0F8C-D81C-748A-7ABFCD2EDAC8}"/>
                  </a:ext>
                </a:extLst>
              </p:cNvPr>
              <p:cNvSpPr/>
              <p:nvPr/>
            </p:nvSpPr>
            <p:spPr>
              <a:xfrm>
                <a:off x="2797743" y="789575"/>
                <a:ext cx="513347" cy="445467"/>
              </a:xfrm>
              <a:custGeom>
                <a:avLst/>
                <a:gdLst>
                  <a:gd name="connsiteX0" fmla="*/ 272581 w 513347"/>
                  <a:gd name="connsiteY0" fmla="*/ 10606 h 445467"/>
                  <a:gd name="connsiteX1" fmla="*/ 361679 w 513347"/>
                  <a:gd name="connsiteY1" fmla="*/ 65759 h 445467"/>
                  <a:gd name="connsiteX2" fmla="*/ 368038 w 513347"/>
                  <a:gd name="connsiteY2" fmla="*/ 74244 h 445467"/>
                  <a:gd name="connsiteX3" fmla="*/ 377586 w 513347"/>
                  <a:gd name="connsiteY3" fmla="*/ 88033 h 445467"/>
                  <a:gd name="connsiteX4" fmla="*/ 453953 w 513347"/>
                  <a:gd name="connsiteY4" fmla="*/ 130458 h 445467"/>
                  <a:gd name="connsiteX5" fmla="*/ 458195 w 513347"/>
                  <a:gd name="connsiteY5" fmla="*/ 147428 h 445467"/>
                  <a:gd name="connsiteX6" fmla="*/ 499558 w 513347"/>
                  <a:gd name="connsiteY6" fmla="*/ 188793 h 445467"/>
                  <a:gd name="connsiteX7" fmla="*/ 485768 w 513347"/>
                  <a:gd name="connsiteY7" fmla="*/ 202581 h 445467"/>
                  <a:gd name="connsiteX8" fmla="*/ 467743 w 513347"/>
                  <a:gd name="connsiteY8" fmla="*/ 184550 h 445467"/>
                  <a:gd name="connsiteX9" fmla="*/ 377586 w 513347"/>
                  <a:gd name="connsiteY9" fmla="*/ 268343 h 445467"/>
                  <a:gd name="connsiteX10" fmla="*/ 368038 w 513347"/>
                  <a:gd name="connsiteY10" fmla="*/ 267278 h 445467"/>
                  <a:gd name="connsiteX11" fmla="*/ 368038 w 513347"/>
                  <a:gd name="connsiteY11" fmla="*/ 395615 h 445467"/>
                  <a:gd name="connsiteX12" fmla="*/ 325616 w 513347"/>
                  <a:gd name="connsiteY12" fmla="*/ 425312 h 445467"/>
                  <a:gd name="connsiteX13" fmla="*/ 238642 w 513347"/>
                  <a:gd name="connsiteY13" fmla="*/ 433802 h 445467"/>
                  <a:gd name="connsiteX14" fmla="*/ 151668 w 513347"/>
                  <a:gd name="connsiteY14" fmla="*/ 425312 h 445467"/>
                  <a:gd name="connsiteX15" fmla="*/ 109247 w 513347"/>
                  <a:gd name="connsiteY15" fmla="*/ 395615 h 445467"/>
                  <a:gd name="connsiteX16" fmla="*/ 109247 w 513347"/>
                  <a:gd name="connsiteY16" fmla="*/ 236522 h 445467"/>
                  <a:gd name="connsiteX17" fmla="*/ 11666 w 513347"/>
                  <a:gd name="connsiteY17" fmla="*/ 236522 h 445467"/>
                  <a:gd name="connsiteX18" fmla="*/ 12725 w 513347"/>
                  <a:gd name="connsiteY18" fmla="*/ 225915 h 445467"/>
                  <a:gd name="connsiteX19" fmla="*/ 70001 w 513347"/>
                  <a:gd name="connsiteY19" fmla="*/ 138943 h 445467"/>
                  <a:gd name="connsiteX20" fmla="*/ 86974 w 513347"/>
                  <a:gd name="connsiteY20" fmla="*/ 117730 h 445467"/>
                  <a:gd name="connsiteX21" fmla="*/ 133637 w 513347"/>
                  <a:gd name="connsiteY21" fmla="*/ 59396 h 445467"/>
                  <a:gd name="connsiteX22" fmla="*/ 166517 w 513347"/>
                  <a:gd name="connsiteY22" fmla="*/ 53031 h 445467"/>
                  <a:gd name="connsiteX23" fmla="*/ 173941 w 513347"/>
                  <a:gd name="connsiteY23" fmla="*/ 53031 h 445467"/>
                  <a:gd name="connsiteX24" fmla="*/ 177124 w 513347"/>
                  <a:gd name="connsiteY24" fmla="*/ 53031 h 445467"/>
                  <a:gd name="connsiteX25" fmla="*/ 200462 w 513347"/>
                  <a:gd name="connsiteY25" fmla="*/ 43486 h 445467"/>
                  <a:gd name="connsiteX26" fmla="*/ 270463 w 513347"/>
                  <a:gd name="connsiteY26" fmla="*/ 11666 h 445467"/>
                  <a:gd name="connsiteX27" fmla="*/ 270463 w 513347"/>
                  <a:gd name="connsiteY27" fmla="*/ 21212 h 445467"/>
                  <a:gd name="connsiteX28" fmla="*/ 270463 w 513347"/>
                  <a:gd name="connsiteY28" fmla="*/ 11666 h 445467"/>
                  <a:gd name="connsiteX29" fmla="*/ 272581 w 513347"/>
                  <a:gd name="connsiteY29" fmla="*/ 10606 h 445467"/>
                  <a:gd name="connsiteX30" fmla="*/ 280005 w 513347"/>
                  <a:gd name="connsiteY30" fmla="*/ 0 h 445467"/>
                  <a:gd name="connsiteX31" fmla="*/ 269398 w 513347"/>
                  <a:gd name="connsiteY31" fmla="*/ 0 h 445467"/>
                  <a:gd name="connsiteX32" fmla="*/ 258798 w 513347"/>
                  <a:gd name="connsiteY32" fmla="*/ 0 h 445467"/>
                  <a:gd name="connsiteX33" fmla="*/ 258798 w 513347"/>
                  <a:gd name="connsiteY33" fmla="*/ 1061 h 445467"/>
                  <a:gd name="connsiteX34" fmla="*/ 190914 w 513347"/>
                  <a:gd name="connsiteY34" fmla="*/ 35001 h 445467"/>
                  <a:gd name="connsiteX35" fmla="*/ 176065 w 513347"/>
                  <a:gd name="connsiteY35" fmla="*/ 42425 h 445467"/>
                  <a:gd name="connsiteX36" fmla="*/ 173941 w 513347"/>
                  <a:gd name="connsiteY36" fmla="*/ 42425 h 445467"/>
                  <a:gd name="connsiteX37" fmla="*/ 165458 w 513347"/>
                  <a:gd name="connsiteY37" fmla="*/ 42425 h 445467"/>
                  <a:gd name="connsiteX38" fmla="*/ 128337 w 513347"/>
                  <a:gd name="connsiteY38" fmla="*/ 49850 h 445467"/>
                  <a:gd name="connsiteX39" fmla="*/ 75308 w 513347"/>
                  <a:gd name="connsiteY39" fmla="*/ 115609 h 445467"/>
                  <a:gd name="connsiteX40" fmla="*/ 63636 w 513347"/>
                  <a:gd name="connsiteY40" fmla="*/ 131518 h 445467"/>
                  <a:gd name="connsiteX41" fmla="*/ 1059 w 513347"/>
                  <a:gd name="connsiteY41" fmla="*/ 226976 h 445467"/>
                  <a:gd name="connsiteX42" fmla="*/ 0 w 513347"/>
                  <a:gd name="connsiteY42" fmla="*/ 237582 h 445467"/>
                  <a:gd name="connsiteX43" fmla="*/ 0 w 513347"/>
                  <a:gd name="connsiteY43" fmla="*/ 248188 h 445467"/>
                  <a:gd name="connsiteX44" fmla="*/ 11666 w 513347"/>
                  <a:gd name="connsiteY44" fmla="*/ 248188 h 445467"/>
                  <a:gd name="connsiteX45" fmla="*/ 98640 w 513347"/>
                  <a:gd name="connsiteY45" fmla="*/ 248188 h 445467"/>
                  <a:gd name="connsiteX46" fmla="*/ 98640 w 513347"/>
                  <a:gd name="connsiteY46" fmla="*/ 396680 h 445467"/>
                  <a:gd name="connsiteX47" fmla="*/ 149551 w 513347"/>
                  <a:gd name="connsiteY47" fmla="*/ 436984 h 445467"/>
                  <a:gd name="connsiteX48" fmla="*/ 238642 w 513347"/>
                  <a:gd name="connsiteY48" fmla="*/ 445467 h 445467"/>
                  <a:gd name="connsiteX49" fmla="*/ 327734 w 513347"/>
                  <a:gd name="connsiteY49" fmla="*/ 436984 h 445467"/>
                  <a:gd name="connsiteX50" fmla="*/ 378645 w 513347"/>
                  <a:gd name="connsiteY50" fmla="*/ 396680 h 445467"/>
                  <a:gd name="connsiteX51" fmla="*/ 378645 w 513347"/>
                  <a:gd name="connsiteY51" fmla="*/ 280009 h 445467"/>
                  <a:gd name="connsiteX52" fmla="*/ 474102 w 513347"/>
                  <a:gd name="connsiteY52" fmla="*/ 206824 h 445467"/>
                  <a:gd name="connsiteX53" fmla="*/ 477285 w 513347"/>
                  <a:gd name="connsiteY53" fmla="*/ 210005 h 445467"/>
                  <a:gd name="connsiteX54" fmla="*/ 484709 w 513347"/>
                  <a:gd name="connsiteY54" fmla="*/ 217430 h 445467"/>
                  <a:gd name="connsiteX55" fmla="*/ 492133 w 513347"/>
                  <a:gd name="connsiteY55" fmla="*/ 210005 h 445467"/>
                  <a:gd name="connsiteX56" fmla="*/ 505923 w 513347"/>
                  <a:gd name="connsiteY56" fmla="*/ 196217 h 445467"/>
                  <a:gd name="connsiteX57" fmla="*/ 513347 w 513347"/>
                  <a:gd name="connsiteY57" fmla="*/ 188793 h 445467"/>
                  <a:gd name="connsiteX58" fmla="*/ 505923 w 513347"/>
                  <a:gd name="connsiteY58" fmla="*/ 181368 h 445467"/>
                  <a:gd name="connsiteX59" fmla="*/ 466678 w 513347"/>
                  <a:gd name="connsiteY59" fmla="*/ 142125 h 445467"/>
                  <a:gd name="connsiteX60" fmla="*/ 463495 w 513347"/>
                  <a:gd name="connsiteY60" fmla="*/ 128337 h 445467"/>
                  <a:gd name="connsiteX61" fmla="*/ 463495 w 513347"/>
                  <a:gd name="connsiteY61" fmla="*/ 126215 h 445467"/>
                  <a:gd name="connsiteX62" fmla="*/ 462436 w 513347"/>
                  <a:gd name="connsiteY62" fmla="*/ 125155 h 445467"/>
                  <a:gd name="connsiteX63" fmla="*/ 382887 w 513347"/>
                  <a:gd name="connsiteY63" fmla="*/ 77426 h 445467"/>
                  <a:gd name="connsiteX64" fmla="*/ 376528 w 513347"/>
                  <a:gd name="connsiteY64" fmla="*/ 67881 h 445467"/>
                  <a:gd name="connsiteX65" fmla="*/ 376528 w 513347"/>
                  <a:gd name="connsiteY65" fmla="*/ 66820 h 445467"/>
                  <a:gd name="connsiteX66" fmla="*/ 375462 w 513347"/>
                  <a:gd name="connsiteY66" fmla="*/ 65759 h 445467"/>
                  <a:gd name="connsiteX67" fmla="*/ 371221 w 513347"/>
                  <a:gd name="connsiteY67" fmla="*/ 61516 h 445467"/>
                  <a:gd name="connsiteX68" fmla="*/ 280005 w 513347"/>
                  <a:gd name="connsiteY68" fmla="*/ 0 h 44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513347" h="445467">
                    <a:moveTo>
                      <a:pt x="272581" y="10606"/>
                    </a:moveTo>
                    <a:cubicBezTo>
                      <a:pt x="310768" y="10606"/>
                      <a:pt x="344706" y="31819"/>
                      <a:pt x="361679" y="65759"/>
                    </a:cubicBezTo>
                    <a:cubicBezTo>
                      <a:pt x="363796" y="68941"/>
                      <a:pt x="364862" y="72123"/>
                      <a:pt x="368038" y="74244"/>
                    </a:cubicBezTo>
                    <a:cubicBezTo>
                      <a:pt x="370162" y="77426"/>
                      <a:pt x="374403" y="83790"/>
                      <a:pt x="377586" y="88033"/>
                    </a:cubicBezTo>
                    <a:cubicBezTo>
                      <a:pt x="409407" y="88033"/>
                      <a:pt x="438039" y="105003"/>
                      <a:pt x="453953" y="130458"/>
                    </a:cubicBezTo>
                    <a:lnTo>
                      <a:pt x="458195" y="147428"/>
                    </a:lnTo>
                    <a:lnTo>
                      <a:pt x="499558" y="188793"/>
                    </a:lnTo>
                    <a:lnTo>
                      <a:pt x="485768" y="202581"/>
                    </a:lnTo>
                    <a:lnTo>
                      <a:pt x="467743" y="184550"/>
                    </a:lnTo>
                    <a:cubicBezTo>
                      <a:pt x="464560" y="231218"/>
                      <a:pt x="425315" y="268343"/>
                      <a:pt x="377586" y="268343"/>
                    </a:cubicBezTo>
                    <a:cubicBezTo>
                      <a:pt x="374403" y="268343"/>
                      <a:pt x="371221" y="268343"/>
                      <a:pt x="368038" y="267278"/>
                    </a:cubicBezTo>
                    <a:lnTo>
                      <a:pt x="368038" y="395615"/>
                    </a:lnTo>
                    <a:cubicBezTo>
                      <a:pt x="368038" y="408346"/>
                      <a:pt x="354255" y="418953"/>
                      <a:pt x="325616" y="425312"/>
                    </a:cubicBezTo>
                    <a:cubicBezTo>
                      <a:pt x="302278" y="430619"/>
                      <a:pt x="271522" y="433802"/>
                      <a:pt x="238642" y="433802"/>
                    </a:cubicBezTo>
                    <a:cubicBezTo>
                      <a:pt x="205763" y="433802"/>
                      <a:pt x="175007" y="430619"/>
                      <a:pt x="151668" y="425312"/>
                    </a:cubicBezTo>
                    <a:cubicBezTo>
                      <a:pt x="123037" y="418953"/>
                      <a:pt x="109247" y="408346"/>
                      <a:pt x="109247" y="395615"/>
                    </a:cubicBezTo>
                    <a:lnTo>
                      <a:pt x="109247" y="236522"/>
                    </a:lnTo>
                    <a:lnTo>
                      <a:pt x="11666" y="236522"/>
                    </a:lnTo>
                    <a:lnTo>
                      <a:pt x="12725" y="225915"/>
                    </a:lnTo>
                    <a:cubicBezTo>
                      <a:pt x="15907" y="188793"/>
                      <a:pt x="37121" y="155913"/>
                      <a:pt x="70001" y="138943"/>
                    </a:cubicBezTo>
                    <a:cubicBezTo>
                      <a:pt x="78484" y="135761"/>
                      <a:pt x="84850" y="127276"/>
                      <a:pt x="86974" y="117730"/>
                    </a:cubicBezTo>
                    <a:cubicBezTo>
                      <a:pt x="92274" y="92275"/>
                      <a:pt x="109247" y="70002"/>
                      <a:pt x="133637" y="59396"/>
                    </a:cubicBezTo>
                    <a:cubicBezTo>
                      <a:pt x="144244" y="55153"/>
                      <a:pt x="154851" y="53031"/>
                      <a:pt x="166517" y="53031"/>
                    </a:cubicBezTo>
                    <a:cubicBezTo>
                      <a:pt x="168641" y="53031"/>
                      <a:pt x="171824" y="53031"/>
                      <a:pt x="173941" y="53031"/>
                    </a:cubicBezTo>
                    <a:cubicBezTo>
                      <a:pt x="175007" y="53031"/>
                      <a:pt x="176065" y="53031"/>
                      <a:pt x="177124" y="53031"/>
                    </a:cubicBezTo>
                    <a:cubicBezTo>
                      <a:pt x="185614" y="53031"/>
                      <a:pt x="194097" y="49850"/>
                      <a:pt x="200462" y="43486"/>
                    </a:cubicBezTo>
                    <a:cubicBezTo>
                      <a:pt x="218493" y="23334"/>
                      <a:pt x="243949" y="12727"/>
                      <a:pt x="270463" y="11666"/>
                    </a:cubicBezTo>
                    <a:lnTo>
                      <a:pt x="270463" y="21212"/>
                    </a:lnTo>
                    <a:lnTo>
                      <a:pt x="270463" y="11666"/>
                    </a:lnTo>
                    <a:cubicBezTo>
                      <a:pt x="270463" y="10606"/>
                      <a:pt x="271522" y="10606"/>
                      <a:pt x="272581" y="10606"/>
                    </a:cubicBezTo>
                    <a:close/>
                    <a:moveTo>
                      <a:pt x="280005" y="0"/>
                    </a:moveTo>
                    <a:lnTo>
                      <a:pt x="269398" y="0"/>
                    </a:lnTo>
                    <a:lnTo>
                      <a:pt x="258798" y="0"/>
                    </a:lnTo>
                    <a:lnTo>
                      <a:pt x="258798" y="1061"/>
                    </a:lnTo>
                    <a:cubicBezTo>
                      <a:pt x="233342" y="4242"/>
                      <a:pt x="208945" y="15909"/>
                      <a:pt x="190914" y="35001"/>
                    </a:cubicBezTo>
                    <a:cubicBezTo>
                      <a:pt x="187731" y="40304"/>
                      <a:pt x="182431" y="42425"/>
                      <a:pt x="176065" y="42425"/>
                    </a:cubicBezTo>
                    <a:cubicBezTo>
                      <a:pt x="175007" y="42425"/>
                      <a:pt x="175007" y="42425"/>
                      <a:pt x="173941" y="42425"/>
                    </a:cubicBezTo>
                    <a:cubicBezTo>
                      <a:pt x="170765" y="42425"/>
                      <a:pt x="168641" y="42425"/>
                      <a:pt x="165458" y="42425"/>
                    </a:cubicBezTo>
                    <a:cubicBezTo>
                      <a:pt x="152734" y="42425"/>
                      <a:pt x="140003" y="45607"/>
                      <a:pt x="128337" y="49850"/>
                    </a:cubicBezTo>
                    <a:cubicBezTo>
                      <a:pt x="100757" y="61516"/>
                      <a:pt x="81667" y="85911"/>
                      <a:pt x="75308" y="115609"/>
                    </a:cubicBezTo>
                    <a:cubicBezTo>
                      <a:pt x="74243" y="121973"/>
                      <a:pt x="70001" y="128337"/>
                      <a:pt x="63636" y="131518"/>
                    </a:cubicBezTo>
                    <a:cubicBezTo>
                      <a:pt x="27580" y="150610"/>
                      <a:pt x="4242" y="186672"/>
                      <a:pt x="1059" y="226976"/>
                    </a:cubicBezTo>
                    <a:lnTo>
                      <a:pt x="0" y="237582"/>
                    </a:lnTo>
                    <a:lnTo>
                      <a:pt x="0" y="248188"/>
                    </a:lnTo>
                    <a:lnTo>
                      <a:pt x="11666" y="248188"/>
                    </a:lnTo>
                    <a:lnTo>
                      <a:pt x="98640" y="248188"/>
                    </a:lnTo>
                    <a:lnTo>
                      <a:pt x="98640" y="396680"/>
                    </a:lnTo>
                    <a:cubicBezTo>
                      <a:pt x="98640" y="424253"/>
                      <a:pt x="136820" y="433802"/>
                      <a:pt x="149551" y="436984"/>
                    </a:cubicBezTo>
                    <a:cubicBezTo>
                      <a:pt x="173941" y="442285"/>
                      <a:pt x="205763" y="445467"/>
                      <a:pt x="238642" y="445467"/>
                    </a:cubicBezTo>
                    <a:cubicBezTo>
                      <a:pt x="272581" y="445467"/>
                      <a:pt x="303343" y="442285"/>
                      <a:pt x="327734" y="436984"/>
                    </a:cubicBezTo>
                    <a:cubicBezTo>
                      <a:pt x="340465" y="433802"/>
                      <a:pt x="378645" y="425312"/>
                      <a:pt x="378645" y="396680"/>
                    </a:cubicBezTo>
                    <a:lnTo>
                      <a:pt x="378645" y="280009"/>
                    </a:lnTo>
                    <a:cubicBezTo>
                      <a:pt x="423191" y="280009"/>
                      <a:pt x="462436" y="249249"/>
                      <a:pt x="474102" y="206824"/>
                    </a:cubicBezTo>
                    <a:lnTo>
                      <a:pt x="477285" y="210005"/>
                    </a:lnTo>
                    <a:lnTo>
                      <a:pt x="484709" y="217430"/>
                    </a:lnTo>
                    <a:lnTo>
                      <a:pt x="492133" y="210005"/>
                    </a:lnTo>
                    <a:lnTo>
                      <a:pt x="505923" y="196217"/>
                    </a:lnTo>
                    <a:lnTo>
                      <a:pt x="513347" y="188793"/>
                    </a:lnTo>
                    <a:lnTo>
                      <a:pt x="505923" y="181368"/>
                    </a:lnTo>
                    <a:lnTo>
                      <a:pt x="466678" y="142125"/>
                    </a:lnTo>
                    <a:lnTo>
                      <a:pt x="463495" y="128337"/>
                    </a:lnTo>
                    <a:lnTo>
                      <a:pt x="463495" y="126215"/>
                    </a:lnTo>
                    <a:lnTo>
                      <a:pt x="462436" y="125155"/>
                    </a:lnTo>
                    <a:cubicBezTo>
                      <a:pt x="445464" y="97578"/>
                      <a:pt x="415766" y="79548"/>
                      <a:pt x="382887" y="77426"/>
                    </a:cubicBezTo>
                    <a:cubicBezTo>
                      <a:pt x="380769" y="74244"/>
                      <a:pt x="377586" y="70002"/>
                      <a:pt x="376528" y="67881"/>
                    </a:cubicBezTo>
                    <a:lnTo>
                      <a:pt x="376528" y="66820"/>
                    </a:lnTo>
                    <a:lnTo>
                      <a:pt x="375462" y="65759"/>
                    </a:lnTo>
                    <a:cubicBezTo>
                      <a:pt x="374403" y="65759"/>
                      <a:pt x="372286" y="63638"/>
                      <a:pt x="371221" y="61516"/>
                    </a:cubicBezTo>
                    <a:cubicBezTo>
                      <a:pt x="354255" y="25455"/>
                      <a:pt x="319251" y="3181"/>
                      <a:pt x="2800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58">
                <a:extLst>
                  <a:ext uri="{FF2B5EF4-FFF2-40B4-BE49-F238E27FC236}">
                    <a16:creationId xmlns:a16="http://schemas.microsoft.com/office/drawing/2014/main" id="{62CABDBA-714E-E1B1-4A47-199A53E67CC3}"/>
                  </a:ext>
                </a:extLst>
              </p:cNvPr>
              <p:cNvSpPr/>
              <p:nvPr/>
            </p:nvSpPr>
            <p:spPr>
              <a:xfrm>
                <a:off x="2809408" y="801239"/>
                <a:ext cx="487891" cy="424254"/>
              </a:xfrm>
              <a:custGeom>
                <a:avLst/>
                <a:gdLst>
                  <a:gd name="connsiteX0" fmla="*/ 21214 w 487891"/>
                  <a:gd name="connsiteY0" fmla="*/ 206824 h 424254"/>
                  <a:gd name="connsiteX1" fmla="*/ 82732 w 487891"/>
                  <a:gd name="connsiteY1" fmla="*/ 206824 h 424254"/>
                  <a:gd name="connsiteX2" fmla="*/ 82732 w 487891"/>
                  <a:gd name="connsiteY2" fmla="*/ 225915 h 424254"/>
                  <a:gd name="connsiteX3" fmla="*/ 0 w 487891"/>
                  <a:gd name="connsiteY3" fmla="*/ 225915 h 424254"/>
                  <a:gd name="connsiteX4" fmla="*/ 1059 w 487891"/>
                  <a:gd name="connsiteY4" fmla="*/ 215309 h 424254"/>
                  <a:gd name="connsiteX5" fmla="*/ 58336 w 487891"/>
                  <a:gd name="connsiteY5" fmla="*/ 128337 h 424254"/>
                  <a:gd name="connsiteX6" fmla="*/ 75308 w 487891"/>
                  <a:gd name="connsiteY6" fmla="*/ 106064 h 424254"/>
                  <a:gd name="connsiteX7" fmla="*/ 121971 w 487891"/>
                  <a:gd name="connsiteY7" fmla="*/ 47729 h 424254"/>
                  <a:gd name="connsiteX8" fmla="*/ 161217 w 487891"/>
                  <a:gd name="connsiteY8" fmla="*/ 41365 h 424254"/>
                  <a:gd name="connsiteX9" fmla="*/ 187731 w 487891"/>
                  <a:gd name="connsiteY9" fmla="*/ 31819 h 424254"/>
                  <a:gd name="connsiteX10" fmla="*/ 257733 w 487891"/>
                  <a:gd name="connsiteY10" fmla="*/ 0 h 424254"/>
                  <a:gd name="connsiteX11" fmla="*/ 259856 w 487891"/>
                  <a:gd name="connsiteY11" fmla="*/ 0 h 424254"/>
                  <a:gd name="connsiteX12" fmla="*/ 348948 w 487891"/>
                  <a:gd name="connsiteY12" fmla="*/ 55153 h 424254"/>
                  <a:gd name="connsiteX13" fmla="*/ 355313 w 487891"/>
                  <a:gd name="connsiteY13" fmla="*/ 63638 h 424254"/>
                  <a:gd name="connsiteX14" fmla="*/ 334099 w 487891"/>
                  <a:gd name="connsiteY14" fmla="*/ 67881 h 424254"/>
                  <a:gd name="connsiteX15" fmla="*/ 331982 w 487891"/>
                  <a:gd name="connsiteY15" fmla="*/ 63638 h 424254"/>
                  <a:gd name="connsiteX16" fmla="*/ 259856 w 487891"/>
                  <a:gd name="connsiteY16" fmla="*/ 19091 h 424254"/>
                  <a:gd name="connsiteX17" fmla="*/ 257733 w 487891"/>
                  <a:gd name="connsiteY17" fmla="*/ 19091 h 424254"/>
                  <a:gd name="connsiteX18" fmla="*/ 200462 w 487891"/>
                  <a:gd name="connsiteY18" fmla="*/ 44547 h 424254"/>
                  <a:gd name="connsiteX19" fmla="*/ 158034 w 487891"/>
                  <a:gd name="connsiteY19" fmla="*/ 60456 h 424254"/>
                  <a:gd name="connsiteX20" fmla="*/ 127278 w 487891"/>
                  <a:gd name="connsiteY20" fmla="*/ 65760 h 424254"/>
                  <a:gd name="connsiteX21" fmla="*/ 92274 w 487891"/>
                  <a:gd name="connsiteY21" fmla="*/ 110306 h 424254"/>
                  <a:gd name="connsiteX22" fmla="*/ 64701 w 487891"/>
                  <a:gd name="connsiteY22" fmla="*/ 146368 h 424254"/>
                  <a:gd name="connsiteX23" fmla="*/ 21214 w 487891"/>
                  <a:gd name="connsiteY23" fmla="*/ 206824 h 424254"/>
                  <a:gd name="connsiteX24" fmla="*/ 356372 w 487891"/>
                  <a:gd name="connsiteY24" fmla="*/ 115610 h 424254"/>
                  <a:gd name="connsiteX25" fmla="*/ 375462 w 487891"/>
                  <a:gd name="connsiteY25" fmla="*/ 115610 h 424254"/>
                  <a:gd name="connsiteX26" fmla="*/ 401983 w 487891"/>
                  <a:gd name="connsiteY26" fmla="*/ 210006 h 424254"/>
                  <a:gd name="connsiteX27" fmla="*/ 380769 w 487891"/>
                  <a:gd name="connsiteY27" fmla="*/ 210006 h 424254"/>
                  <a:gd name="connsiteX28" fmla="*/ 377586 w 487891"/>
                  <a:gd name="connsiteY28" fmla="*/ 189854 h 424254"/>
                  <a:gd name="connsiteX29" fmla="*/ 354255 w 487891"/>
                  <a:gd name="connsiteY29" fmla="*/ 189854 h 424254"/>
                  <a:gd name="connsiteX30" fmla="*/ 348948 w 487891"/>
                  <a:gd name="connsiteY30" fmla="*/ 210006 h 424254"/>
                  <a:gd name="connsiteX31" fmla="*/ 328799 w 487891"/>
                  <a:gd name="connsiteY31" fmla="*/ 210006 h 424254"/>
                  <a:gd name="connsiteX32" fmla="*/ 356372 w 487891"/>
                  <a:gd name="connsiteY32" fmla="*/ 115610 h 424254"/>
                  <a:gd name="connsiteX33" fmla="*/ 357431 w 487891"/>
                  <a:gd name="connsiteY33" fmla="*/ 173945 h 424254"/>
                  <a:gd name="connsiteX34" fmla="*/ 373345 w 487891"/>
                  <a:gd name="connsiteY34" fmla="*/ 173945 h 424254"/>
                  <a:gd name="connsiteX35" fmla="*/ 364855 w 487891"/>
                  <a:gd name="connsiteY35" fmla="*/ 138943 h 424254"/>
                  <a:gd name="connsiteX36" fmla="*/ 357431 w 487891"/>
                  <a:gd name="connsiteY36" fmla="*/ 173945 h 424254"/>
                  <a:gd name="connsiteX37" fmla="*/ 275764 w 487891"/>
                  <a:gd name="connsiteY37" fmla="*/ 161217 h 424254"/>
                  <a:gd name="connsiteX38" fmla="*/ 257733 w 487891"/>
                  <a:gd name="connsiteY38" fmla="*/ 143186 h 424254"/>
                  <a:gd name="connsiteX39" fmla="*/ 243949 w 487891"/>
                  <a:gd name="connsiteY39" fmla="*/ 156974 h 424254"/>
                  <a:gd name="connsiteX40" fmla="*/ 285312 w 487891"/>
                  <a:gd name="connsiteY40" fmla="*/ 198339 h 424254"/>
                  <a:gd name="connsiteX41" fmla="*/ 326675 w 487891"/>
                  <a:gd name="connsiteY41" fmla="*/ 156974 h 424254"/>
                  <a:gd name="connsiteX42" fmla="*/ 312885 w 487891"/>
                  <a:gd name="connsiteY42" fmla="*/ 143186 h 424254"/>
                  <a:gd name="connsiteX43" fmla="*/ 295919 w 487891"/>
                  <a:gd name="connsiteY43" fmla="*/ 160156 h 424254"/>
                  <a:gd name="connsiteX44" fmla="*/ 365920 w 487891"/>
                  <a:gd name="connsiteY44" fmla="*/ 96518 h 424254"/>
                  <a:gd name="connsiteX45" fmla="*/ 428498 w 487891"/>
                  <a:gd name="connsiteY45" fmla="*/ 133640 h 424254"/>
                  <a:gd name="connsiteX46" fmla="*/ 442287 w 487891"/>
                  <a:gd name="connsiteY46" fmla="*/ 119852 h 424254"/>
                  <a:gd name="connsiteX47" fmla="*/ 365920 w 487891"/>
                  <a:gd name="connsiteY47" fmla="*/ 77427 h 424254"/>
                  <a:gd name="connsiteX48" fmla="*/ 275764 w 487891"/>
                  <a:gd name="connsiteY48" fmla="*/ 161217 h 424254"/>
                  <a:gd name="connsiteX49" fmla="*/ 487892 w 487891"/>
                  <a:gd name="connsiteY49" fmla="*/ 177126 h 424254"/>
                  <a:gd name="connsiteX50" fmla="*/ 446529 w 487891"/>
                  <a:gd name="connsiteY50" fmla="*/ 136822 h 424254"/>
                  <a:gd name="connsiteX51" fmla="*/ 405160 w 487891"/>
                  <a:gd name="connsiteY51" fmla="*/ 178187 h 424254"/>
                  <a:gd name="connsiteX52" fmla="*/ 418949 w 487891"/>
                  <a:gd name="connsiteY52" fmla="*/ 191975 h 424254"/>
                  <a:gd name="connsiteX53" fmla="*/ 435922 w 487891"/>
                  <a:gd name="connsiteY53" fmla="*/ 175005 h 424254"/>
                  <a:gd name="connsiteX54" fmla="*/ 365920 w 487891"/>
                  <a:gd name="connsiteY54" fmla="*/ 238643 h 424254"/>
                  <a:gd name="connsiteX55" fmla="*/ 303343 w 487891"/>
                  <a:gd name="connsiteY55" fmla="*/ 201521 h 424254"/>
                  <a:gd name="connsiteX56" fmla="*/ 289554 w 487891"/>
                  <a:gd name="connsiteY56" fmla="*/ 215309 h 424254"/>
                  <a:gd name="connsiteX57" fmla="*/ 365920 w 487891"/>
                  <a:gd name="connsiteY57" fmla="*/ 257738 h 424254"/>
                  <a:gd name="connsiteX58" fmla="*/ 456071 w 487891"/>
                  <a:gd name="connsiteY58" fmla="*/ 173945 h 424254"/>
                  <a:gd name="connsiteX59" fmla="*/ 474102 w 487891"/>
                  <a:gd name="connsiteY59" fmla="*/ 191975 h 424254"/>
                  <a:gd name="connsiteX60" fmla="*/ 487892 w 487891"/>
                  <a:gd name="connsiteY60" fmla="*/ 177126 h 424254"/>
                  <a:gd name="connsiteX61" fmla="*/ 336223 w 487891"/>
                  <a:gd name="connsiteY61" fmla="*/ 270462 h 424254"/>
                  <a:gd name="connsiteX62" fmla="*/ 355313 w 487891"/>
                  <a:gd name="connsiteY62" fmla="*/ 274704 h 424254"/>
                  <a:gd name="connsiteX63" fmla="*/ 355313 w 487891"/>
                  <a:gd name="connsiteY63" fmla="*/ 386074 h 424254"/>
                  <a:gd name="connsiteX64" fmla="*/ 312885 w 487891"/>
                  <a:gd name="connsiteY64" fmla="*/ 415772 h 424254"/>
                  <a:gd name="connsiteX65" fmla="*/ 225918 w 487891"/>
                  <a:gd name="connsiteY65" fmla="*/ 424255 h 424254"/>
                  <a:gd name="connsiteX66" fmla="*/ 138944 w 487891"/>
                  <a:gd name="connsiteY66" fmla="*/ 415772 h 424254"/>
                  <a:gd name="connsiteX67" fmla="*/ 96516 w 487891"/>
                  <a:gd name="connsiteY67" fmla="*/ 386074 h 424254"/>
                  <a:gd name="connsiteX68" fmla="*/ 96516 w 487891"/>
                  <a:gd name="connsiteY68" fmla="*/ 177126 h 424254"/>
                  <a:gd name="connsiteX69" fmla="*/ 138944 w 487891"/>
                  <a:gd name="connsiteY69" fmla="*/ 148489 h 424254"/>
                  <a:gd name="connsiteX70" fmla="*/ 225918 w 487891"/>
                  <a:gd name="connsiteY70" fmla="*/ 141065 h 424254"/>
                  <a:gd name="connsiteX71" fmla="*/ 231218 w 487891"/>
                  <a:gd name="connsiteY71" fmla="*/ 141065 h 424254"/>
                  <a:gd name="connsiteX72" fmla="*/ 231218 w 487891"/>
                  <a:gd name="connsiteY72" fmla="*/ 160156 h 424254"/>
                  <a:gd name="connsiteX73" fmla="*/ 225918 w 487891"/>
                  <a:gd name="connsiteY73" fmla="*/ 160156 h 424254"/>
                  <a:gd name="connsiteX74" fmla="*/ 116671 w 487891"/>
                  <a:gd name="connsiteY74" fmla="*/ 178187 h 424254"/>
                  <a:gd name="connsiteX75" fmla="*/ 116671 w 487891"/>
                  <a:gd name="connsiteY75" fmla="*/ 179247 h 424254"/>
                  <a:gd name="connsiteX76" fmla="*/ 225918 w 487891"/>
                  <a:gd name="connsiteY76" fmla="*/ 198339 h 424254"/>
                  <a:gd name="connsiteX77" fmla="*/ 263039 w 487891"/>
                  <a:gd name="connsiteY77" fmla="*/ 197278 h 424254"/>
                  <a:gd name="connsiteX78" fmla="*/ 270464 w 487891"/>
                  <a:gd name="connsiteY78" fmla="*/ 216369 h 424254"/>
                  <a:gd name="connsiteX79" fmla="*/ 225918 w 487891"/>
                  <a:gd name="connsiteY79" fmla="*/ 218491 h 424254"/>
                  <a:gd name="connsiteX80" fmla="*/ 138944 w 487891"/>
                  <a:gd name="connsiteY80" fmla="*/ 210006 h 424254"/>
                  <a:gd name="connsiteX81" fmla="*/ 115612 w 487891"/>
                  <a:gd name="connsiteY81" fmla="*/ 202582 h 424254"/>
                  <a:gd name="connsiteX82" fmla="*/ 115612 w 487891"/>
                  <a:gd name="connsiteY82" fmla="*/ 248189 h 424254"/>
                  <a:gd name="connsiteX83" fmla="*/ 224853 w 487891"/>
                  <a:gd name="connsiteY83" fmla="*/ 267279 h 424254"/>
                  <a:gd name="connsiteX84" fmla="*/ 308644 w 487891"/>
                  <a:gd name="connsiteY84" fmla="*/ 258796 h 424254"/>
                  <a:gd name="connsiteX85" fmla="*/ 336223 w 487891"/>
                  <a:gd name="connsiteY85" fmla="*/ 270462 h 424254"/>
                  <a:gd name="connsiteX86" fmla="*/ 312885 w 487891"/>
                  <a:gd name="connsiteY86" fmla="*/ 277886 h 424254"/>
                  <a:gd name="connsiteX87" fmla="*/ 225918 w 487891"/>
                  <a:gd name="connsiteY87" fmla="*/ 286370 h 424254"/>
                  <a:gd name="connsiteX88" fmla="*/ 138944 w 487891"/>
                  <a:gd name="connsiteY88" fmla="*/ 277886 h 424254"/>
                  <a:gd name="connsiteX89" fmla="*/ 115612 w 487891"/>
                  <a:gd name="connsiteY89" fmla="*/ 270462 h 424254"/>
                  <a:gd name="connsiteX90" fmla="*/ 115612 w 487891"/>
                  <a:gd name="connsiteY90" fmla="*/ 316067 h 424254"/>
                  <a:gd name="connsiteX91" fmla="*/ 224853 w 487891"/>
                  <a:gd name="connsiteY91" fmla="*/ 335163 h 424254"/>
                  <a:gd name="connsiteX92" fmla="*/ 334099 w 487891"/>
                  <a:gd name="connsiteY92" fmla="*/ 316067 h 424254"/>
                  <a:gd name="connsiteX93" fmla="*/ 336223 w 487891"/>
                  <a:gd name="connsiteY93" fmla="*/ 270462 h 424254"/>
                  <a:gd name="connsiteX94" fmla="*/ 336223 w 487891"/>
                  <a:gd name="connsiteY94" fmla="*/ 339405 h 424254"/>
                  <a:gd name="connsiteX95" fmla="*/ 312885 w 487891"/>
                  <a:gd name="connsiteY95" fmla="*/ 346829 h 424254"/>
                  <a:gd name="connsiteX96" fmla="*/ 225918 w 487891"/>
                  <a:gd name="connsiteY96" fmla="*/ 355312 h 424254"/>
                  <a:gd name="connsiteX97" fmla="*/ 138944 w 487891"/>
                  <a:gd name="connsiteY97" fmla="*/ 346829 h 424254"/>
                  <a:gd name="connsiteX98" fmla="*/ 115612 w 487891"/>
                  <a:gd name="connsiteY98" fmla="*/ 339405 h 424254"/>
                  <a:gd name="connsiteX99" fmla="*/ 115612 w 487891"/>
                  <a:gd name="connsiteY99" fmla="*/ 385009 h 424254"/>
                  <a:gd name="connsiteX100" fmla="*/ 224853 w 487891"/>
                  <a:gd name="connsiteY100" fmla="*/ 404099 h 424254"/>
                  <a:gd name="connsiteX101" fmla="*/ 334099 w 487891"/>
                  <a:gd name="connsiteY101" fmla="*/ 385009 h 424254"/>
                  <a:gd name="connsiteX102" fmla="*/ 336223 w 487891"/>
                  <a:gd name="connsiteY102" fmla="*/ 339405 h 424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487891" h="424254">
                    <a:moveTo>
                      <a:pt x="21214" y="206824"/>
                    </a:moveTo>
                    <a:lnTo>
                      <a:pt x="82732" y="206824"/>
                    </a:lnTo>
                    <a:lnTo>
                      <a:pt x="82732" y="225915"/>
                    </a:lnTo>
                    <a:lnTo>
                      <a:pt x="0" y="225915"/>
                    </a:lnTo>
                    <a:lnTo>
                      <a:pt x="1059" y="215309"/>
                    </a:lnTo>
                    <a:cubicBezTo>
                      <a:pt x="4242" y="178187"/>
                      <a:pt x="25456" y="145307"/>
                      <a:pt x="58336" y="128337"/>
                    </a:cubicBezTo>
                    <a:cubicBezTo>
                      <a:pt x="66819" y="124095"/>
                      <a:pt x="73184" y="115610"/>
                      <a:pt x="75308" y="106064"/>
                    </a:cubicBezTo>
                    <a:cubicBezTo>
                      <a:pt x="80608" y="80608"/>
                      <a:pt x="97581" y="58335"/>
                      <a:pt x="121971" y="47729"/>
                    </a:cubicBezTo>
                    <a:cubicBezTo>
                      <a:pt x="133637" y="41365"/>
                      <a:pt x="147427" y="39244"/>
                      <a:pt x="161217" y="41365"/>
                    </a:cubicBezTo>
                    <a:cubicBezTo>
                      <a:pt x="171824" y="42426"/>
                      <a:pt x="181366" y="39244"/>
                      <a:pt x="187731" y="31819"/>
                    </a:cubicBezTo>
                    <a:cubicBezTo>
                      <a:pt x="205763" y="11667"/>
                      <a:pt x="231218" y="1061"/>
                      <a:pt x="257733" y="0"/>
                    </a:cubicBezTo>
                    <a:cubicBezTo>
                      <a:pt x="258798" y="0"/>
                      <a:pt x="259856" y="0"/>
                      <a:pt x="259856" y="0"/>
                    </a:cubicBezTo>
                    <a:cubicBezTo>
                      <a:pt x="298037" y="0"/>
                      <a:pt x="331982" y="21213"/>
                      <a:pt x="348948" y="55153"/>
                    </a:cubicBezTo>
                    <a:cubicBezTo>
                      <a:pt x="351072" y="58335"/>
                      <a:pt x="352131" y="61517"/>
                      <a:pt x="355313" y="63638"/>
                    </a:cubicBezTo>
                    <a:cubicBezTo>
                      <a:pt x="347889" y="64699"/>
                      <a:pt x="340465" y="65760"/>
                      <a:pt x="334099" y="67881"/>
                    </a:cubicBezTo>
                    <a:cubicBezTo>
                      <a:pt x="333041" y="66821"/>
                      <a:pt x="333041" y="65760"/>
                      <a:pt x="331982" y="63638"/>
                    </a:cubicBezTo>
                    <a:cubicBezTo>
                      <a:pt x="318192" y="36062"/>
                      <a:pt x="290612" y="19091"/>
                      <a:pt x="259856" y="19091"/>
                    </a:cubicBezTo>
                    <a:cubicBezTo>
                      <a:pt x="258798" y="19091"/>
                      <a:pt x="258798" y="19091"/>
                      <a:pt x="257733" y="19091"/>
                    </a:cubicBezTo>
                    <a:cubicBezTo>
                      <a:pt x="236518" y="19091"/>
                      <a:pt x="215311" y="28637"/>
                      <a:pt x="200462" y="44547"/>
                    </a:cubicBezTo>
                    <a:cubicBezTo>
                      <a:pt x="189855" y="56214"/>
                      <a:pt x="173941" y="62578"/>
                      <a:pt x="158034" y="60456"/>
                    </a:cubicBezTo>
                    <a:cubicBezTo>
                      <a:pt x="147427" y="59396"/>
                      <a:pt x="137885" y="61517"/>
                      <a:pt x="127278" y="65760"/>
                    </a:cubicBezTo>
                    <a:cubicBezTo>
                      <a:pt x="109247" y="74245"/>
                      <a:pt x="95457" y="90154"/>
                      <a:pt x="92274" y="110306"/>
                    </a:cubicBezTo>
                    <a:cubicBezTo>
                      <a:pt x="89091" y="126216"/>
                      <a:pt x="79550" y="138943"/>
                      <a:pt x="64701" y="146368"/>
                    </a:cubicBezTo>
                    <a:cubicBezTo>
                      <a:pt x="42428" y="158035"/>
                      <a:pt x="26515" y="180308"/>
                      <a:pt x="21214" y="206824"/>
                    </a:cubicBezTo>
                    <a:close/>
                    <a:moveTo>
                      <a:pt x="356372" y="115610"/>
                    </a:moveTo>
                    <a:lnTo>
                      <a:pt x="375462" y="115610"/>
                    </a:lnTo>
                    <a:lnTo>
                      <a:pt x="401983" y="210006"/>
                    </a:lnTo>
                    <a:lnTo>
                      <a:pt x="380769" y="210006"/>
                    </a:lnTo>
                    <a:lnTo>
                      <a:pt x="377586" y="189854"/>
                    </a:lnTo>
                    <a:lnTo>
                      <a:pt x="354255" y="189854"/>
                    </a:lnTo>
                    <a:lnTo>
                      <a:pt x="348948" y="210006"/>
                    </a:lnTo>
                    <a:lnTo>
                      <a:pt x="328799" y="210006"/>
                    </a:lnTo>
                    <a:lnTo>
                      <a:pt x="356372" y="115610"/>
                    </a:lnTo>
                    <a:close/>
                    <a:moveTo>
                      <a:pt x="357431" y="173945"/>
                    </a:moveTo>
                    <a:lnTo>
                      <a:pt x="373345" y="173945"/>
                    </a:lnTo>
                    <a:lnTo>
                      <a:pt x="364855" y="138943"/>
                    </a:lnTo>
                    <a:lnTo>
                      <a:pt x="357431" y="173945"/>
                    </a:lnTo>
                    <a:close/>
                    <a:moveTo>
                      <a:pt x="275764" y="161217"/>
                    </a:moveTo>
                    <a:lnTo>
                      <a:pt x="257733" y="143186"/>
                    </a:lnTo>
                    <a:lnTo>
                      <a:pt x="243949" y="156974"/>
                    </a:lnTo>
                    <a:lnTo>
                      <a:pt x="285312" y="198339"/>
                    </a:lnTo>
                    <a:lnTo>
                      <a:pt x="326675" y="156974"/>
                    </a:lnTo>
                    <a:lnTo>
                      <a:pt x="312885" y="143186"/>
                    </a:lnTo>
                    <a:lnTo>
                      <a:pt x="295919" y="160156"/>
                    </a:lnTo>
                    <a:cubicBezTo>
                      <a:pt x="299102" y="124095"/>
                      <a:pt x="329858" y="96518"/>
                      <a:pt x="365920" y="96518"/>
                    </a:cubicBezTo>
                    <a:cubicBezTo>
                      <a:pt x="392435" y="96518"/>
                      <a:pt x="415766" y="111367"/>
                      <a:pt x="428498" y="133640"/>
                    </a:cubicBezTo>
                    <a:lnTo>
                      <a:pt x="442287" y="119852"/>
                    </a:lnTo>
                    <a:cubicBezTo>
                      <a:pt x="426374" y="94397"/>
                      <a:pt x="397735" y="77427"/>
                      <a:pt x="365920" y="77427"/>
                    </a:cubicBezTo>
                    <a:cubicBezTo>
                      <a:pt x="318192" y="77427"/>
                      <a:pt x="278947" y="114549"/>
                      <a:pt x="275764" y="161217"/>
                    </a:cubicBezTo>
                    <a:close/>
                    <a:moveTo>
                      <a:pt x="487892" y="177126"/>
                    </a:moveTo>
                    <a:lnTo>
                      <a:pt x="446529" y="136822"/>
                    </a:lnTo>
                    <a:lnTo>
                      <a:pt x="405160" y="178187"/>
                    </a:lnTo>
                    <a:lnTo>
                      <a:pt x="418949" y="191975"/>
                    </a:lnTo>
                    <a:lnTo>
                      <a:pt x="435922" y="175005"/>
                    </a:lnTo>
                    <a:cubicBezTo>
                      <a:pt x="432739" y="211067"/>
                      <a:pt x="401983" y="238643"/>
                      <a:pt x="365920" y="238643"/>
                    </a:cubicBezTo>
                    <a:cubicBezTo>
                      <a:pt x="339406" y="238643"/>
                      <a:pt x="316068" y="223794"/>
                      <a:pt x="303343" y="201521"/>
                    </a:cubicBezTo>
                    <a:lnTo>
                      <a:pt x="289554" y="215309"/>
                    </a:lnTo>
                    <a:cubicBezTo>
                      <a:pt x="305461" y="240765"/>
                      <a:pt x="334099" y="257738"/>
                      <a:pt x="365920" y="257738"/>
                    </a:cubicBezTo>
                    <a:cubicBezTo>
                      <a:pt x="413649" y="257738"/>
                      <a:pt x="452888" y="220612"/>
                      <a:pt x="456071" y="173945"/>
                    </a:cubicBezTo>
                    <a:lnTo>
                      <a:pt x="474102" y="191975"/>
                    </a:lnTo>
                    <a:lnTo>
                      <a:pt x="487892" y="177126"/>
                    </a:lnTo>
                    <a:close/>
                    <a:moveTo>
                      <a:pt x="336223" y="270462"/>
                    </a:moveTo>
                    <a:cubicBezTo>
                      <a:pt x="342582" y="272586"/>
                      <a:pt x="348948" y="273645"/>
                      <a:pt x="355313" y="274704"/>
                    </a:cubicBezTo>
                    <a:lnTo>
                      <a:pt x="355313" y="386074"/>
                    </a:lnTo>
                    <a:cubicBezTo>
                      <a:pt x="355313" y="398799"/>
                      <a:pt x="341524" y="409406"/>
                      <a:pt x="312885" y="415772"/>
                    </a:cubicBezTo>
                    <a:cubicBezTo>
                      <a:pt x="289554" y="421072"/>
                      <a:pt x="258798" y="424255"/>
                      <a:pt x="225918" y="424255"/>
                    </a:cubicBezTo>
                    <a:cubicBezTo>
                      <a:pt x="193038" y="424255"/>
                      <a:pt x="162276" y="421072"/>
                      <a:pt x="138944" y="415772"/>
                    </a:cubicBezTo>
                    <a:cubicBezTo>
                      <a:pt x="110306" y="409406"/>
                      <a:pt x="96516" y="398799"/>
                      <a:pt x="96516" y="386074"/>
                    </a:cubicBezTo>
                    <a:lnTo>
                      <a:pt x="96516" y="177126"/>
                    </a:lnTo>
                    <a:cubicBezTo>
                      <a:pt x="96516" y="164399"/>
                      <a:pt x="110306" y="154853"/>
                      <a:pt x="138944" y="148489"/>
                    </a:cubicBezTo>
                    <a:cubicBezTo>
                      <a:pt x="161217" y="143186"/>
                      <a:pt x="191973" y="141065"/>
                      <a:pt x="225918" y="141065"/>
                    </a:cubicBezTo>
                    <a:cubicBezTo>
                      <a:pt x="226977" y="141065"/>
                      <a:pt x="229094" y="141065"/>
                      <a:pt x="231218" y="141065"/>
                    </a:cubicBezTo>
                    <a:lnTo>
                      <a:pt x="231218" y="160156"/>
                    </a:lnTo>
                    <a:cubicBezTo>
                      <a:pt x="230159" y="160156"/>
                      <a:pt x="228035" y="160156"/>
                      <a:pt x="225918" y="160156"/>
                    </a:cubicBezTo>
                    <a:cubicBezTo>
                      <a:pt x="155916" y="160156"/>
                      <a:pt x="120913" y="171823"/>
                      <a:pt x="116671" y="178187"/>
                    </a:cubicBezTo>
                    <a:lnTo>
                      <a:pt x="116671" y="179247"/>
                    </a:lnTo>
                    <a:cubicBezTo>
                      <a:pt x="120913" y="186672"/>
                      <a:pt x="161217" y="198339"/>
                      <a:pt x="225918" y="198339"/>
                    </a:cubicBezTo>
                    <a:cubicBezTo>
                      <a:pt x="239701" y="198339"/>
                      <a:pt x="251373" y="198339"/>
                      <a:pt x="263039" y="197278"/>
                    </a:cubicBezTo>
                    <a:cubicBezTo>
                      <a:pt x="265157" y="203642"/>
                      <a:pt x="267281" y="210006"/>
                      <a:pt x="270464" y="216369"/>
                    </a:cubicBezTo>
                    <a:cubicBezTo>
                      <a:pt x="256674" y="217430"/>
                      <a:pt x="241825" y="218491"/>
                      <a:pt x="225918" y="218491"/>
                    </a:cubicBezTo>
                    <a:cubicBezTo>
                      <a:pt x="193038" y="218491"/>
                      <a:pt x="162276" y="215309"/>
                      <a:pt x="138944" y="210006"/>
                    </a:cubicBezTo>
                    <a:cubicBezTo>
                      <a:pt x="129396" y="207885"/>
                      <a:pt x="121971" y="205764"/>
                      <a:pt x="115612" y="202582"/>
                    </a:cubicBezTo>
                    <a:lnTo>
                      <a:pt x="115612" y="248189"/>
                    </a:lnTo>
                    <a:cubicBezTo>
                      <a:pt x="119854" y="255614"/>
                      <a:pt x="160158" y="267279"/>
                      <a:pt x="224853" y="267279"/>
                    </a:cubicBezTo>
                    <a:cubicBezTo>
                      <a:pt x="260915" y="267279"/>
                      <a:pt x="289554" y="263038"/>
                      <a:pt x="308644" y="258796"/>
                    </a:cubicBezTo>
                    <a:cubicBezTo>
                      <a:pt x="318192" y="263038"/>
                      <a:pt x="326675" y="267279"/>
                      <a:pt x="336223" y="270462"/>
                    </a:cubicBezTo>
                    <a:cubicBezTo>
                      <a:pt x="329858" y="273645"/>
                      <a:pt x="322434" y="275763"/>
                      <a:pt x="312885" y="277886"/>
                    </a:cubicBezTo>
                    <a:cubicBezTo>
                      <a:pt x="289554" y="283187"/>
                      <a:pt x="258798" y="286370"/>
                      <a:pt x="225918" y="286370"/>
                    </a:cubicBezTo>
                    <a:cubicBezTo>
                      <a:pt x="193038" y="286370"/>
                      <a:pt x="162276" y="283187"/>
                      <a:pt x="138944" y="277886"/>
                    </a:cubicBezTo>
                    <a:cubicBezTo>
                      <a:pt x="129396" y="275763"/>
                      <a:pt x="121971" y="273645"/>
                      <a:pt x="115612" y="270462"/>
                    </a:cubicBezTo>
                    <a:lnTo>
                      <a:pt x="115612" y="316067"/>
                    </a:lnTo>
                    <a:cubicBezTo>
                      <a:pt x="119854" y="323491"/>
                      <a:pt x="160158" y="335163"/>
                      <a:pt x="224853" y="335163"/>
                    </a:cubicBezTo>
                    <a:cubicBezTo>
                      <a:pt x="289554" y="335163"/>
                      <a:pt x="329858" y="322432"/>
                      <a:pt x="334099" y="316067"/>
                    </a:cubicBezTo>
                    <a:lnTo>
                      <a:pt x="336223" y="270462"/>
                    </a:lnTo>
                    <a:close/>
                    <a:moveTo>
                      <a:pt x="336223" y="339405"/>
                    </a:moveTo>
                    <a:cubicBezTo>
                      <a:pt x="329858" y="342588"/>
                      <a:pt x="322434" y="344705"/>
                      <a:pt x="312885" y="346829"/>
                    </a:cubicBezTo>
                    <a:cubicBezTo>
                      <a:pt x="289554" y="352129"/>
                      <a:pt x="258798" y="355312"/>
                      <a:pt x="225918" y="355312"/>
                    </a:cubicBezTo>
                    <a:cubicBezTo>
                      <a:pt x="193038" y="355312"/>
                      <a:pt x="162276" y="352129"/>
                      <a:pt x="138944" y="346829"/>
                    </a:cubicBezTo>
                    <a:cubicBezTo>
                      <a:pt x="129396" y="344705"/>
                      <a:pt x="121971" y="342588"/>
                      <a:pt x="115612" y="339405"/>
                    </a:cubicBezTo>
                    <a:lnTo>
                      <a:pt x="115612" y="385009"/>
                    </a:lnTo>
                    <a:cubicBezTo>
                      <a:pt x="119854" y="391375"/>
                      <a:pt x="155916" y="404099"/>
                      <a:pt x="224853" y="404099"/>
                    </a:cubicBezTo>
                    <a:cubicBezTo>
                      <a:pt x="293795" y="404099"/>
                      <a:pt x="330917" y="390316"/>
                      <a:pt x="334099" y="385009"/>
                    </a:cubicBezTo>
                    <a:lnTo>
                      <a:pt x="336223" y="339405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2" name="Graphic 2">
              <a:extLst>
                <a:ext uri="{FF2B5EF4-FFF2-40B4-BE49-F238E27FC236}">
                  <a16:creationId xmlns:a16="http://schemas.microsoft.com/office/drawing/2014/main" id="{79D15316-BC46-32D6-490D-A240250BC028}"/>
                </a:ext>
              </a:extLst>
            </p:cNvPr>
            <p:cNvGrpSpPr/>
            <p:nvPr/>
          </p:nvGrpSpPr>
          <p:grpSpPr>
            <a:xfrm>
              <a:off x="2752523" y="1239675"/>
              <a:ext cx="590349" cy="340092"/>
              <a:chOff x="2752523" y="1239675"/>
              <a:chExt cx="590349" cy="340092"/>
            </a:xfrm>
            <a:solidFill>
              <a:srgbClr val="000000"/>
            </a:solidFill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3287A2A-4C55-3377-AD0E-011715C3F1DB}"/>
                  </a:ext>
                </a:extLst>
              </p:cNvPr>
              <p:cNvSpPr txBox="1"/>
              <p:nvPr/>
            </p:nvSpPr>
            <p:spPr>
              <a:xfrm>
                <a:off x="2814991" y="1193955"/>
                <a:ext cx="490888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8" spc="0" baseline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Oracle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FD8E959-991D-3702-8F0D-55D9425C109F}"/>
                  </a:ext>
                </a:extLst>
              </p:cNvPr>
              <p:cNvSpPr txBox="1"/>
              <p:nvPr/>
            </p:nvSpPr>
            <p:spPr>
              <a:xfrm>
                <a:off x="2661083" y="1296625"/>
                <a:ext cx="773229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8" spc="0" baseline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Autonomous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CA14BB-62DE-348B-54F1-1E912E8A9EE6}"/>
                  </a:ext>
                </a:extLst>
              </p:cNvPr>
              <p:cNvSpPr txBox="1"/>
              <p:nvPr/>
            </p:nvSpPr>
            <p:spPr>
              <a:xfrm>
                <a:off x="2746357" y="1399294"/>
                <a:ext cx="619225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8" spc="0" baseline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Database</a:t>
                </a:r>
              </a:p>
            </p:txBody>
          </p:sp>
        </p:grp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95BE9D9-E241-855B-AC33-B75E4E028A44}"/>
              </a:ext>
            </a:extLst>
          </p:cNvPr>
          <p:cNvCxnSpPr>
            <a:cxnSpLocks/>
          </p:cNvCxnSpPr>
          <p:nvPr/>
        </p:nvCxnSpPr>
        <p:spPr>
          <a:xfrm>
            <a:off x="4368477" y="4594315"/>
            <a:ext cx="238205" cy="2930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B17E86D-6573-5E77-1253-B8D4381362B1}"/>
              </a:ext>
            </a:extLst>
          </p:cNvPr>
          <p:cNvCxnSpPr>
            <a:cxnSpLocks/>
          </p:cNvCxnSpPr>
          <p:nvPr/>
        </p:nvCxnSpPr>
        <p:spPr>
          <a:xfrm flipH="1">
            <a:off x="6753487" y="4620453"/>
            <a:ext cx="271996" cy="2781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aphic 3">
            <a:extLst>
              <a:ext uri="{FF2B5EF4-FFF2-40B4-BE49-F238E27FC236}">
                <a16:creationId xmlns:a16="http://schemas.microsoft.com/office/drawing/2014/main" id="{F9B22806-6738-75C7-BA93-2E4C9779BCEA}"/>
              </a:ext>
            </a:extLst>
          </p:cNvPr>
          <p:cNvGrpSpPr/>
          <p:nvPr/>
        </p:nvGrpSpPr>
        <p:grpSpPr>
          <a:xfrm>
            <a:off x="3982645" y="3807748"/>
            <a:ext cx="532597" cy="756006"/>
            <a:chOff x="7467278" y="2312469"/>
            <a:chExt cx="532597" cy="756006"/>
          </a:xfrm>
        </p:grpSpPr>
        <p:grpSp>
          <p:nvGrpSpPr>
            <p:cNvPr id="11" name="Graphic 3">
              <a:extLst>
                <a:ext uri="{FF2B5EF4-FFF2-40B4-BE49-F238E27FC236}">
                  <a16:creationId xmlns:a16="http://schemas.microsoft.com/office/drawing/2014/main" id="{3B3ABC06-4CC4-A9C7-4AF3-F6B7A3E3B873}"/>
                </a:ext>
              </a:extLst>
            </p:cNvPr>
            <p:cNvGrpSpPr/>
            <p:nvPr/>
          </p:nvGrpSpPr>
          <p:grpSpPr>
            <a:xfrm>
              <a:off x="7550143" y="2312469"/>
              <a:ext cx="372174" cy="513347"/>
              <a:chOff x="7550143" y="2312469"/>
              <a:chExt cx="372174" cy="513347"/>
            </a:xfrm>
          </p:grpSpPr>
          <p:sp>
            <p:nvSpPr>
              <p:cNvPr id="33" name="Freeform: Shape 162">
                <a:extLst>
                  <a:ext uri="{FF2B5EF4-FFF2-40B4-BE49-F238E27FC236}">
                    <a16:creationId xmlns:a16="http://schemas.microsoft.com/office/drawing/2014/main" id="{7532D212-2ACE-F52D-83CE-A9BE378AC688}"/>
                  </a:ext>
                </a:extLst>
              </p:cNvPr>
              <p:cNvSpPr/>
              <p:nvPr/>
            </p:nvSpPr>
            <p:spPr>
              <a:xfrm>
                <a:off x="7556138" y="2318848"/>
                <a:ext cx="359999" cy="496521"/>
              </a:xfrm>
              <a:custGeom>
                <a:avLst/>
                <a:gdLst>
                  <a:gd name="connsiteX0" fmla="*/ 32035 w 359999"/>
                  <a:gd name="connsiteY0" fmla="*/ 282898 h 496521"/>
                  <a:gd name="connsiteX1" fmla="*/ 2902 w 359999"/>
                  <a:gd name="connsiteY1" fmla="*/ 148023 h 496521"/>
                  <a:gd name="connsiteX2" fmla="*/ 77594 w 359999"/>
                  <a:gd name="connsiteY2" fmla="*/ 32049 h 496521"/>
                  <a:gd name="connsiteX3" fmla="*/ 212283 w 359999"/>
                  <a:gd name="connsiteY3" fmla="*/ 2912 h 496521"/>
                  <a:gd name="connsiteX4" fmla="*/ 328108 w 359999"/>
                  <a:gd name="connsiteY4" fmla="*/ 77679 h 496521"/>
                  <a:gd name="connsiteX5" fmla="*/ 359999 w 359999"/>
                  <a:gd name="connsiteY5" fmla="*/ 180529 h 496521"/>
                  <a:gd name="connsiteX6" fmla="*/ 328108 w 359999"/>
                  <a:gd name="connsiteY6" fmla="*/ 283379 h 496521"/>
                  <a:gd name="connsiteX7" fmla="*/ 180135 w 359999"/>
                  <a:gd name="connsiteY7" fmla="*/ 496521 h 496521"/>
                  <a:gd name="connsiteX8" fmla="*/ 32035 w 359999"/>
                  <a:gd name="connsiteY8" fmla="*/ 282898 h 496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999" h="496521">
                    <a:moveTo>
                      <a:pt x="32035" y="282898"/>
                    </a:moveTo>
                    <a:cubicBezTo>
                      <a:pt x="4827" y="243583"/>
                      <a:pt x="-5632" y="195067"/>
                      <a:pt x="2902" y="148023"/>
                    </a:cubicBezTo>
                    <a:cubicBezTo>
                      <a:pt x="11500" y="100980"/>
                      <a:pt x="38323" y="59262"/>
                      <a:pt x="77594" y="32049"/>
                    </a:cubicBezTo>
                    <a:cubicBezTo>
                      <a:pt x="116865" y="4835"/>
                      <a:pt x="165313" y="-5646"/>
                      <a:pt x="212283" y="2912"/>
                    </a:cubicBezTo>
                    <a:cubicBezTo>
                      <a:pt x="259319" y="11469"/>
                      <a:pt x="300964" y="38364"/>
                      <a:pt x="328108" y="77679"/>
                    </a:cubicBezTo>
                    <a:cubicBezTo>
                      <a:pt x="348898" y="107956"/>
                      <a:pt x="359999" y="143813"/>
                      <a:pt x="359999" y="180529"/>
                    </a:cubicBezTo>
                    <a:cubicBezTo>
                      <a:pt x="359999" y="217246"/>
                      <a:pt x="348898" y="253102"/>
                      <a:pt x="328108" y="283379"/>
                    </a:cubicBezTo>
                    <a:lnTo>
                      <a:pt x="180135" y="496521"/>
                    </a:lnTo>
                    <a:lnTo>
                      <a:pt x="32035" y="282898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163">
                <a:extLst>
                  <a:ext uri="{FF2B5EF4-FFF2-40B4-BE49-F238E27FC236}">
                    <a16:creationId xmlns:a16="http://schemas.microsoft.com/office/drawing/2014/main" id="{771E8755-F083-1E98-F432-D413A9C63A52}"/>
                  </a:ext>
                </a:extLst>
              </p:cNvPr>
              <p:cNvSpPr/>
              <p:nvPr/>
            </p:nvSpPr>
            <p:spPr>
              <a:xfrm>
                <a:off x="7550143" y="2312469"/>
                <a:ext cx="372174" cy="513347"/>
              </a:xfrm>
              <a:custGeom>
                <a:avLst/>
                <a:gdLst>
                  <a:gd name="connsiteX0" fmla="*/ 185873 w 372174"/>
                  <a:gd name="connsiteY0" fmla="*/ 12008 h 513347"/>
                  <a:gd name="connsiteX1" fmla="*/ 276351 w 372174"/>
                  <a:gd name="connsiteY1" fmla="*/ 36953 h 513347"/>
                  <a:gd name="connsiteX2" fmla="*/ 340712 w 372174"/>
                  <a:gd name="connsiteY2" fmla="*/ 105223 h 513347"/>
                  <a:gd name="connsiteX3" fmla="*/ 360476 w 372174"/>
                  <a:gd name="connsiteY3" fmla="*/ 197036 h 513347"/>
                  <a:gd name="connsiteX4" fmla="*/ 329803 w 372174"/>
                  <a:gd name="connsiteY4" fmla="*/ 285793 h 513347"/>
                  <a:gd name="connsiteX5" fmla="*/ 186130 w 372174"/>
                  <a:gd name="connsiteY5" fmla="*/ 492332 h 513347"/>
                  <a:gd name="connsiteX6" fmla="*/ 42906 w 372174"/>
                  <a:gd name="connsiteY6" fmla="*/ 285793 h 513347"/>
                  <a:gd name="connsiteX7" fmla="*/ 12298 w 372174"/>
                  <a:gd name="connsiteY7" fmla="*/ 197276 h 513347"/>
                  <a:gd name="connsiteX8" fmla="*/ 31805 w 372174"/>
                  <a:gd name="connsiteY8" fmla="*/ 105649 h 513347"/>
                  <a:gd name="connsiteX9" fmla="*/ 95781 w 372174"/>
                  <a:gd name="connsiteY9" fmla="*/ 37327 h 513347"/>
                  <a:gd name="connsiteX10" fmla="*/ 185873 w 372174"/>
                  <a:gd name="connsiteY10" fmla="*/ 12008 h 513347"/>
                  <a:gd name="connsiteX11" fmla="*/ 185873 w 372174"/>
                  <a:gd name="connsiteY11" fmla="*/ 0 h 513347"/>
                  <a:gd name="connsiteX12" fmla="*/ 89620 w 372174"/>
                  <a:gd name="connsiteY12" fmla="*/ 27062 h 513347"/>
                  <a:gd name="connsiteX13" fmla="*/ 21153 w 372174"/>
                  <a:gd name="connsiteY13" fmla="*/ 100089 h 513347"/>
                  <a:gd name="connsiteX14" fmla="*/ 363 w 372174"/>
                  <a:gd name="connsiteY14" fmla="*/ 198028 h 513347"/>
                  <a:gd name="connsiteX15" fmla="*/ 33088 w 372174"/>
                  <a:gd name="connsiteY15" fmla="*/ 292638 h 513347"/>
                  <a:gd name="connsiteX16" fmla="*/ 176312 w 372174"/>
                  <a:gd name="connsiteY16" fmla="*/ 499179 h 513347"/>
                  <a:gd name="connsiteX17" fmla="*/ 186130 w 372174"/>
                  <a:gd name="connsiteY17" fmla="*/ 513347 h 513347"/>
                  <a:gd name="connsiteX18" fmla="*/ 195948 w 372174"/>
                  <a:gd name="connsiteY18" fmla="*/ 499179 h 513347"/>
                  <a:gd name="connsiteX19" fmla="*/ 339043 w 372174"/>
                  <a:gd name="connsiteY19" fmla="*/ 292638 h 513347"/>
                  <a:gd name="connsiteX20" fmla="*/ 371834 w 372174"/>
                  <a:gd name="connsiteY20" fmla="*/ 197938 h 513347"/>
                  <a:gd name="connsiteX21" fmla="*/ 350915 w 372174"/>
                  <a:gd name="connsiteY21" fmla="*/ 99930 h 513347"/>
                  <a:gd name="connsiteX22" fmla="*/ 282318 w 372174"/>
                  <a:gd name="connsiteY22" fmla="*/ 26922 h 513347"/>
                  <a:gd name="connsiteX23" fmla="*/ 185873 w 372174"/>
                  <a:gd name="connsiteY23" fmla="*/ 0 h 513347"/>
                  <a:gd name="connsiteX24" fmla="*/ 185873 w 372174"/>
                  <a:gd name="connsiteY24" fmla="*/ 0 h 5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72174" h="513347">
                    <a:moveTo>
                      <a:pt x="185873" y="12008"/>
                    </a:moveTo>
                    <a:cubicBezTo>
                      <a:pt x="217765" y="11892"/>
                      <a:pt x="249015" y="20519"/>
                      <a:pt x="276351" y="36953"/>
                    </a:cubicBezTo>
                    <a:cubicBezTo>
                      <a:pt x="303623" y="53387"/>
                      <a:pt x="325889" y="76999"/>
                      <a:pt x="340712" y="105223"/>
                    </a:cubicBezTo>
                    <a:cubicBezTo>
                      <a:pt x="355599" y="133446"/>
                      <a:pt x="362400" y="165201"/>
                      <a:pt x="360476" y="197036"/>
                    </a:cubicBezTo>
                    <a:cubicBezTo>
                      <a:pt x="358551" y="228872"/>
                      <a:pt x="347963" y="259570"/>
                      <a:pt x="329803" y="285793"/>
                    </a:cubicBezTo>
                    <a:lnTo>
                      <a:pt x="186130" y="492332"/>
                    </a:lnTo>
                    <a:lnTo>
                      <a:pt x="42906" y="285793"/>
                    </a:lnTo>
                    <a:cubicBezTo>
                      <a:pt x="24875" y="259637"/>
                      <a:pt x="14287" y="229028"/>
                      <a:pt x="12298" y="197276"/>
                    </a:cubicBezTo>
                    <a:cubicBezTo>
                      <a:pt x="10308" y="165525"/>
                      <a:pt x="17046" y="133841"/>
                      <a:pt x="31805" y="105649"/>
                    </a:cubicBezTo>
                    <a:cubicBezTo>
                      <a:pt x="46499" y="77456"/>
                      <a:pt x="68638" y="53831"/>
                      <a:pt x="95781" y="37327"/>
                    </a:cubicBezTo>
                    <a:cubicBezTo>
                      <a:pt x="122989" y="20822"/>
                      <a:pt x="154110" y="12067"/>
                      <a:pt x="185873" y="12008"/>
                    </a:cubicBezTo>
                    <a:close/>
                    <a:moveTo>
                      <a:pt x="185873" y="0"/>
                    </a:moveTo>
                    <a:cubicBezTo>
                      <a:pt x="151929" y="62"/>
                      <a:pt x="118625" y="9421"/>
                      <a:pt x="89620" y="27062"/>
                    </a:cubicBezTo>
                    <a:cubicBezTo>
                      <a:pt x="60553" y="44703"/>
                      <a:pt x="36938" y="69956"/>
                      <a:pt x="21153" y="100089"/>
                    </a:cubicBezTo>
                    <a:cubicBezTo>
                      <a:pt x="5432" y="130223"/>
                      <a:pt x="-1755" y="164090"/>
                      <a:pt x="363" y="198028"/>
                    </a:cubicBezTo>
                    <a:cubicBezTo>
                      <a:pt x="2416" y="231965"/>
                      <a:pt x="13774" y="264681"/>
                      <a:pt x="33088" y="292638"/>
                    </a:cubicBezTo>
                    <a:lnTo>
                      <a:pt x="176312" y="499179"/>
                    </a:lnTo>
                    <a:lnTo>
                      <a:pt x="186130" y="513347"/>
                    </a:lnTo>
                    <a:lnTo>
                      <a:pt x="195948" y="499179"/>
                    </a:lnTo>
                    <a:lnTo>
                      <a:pt x="339043" y="292638"/>
                    </a:lnTo>
                    <a:cubicBezTo>
                      <a:pt x="358422" y="264656"/>
                      <a:pt x="369716" y="231907"/>
                      <a:pt x="371834" y="197938"/>
                    </a:cubicBezTo>
                    <a:cubicBezTo>
                      <a:pt x="373887" y="163969"/>
                      <a:pt x="366636" y="130075"/>
                      <a:pt x="350915" y="99930"/>
                    </a:cubicBezTo>
                    <a:cubicBezTo>
                      <a:pt x="335129" y="69784"/>
                      <a:pt x="311387" y="44537"/>
                      <a:pt x="282318" y="26922"/>
                    </a:cubicBezTo>
                    <a:cubicBezTo>
                      <a:pt x="253250" y="9307"/>
                      <a:pt x="219883" y="-3"/>
                      <a:pt x="185873" y="0"/>
                    </a:cubicBezTo>
                    <a:lnTo>
                      <a:pt x="1858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164">
                <a:extLst>
                  <a:ext uri="{FF2B5EF4-FFF2-40B4-BE49-F238E27FC236}">
                    <a16:creationId xmlns:a16="http://schemas.microsoft.com/office/drawing/2014/main" id="{F43FFF1D-B193-C2BB-9181-4070684F11A7}"/>
                  </a:ext>
                </a:extLst>
              </p:cNvPr>
              <p:cNvSpPr/>
              <p:nvPr/>
            </p:nvSpPr>
            <p:spPr>
              <a:xfrm>
                <a:off x="7562041" y="2324500"/>
                <a:ext cx="348127" cy="480300"/>
              </a:xfrm>
              <a:custGeom>
                <a:avLst/>
                <a:gdLst>
                  <a:gd name="connsiteX0" fmla="*/ 317327 w 348127"/>
                  <a:gd name="connsiteY0" fmla="*/ 75028 h 480300"/>
                  <a:gd name="connsiteX1" fmla="*/ 205225 w 348127"/>
                  <a:gd name="connsiteY1" fmla="*/ 2792 h 480300"/>
                  <a:gd name="connsiteX2" fmla="*/ 74963 w 348127"/>
                  <a:gd name="connsiteY2" fmla="*/ 31079 h 480300"/>
                  <a:gd name="connsiteX3" fmla="*/ 2774 w 348127"/>
                  <a:gd name="connsiteY3" fmla="*/ 143318 h 480300"/>
                  <a:gd name="connsiteX4" fmla="*/ 31072 w 348127"/>
                  <a:gd name="connsiteY4" fmla="*/ 273763 h 480300"/>
                  <a:gd name="connsiteX5" fmla="*/ 174232 w 348127"/>
                  <a:gd name="connsiteY5" fmla="*/ 480301 h 480300"/>
                  <a:gd name="connsiteX6" fmla="*/ 317327 w 348127"/>
                  <a:gd name="connsiteY6" fmla="*/ 273763 h 480300"/>
                  <a:gd name="connsiteX7" fmla="*/ 348128 w 348127"/>
                  <a:gd name="connsiteY7" fmla="*/ 174396 h 480300"/>
                  <a:gd name="connsiteX8" fmla="*/ 317327 w 348127"/>
                  <a:gd name="connsiteY8" fmla="*/ 75028 h 480300"/>
                  <a:gd name="connsiteX9" fmla="*/ 299937 w 348127"/>
                  <a:gd name="connsiteY9" fmla="*/ 261875 h 480300"/>
                  <a:gd name="connsiteX10" fmla="*/ 174232 w 348127"/>
                  <a:gd name="connsiteY10" fmla="*/ 443436 h 480300"/>
                  <a:gd name="connsiteX11" fmla="*/ 48076 w 348127"/>
                  <a:gd name="connsiteY11" fmla="*/ 261754 h 480300"/>
                  <a:gd name="connsiteX12" fmla="*/ 21126 w 348127"/>
                  <a:gd name="connsiteY12" fmla="*/ 183889 h 480300"/>
                  <a:gd name="connsiteX13" fmla="*/ 38322 w 348127"/>
                  <a:gd name="connsiteY13" fmla="*/ 103307 h 480300"/>
                  <a:gd name="connsiteX14" fmla="*/ 94727 w 348127"/>
                  <a:gd name="connsiteY14" fmla="*/ 43278 h 480300"/>
                  <a:gd name="connsiteX15" fmla="*/ 174039 w 348127"/>
                  <a:gd name="connsiteY15" fmla="*/ 21137 h 480300"/>
                  <a:gd name="connsiteX16" fmla="*/ 253287 w 348127"/>
                  <a:gd name="connsiteY16" fmla="*/ 43278 h 480300"/>
                  <a:gd name="connsiteX17" fmla="*/ 309691 w 348127"/>
                  <a:gd name="connsiteY17" fmla="*/ 103307 h 480300"/>
                  <a:gd name="connsiteX18" fmla="*/ 326888 w 348127"/>
                  <a:gd name="connsiteY18" fmla="*/ 183889 h 480300"/>
                  <a:gd name="connsiteX19" fmla="*/ 299937 w 348127"/>
                  <a:gd name="connsiteY19" fmla="*/ 261754 h 480300"/>
                  <a:gd name="connsiteX20" fmla="*/ 299937 w 348127"/>
                  <a:gd name="connsiteY20" fmla="*/ 261875 h 480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8127" h="480300">
                    <a:moveTo>
                      <a:pt x="317327" y="75028"/>
                    </a:moveTo>
                    <a:cubicBezTo>
                      <a:pt x="291018" y="37018"/>
                      <a:pt x="250656" y="11034"/>
                      <a:pt x="205225" y="2792"/>
                    </a:cubicBezTo>
                    <a:cubicBezTo>
                      <a:pt x="159794" y="-5450"/>
                      <a:pt x="112887" y="4725"/>
                      <a:pt x="74963" y="31079"/>
                    </a:cubicBezTo>
                    <a:cubicBezTo>
                      <a:pt x="36975" y="57433"/>
                      <a:pt x="11051" y="97806"/>
                      <a:pt x="2774" y="143318"/>
                    </a:cubicBezTo>
                    <a:cubicBezTo>
                      <a:pt x="-5440" y="188831"/>
                      <a:pt x="4762" y="235753"/>
                      <a:pt x="31072" y="273763"/>
                    </a:cubicBezTo>
                    <a:lnTo>
                      <a:pt x="174232" y="480301"/>
                    </a:lnTo>
                    <a:lnTo>
                      <a:pt x="317327" y="273763"/>
                    </a:lnTo>
                    <a:cubicBezTo>
                      <a:pt x="337412" y="244522"/>
                      <a:pt x="348128" y="209876"/>
                      <a:pt x="348128" y="174396"/>
                    </a:cubicBezTo>
                    <a:cubicBezTo>
                      <a:pt x="348128" y="138916"/>
                      <a:pt x="337412" y="104269"/>
                      <a:pt x="317327" y="75028"/>
                    </a:cubicBezTo>
                    <a:close/>
                    <a:moveTo>
                      <a:pt x="299937" y="261875"/>
                    </a:moveTo>
                    <a:lnTo>
                      <a:pt x="174232" y="443436"/>
                    </a:lnTo>
                    <a:lnTo>
                      <a:pt x="48076" y="261754"/>
                    </a:lnTo>
                    <a:cubicBezTo>
                      <a:pt x="32163" y="238746"/>
                      <a:pt x="22858" y="211819"/>
                      <a:pt x="21126" y="183889"/>
                    </a:cubicBezTo>
                    <a:cubicBezTo>
                      <a:pt x="19457" y="155960"/>
                      <a:pt x="25361" y="128093"/>
                      <a:pt x="38322" y="103307"/>
                    </a:cubicBezTo>
                    <a:cubicBezTo>
                      <a:pt x="51349" y="78522"/>
                      <a:pt x="70792" y="57762"/>
                      <a:pt x="94727" y="43278"/>
                    </a:cubicBezTo>
                    <a:cubicBezTo>
                      <a:pt x="118661" y="28794"/>
                      <a:pt x="146061" y="21137"/>
                      <a:pt x="174039" y="21137"/>
                    </a:cubicBezTo>
                    <a:cubicBezTo>
                      <a:pt x="201952" y="21137"/>
                      <a:pt x="229352" y="28794"/>
                      <a:pt x="253287" y="43278"/>
                    </a:cubicBezTo>
                    <a:cubicBezTo>
                      <a:pt x="277222" y="57762"/>
                      <a:pt x="296665" y="78522"/>
                      <a:pt x="309691" y="103307"/>
                    </a:cubicBezTo>
                    <a:cubicBezTo>
                      <a:pt x="322653" y="128093"/>
                      <a:pt x="328557" y="155960"/>
                      <a:pt x="326888" y="183889"/>
                    </a:cubicBezTo>
                    <a:cubicBezTo>
                      <a:pt x="325156" y="211819"/>
                      <a:pt x="315851" y="238746"/>
                      <a:pt x="299937" y="261754"/>
                    </a:cubicBezTo>
                    <a:lnTo>
                      <a:pt x="299937" y="261875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165">
                <a:extLst>
                  <a:ext uri="{FF2B5EF4-FFF2-40B4-BE49-F238E27FC236}">
                    <a16:creationId xmlns:a16="http://schemas.microsoft.com/office/drawing/2014/main" id="{5367E283-C212-5AFF-9462-B5CBB132E9AF}"/>
                  </a:ext>
                </a:extLst>
              </p:cNvPr>
              <p:cNvSpPr/>
              <p:nvPr/>
            </p:nvSpPr>
            <p:spPr>
              <a:xfrm>
                <a:off x="7661058" y="2372655"/>
                <a:ext cx="150173" cy="207389"/>
              </a:xfrm>
              <a:custGeom>
                <a:avLst/>
                <a:gdLst>
                  <a:gd name="connsiteX0" fmla="*/ 127961 w 150173"/>
                  <a:gd name="connsiteY0" fmla="*/ 78867 h 207389"/>
                  <a:gd name="connsiteX1" fmla="*/ 127961 w 150173"/>
                  <a:gd name="connsiteY1" fmla="*/ 52930 h 207389"/>
                  <a:gd name="connsiteX2" fmla="*/ 122250 w 150173"/>
                  <a:gd name="connsiteY2" fmla="*/ 29298 h 207389"/>
                  <a:gd name="connsiteX3" fmla="*/ 106658 w 150173"/>
                  <a:gd name="connsiteY3" fmla="*/ 10661 h 207389"/>
                  <a:gd name="connsiteX4" fmla="*/ 84519 w 150173"/>
                  <a:gd name="connsiteY4" fmla="*/ 860 h 207389"/>
                  <a:gd name="connsiteX5" fmla="*/ 60328 w 150173"/>
                  <a:gd name="connsiteY5" fmla="*/ 2135 h 207389"/>
                  <a:gd name="connsiteX6" fmla="*/ 32671 w 150173"/>
                  <a:gd name="connsiteY6" fmla="*/ 21678 h 207389"/>
                  <a:gd name="connsiteX7" fmla="*/ 22212 w 150173"/>
                  <a:gd name="connsiteY7" fmla="*/ 53890 h 207389"/>
                  <a:gd name="connsiteX8" fmla="*/ 22212 w 150173"/>
                  <a:gd name="connsiteY8" fmla="*/ 78867 h 207389"/>
                  <a:gd name="connsiteX9" fmla="*/ 1485 w 150173"/>
                  <a:gd name="connsiteY9" fmla="*/ 117348 h 207389"/>
                  <a:gd name="connsiteX10" fmla="*/ 5656 w 150173"/>
                  <a:gd name="connsiteY10" fmla="*/ 160856 h 207389"/>
                  <a:gd name="connsiteX11" fmla="*/ 33313 w 150173"/>
                  <a:gd name="connsiteY11" fmla="*/ 194682 h 207389"/>
                  <a:gd name="connsiteX12" fmla="*/ 75086 w 150173"/>
                  <a:gd name="connsiteY12" fmla="*/ 207390 h 207389"/>
                  <a:gd name="connsiteX13" fmla="*/ 116860 w 150173"/>
                  <a:gd name="connsiteY13" fmla="*/ 194682 h 207389"/>
                  <a:gd name="connsiteX14" fmla="*/ 144517 w 150173"/>
                  <a:gd name="connsiteY14" fmla="*/ 160856 h 207389"/>
                  <a:gd name="connsiteX15" fmla="*/ 148687 w 150173"/>
                  <a:gd name="connsiteY15" fmla="*/ 117348 h 207389"/>
                  <a:gd name="connsiteX16" fmla="*/ 127961 w 150173"/>
                  <a:gd name="connsiteY16" fmla="*/ 78867 h 207389"/>
                  <a:gd name="connsiteX17" fmla="*/ 43195 w 150173"/>
                  <a:gd name="connsiteY17" fmla="*/ 53890 h 207389"/>
                  <a:gd name="connsiteX18" fmla="*/ 49419 w 150173"/>
                  <a:gd name="connsiteY18" fmla="*/ 34280 h 207389"/>
                  <a:gd name="connsiteX19" fmla="*/ 66103 w 150173"/>
                  <a:gd name="connsiteY19" fmla="*/ 22309 h 207389"/>
                  <a:gd name="connsiteX20" fmla="*/ 80669 w 150173"/>
                  <a:gd name="connsiteY20" fmla="*/ 21562 h 207389"/>
                  <a:gd name="connsiteX21" fmla="*/ 94017 w 150173"/>
                  <a:gd name="connsiteY21" fmla="*/ 27473 h 207389"/>
                  <a:gd name="connsiteX22" fmla="*/ 103449 w 150173"/>
                  <a:gd name="connsiteY22" fmla="*/ 38696 h 207389"/>
                  <a:gd name="connsiteX23" fmla="*/ 106978 w 150173"/>
                  <a:gd name="connsiteY23" fmla="*/ 52930 h 207389"/>
                  <a:gd name="connsiteX24" fmla="*/ 106978 w 150173"/>
                  <a:gd name="connsiteY24" fmla="*/ 64098 h 207389"/>
                  <a:gd name="connsiteX25" fmla="*/ 75086 w 150173"/>
                  <a:gd name="connsiteY25" fmla="*/ 57011 h 207389"/>
                  <a:gd name="connsiteX26" fmla="*/ 43195 w 150173"/>
                  <a:gd name="connsiteY26" fmla="*/ 64098 h 207389"/>
                  <a:gd name="connsiteX27" fmla="*/ 43195 w 150173"/>
                  <a:gd name="connsiteY27" fmla="*/ 53890 h 207389"/>
                  <a:gd name="connsiteX28" fmla="*/ 75086 w 150173"/>
                  <a:gd name="connsiteY28" fmla="*/ 185980 h 207389"/>
                  <a:gd name="connsiteX29" fmla="*/ 44863 w 150173"/>
                  <a:gd name="connsiteY29" fmla="*/ 176992 h 207389"/>
                  <a:gd name="connsiteX30" fmla="*/ 24714 w 150173"/>
                  <a:gd name="connsiteY30" fmla="*/ 152669 h 207389"/>
                  <a:gd name="connsiteX31" fmla="*/ 21570 w 150173"/>
                  <a:gd name="connsiteY31" fmla="*/ 121248 h 207389"/>
                  <a:gd name="connsiteX32" fmla="*/ 36393 w 150173"/>
                  <a:gd name="connsiteY32" fmla="*/ 93367 h 207389"/>
                  <a:gd name="connsiteX33" fmla="*/ 64178 w 150173"/>
                  <a:gd name="connsiteY33" fmla="*/ 78468 h 207389"/>
                  <a:gd name="connsiteX34" fmla="*/ 95557 w 150173"/>
                  <a:gd name="connsiteY34" fmla="*/ 81594 h 207389"/>
                  <a:gd name="connsiteX35" fmla="*/ 119876 w 150173"/>
                  <a:gd name="connsiteY35" fmla="*/ 101686 h 207389"/>
                  <a:gd name="connsiteX36" fmla="*/ 128924 w 150173"/>
                  <a:gd name="connsiteY36" fmla="*/ 131944 h 207389"/>
                  <a:gd name="connsiteX37" fmla="*/ 125010 w 150173"/>
                  <a:gd name="connsiteY37" fmla="*/ 152743 h 207389"/>
                  <a:gd name="connsiteX38" fmla="*/ 113395 w 150173"/>
                  <a:gd name="connsiteY38" fmla="*/ 170414 h 207389"/>
                  <a:gd name="connsiteX39" fmla="*/ 95813 w 150173"/>
                  <a:gd name="connsiteY39" fmla="*/ 182223 h 207389"/>
                  <a:gd name="connsiteX40" fmla="*/ 75086 w 150173"/>
                  <a:gd name="connsiteY40" fmla="*/ 186340 h 207389"/>
                  <a:gd name="connsiteX41" fmla="*/ 75086 w 150173"/>
                  <a:gd name="connsiteY41" fmla="*/ 185980 h 207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50173" h="207389">
                    <a:moveTo>
                      <a:pt x="127961" y="78867"/>
                    </a:moveTo>
                    <a:lnTo>
                      <a:pt x="127961" y="52930"/>
                    </a:lnTo>
                    <a:cubicBezTo>
                      <a:pt x="127897" y="44716"/>
                      <a:pt x="125972" y="36629"/>
                      <a:pt x="122250" y="29298"/>
                    </a:cubicBezTo>
                    <a:cubicBezTo>
                      <a:pt x="118529" y="21967"/>
                      <a:pt x="113203" y="15590"/>
                      <a:pt x="106658" y="10661"/>
                    </a:cubicBezTo>
                    <a:cubicBezTo>
                      <a:pt x="100112" y="5699"/>
                      <a:pt x="92540" y="2341"/>
                      <a:pt x="84519" y="860"/>
                    </a:cubicBezTo>
                    <a:cubicBezTo>
                      <a:pt x="76434" y="-621"/>
                      <a:pt x="68156" y="-184"/>
                      <a:pt x="60328" y="2135"/>
                    </a:cubicBezTo>
                    <a:cubicBezTo>
                      <a:pt x="49291" y="5498"/>
                      <a:pt x="39601" y="12353"/>
                      <a:pt x="32671" y="21678"/>
                    </a:cubicBezTo>
                    <a:cubicBezTo>
                      <a:pt x="25805" y="31003"/>
                      <a:pt x="22147" y="42302"/>
                      <a:pt x="22212" y="53890"/>
                    </a:cubicBezTo>
                    <a:lnTo>
                      <a:pt x="22212" y="78867"/>
                    </a:lnTo>
                    <a:cubicBezTo>
                      <a:pt x="11624" y="89358"/>
                      <a:pt x="4437" y="102751"/>
                      <a:pt x="1485" y="117348"/>
                    </a:cubicBezTo>
                    <a:cubicBezTo>
                      <a:pt x="-1466" y="131945"/>
                      <a:pt x="10" y="147088"/>
                      <a:pt x="5656" y="160856"/>
                    </a:cubicBezTo>
                    <a:cubicBezTo>
                      <a:pt x="11368" y="174625"/>
                      <a:pt x="20993" y="186398"/>
                      <a:pt x="33313" y="194682"/>
                    </a:cubicBezTo>
                    <a:cubicBezTo>
                      <a:pt x="45698" y="202966"/>
                      <a:pt x="60200" y="207390"/>
                      <a:pt x="75086" y="207390"/>
                    </a:cubicBezTo>
                    <a:cubicBezTo>
                      <a:pt x="89974" y="207390"/>
                      <a:pt x="104476" y="202966"/>
                      <a:pt x="116860" y="194682"/>
                    </a:cubicBezTo>
                    <a:cubicBezTo>
                      <a:pt x="129245" y="186398"/>
                      <a:pt x="138870" y="174625"/>
                      <a:pt x="144517" y="160856"/>
                    </a:cubicBezTo>
                    <a:cubicBezTo>
                      <a:pt x="150164" y="147088"/>
                      <a:pt x="151640" y="131945"/>
                      <a:pt x="148687" y="117348"/>
                    </a:cubicBezTo>
                    <a:cubicBezTo>
                      <a:pt x="145736" y="102751"/>
                      <a:pt x="138549" y="89358"/>
                      <a:pt x="127961" y="78867"/>
                    </a:cubicBezTo>
                    <a:close/>
                    <a:moveTo>
                      <a:pt x="43195" y="53890"/>
                    </a:moveTo>
                    <a:cubicBezTo>
                      <a:pt x="43066" y="46854"/>
                      <a:pt x="45248" y="39974"/>
                      <a:pt x="49419" y="34280"/>
                    </a:cubicBezTo>
                    <a:cubicBezTo>
                      <a:pt x="53526" y="28586"/>
                      <a:pt x="59365" y="24386"/>
                      <a:pt x="66103" y="22309"/>
                    </a:cubicBezTo>
                    <a:cubicBezTo>
                      <a:pt x="70851" y="20921"/>
                      <a:pt x="75856" y="20665"/>
                      <a:pt x="80669" y="21562"/>
                    </a:cubicBezTo>
                    <a:cubicBezTo>
                      <a:pt x="85546" y="22459"/>
                      <a:pt x="90102" y="24483"/>
                      <a:pt x="94017" y="27473"/>
                    </a:cubicBezTo>
                    <a:cubicBezTo>
                      <a:pt x="97995" y="30444"/>
                      <a:pt x="101203" y="34283"/>
                      <a:pt x="103449" y="38696"/>
                    </a:cubicBezTo>
                    <a:cubicBezTo>
                      <a:pt x="105695" y="43109"/>
                      <a:pt x="106914" y="47978"/>
                      <a:pt x="106978" y="52930"/>
                    </a:cubicBezTo>
                    <a:lnTo>
                      <a:pt x="106978" y="64098"/>
                    </a:lnTo>
                    <a:cubicBezTo>
                      <a:pt x="97032" y="59430"/>
                      <a:pt x="86123" y="57011"/>
                      <a:pt x="75086" y="57011"/>
                    </a:cubicBezTo>
                    <a:cubicBezTo>
                      <a:pt x="64050" y="57011"/>
                      <a:pt x="53205" y="59430"/>
                      <a:pt x="43195" y="64098"/>
                    </a:cubicBezTo>
                    <a:lnTo>
                      <a:pt x="43195" y="53890"/>
                    </a:lnTo>
                    <a:close/>
                    <a:moveTo>
                      <a:pt x="75086" y="185980"/>
                    </a:moveTo>
                    <a:cubicBezTo>
                      <a:pt x="64371" y="186051"/>
                      <a:pt x="53847" y="182923"/>
                      <a:pt x="44863" y="176992"/>
                    </a:cubicBezTo>
                    <a:cubicBezTo>
                      <a:pt x="35880" y="171061"/>
                      <a:pt x="28885" y="162594"/>
                      <a:pt x="24714" y="152669"/>
                    </a:cubicBezTo>
                    <a:cubicBezTo>
                      <a:pt x="20607" y="142744"/>
                      <a:pt x="19453" y="131807"/>
                      <a:pt x="21570" y="121248"/>
                    </a:cubicBezTo>
                    <a:cubicBezTo>
                      <a:pt x="23623" y="110689"/>
                      <a:pt x="28757" y="100985"/>
                      <a:pt x="36393" y="93367"/>
                    </a:cubicBezTo>
                    <a:cubicBezTo>
                      <a:pt x="43965" y="85751"/>
                      <a:pt x="53654" y="80565"/>
                      <a:pt x="64178" y="78468"/>
                    </a:cubicBezTo>
                    <a:cubicBezTo>
                      <a:pt x="74702" y="76371"/>
                      <a:pt x="85610" y="77459"/>
                      <a:pt x="95557" y="81594"/>
                    </a:cubicBezTo>
                    <a:cubicBezTo>
                      <a:pt x="105502" y="85728"/>
                      <a:pt x="113973" y="92721"/>
                      <a:pt x="119876" y="101686"/>
                    </a:cubicBezTo>
                    <a:cubicBezTo>
                      <a:pt x="125844" y="110652"/>
                      <a:pt x="128988" y="121183"/>
                      <a:pt x="128924" y="131944"/>
                    </a:cubicBezTo>
                    <a:cubicBezTo>
                      <a:pt x="129052" y="139069"/>
                      <a:pt x="127705" y="146138"/>
                      <a:pt x="125010" y="152743"/>
                    </a:cubicBezTo>
                    <a:cubicBezTo>
                      <a:pt x="122314" y="159347"/>
                      <a:pt x="118400" y="165354"/>
                      <a:pt x="113395" y="170414"/>
                    </a:cubicBezTo>
                    <a:cubicBezTo>
                      <a:pt x="108390" y="175475"/>
                      <a:pt x="102422" y="179489"/>
                      <a:pt x="95813" y="182223"/>
                    </a:cubicBezTo>
                    <a:cubicBezTo>
                      <a:pt x="89268" y="184957"/>
                      <a:pt x="82209" y="186357"/>
                      <a:pt x="75086" y="186340"/>
                    </a:cubicBezTo>
                    <a:lnTo>
                      <a:pt x="75086" y="185980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166">
                <a:extLst>
                  <a:ext uri="{FF2B5EF4-FFF2-40B4-BE49-F238E27FC236}">
                    <a16:creationId xmlns:a16="http://schemas.microsoft.com/office/drawing/2014/main" id="{9AE01720-34C9-BACC-2F76-465D806316B4}"/>
                  </a:ext>
                </a:extLst>
              </p:cNvPr>
              <p:cNvSpPr/>
              <p:nvPr/>
            </p:nvSpPr>
            <p:spPr>
              <a:xfrm>
                <a:off x="7720266" y="2481538"/>
                <a:ext cx="31727" cy="50193"/>
              </a:xfrm>
              <a:custGeom>
                <a:avLst/>
                <a:gdLst>
                  <a:gd name="connsiteX0" fmla="*/ 15878 w 31727"/>
                  <a:gd name="connsiteY0" fmla="*/ 0 h 50193"/>
                  <a:gd name="connsiteX1" fmla="*/ 13954 w 31727"/>
                  <a:gd name="connsiteY1" fmla="*/ 0 h 50193"/>
                  <a:gd name="connsiteX2" fmla="*/ 4842 w 31727"/>
                  <a:gd name="connsiteY2" fmla="*/ 4406 h 50193"/>
                  <a:gd name="connsiteX3" fmla="*/ 157 w 31727"/>
                  <a:gd name="connsiteY3" fmla="*/ 13449 h 50193"/>
                  <a:gd name="connsiteX4" fmla="*/ 1697 w 31727"/>
                  <a:gd name="connsiteY4" fmla="*/ 22944 h 50193"/>
                  <a:gd name="connsiteX5" fmla="*/ 8435 w 31727"/>
                  <a:gd name="connsiteY5" fmla="*/ 29780 h 50193"/>
                  <a:gd name="connsiteX6" fmla="*/ 5355 w 31727"/>
                  <a:gd name="connsiteY6" fmla="*/ 50194 h 50193"/>
                  <a:gd name="connsiteX7" fmla="*/ 26466 w 31727"/>
                  <a:gd name="connsiteY7" fmla="*/ 50194 h 50193"/>
                  <a:gd name="connsiteX8" fmla="*/ 23579 w 31727"/>
                  <a:gd name="connsiteY8" fmla="*/ 29780 h 50193"/>
                  <a:gd name="connsiteX9" fmla="*/ 29546 w 31727"/>
                  <a:gd name="connsiteY9" fmla="*/ 23862 h 50193"/>
                  <a:gd name="connsiteX10" fmla="*/ 31728 w 31727"/>
                  <a:gd name="connsiteY10" fmla="*/ 15730 h 50193"/>
                  <a:gd name="connsiteX11" fmla="*/ 27044 w 31727"/>
                  <a:gd name="connsiteY11" fmla="*/ 4600 h 50193"/>
                  <a:gd name="connsiteX12" fmla="*/ 15878 w 31727"/>
                  <a:gd name="connsiteY12" fmla="*/ 0 h 5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727" h="50193">
                    <a:moveTo>
                      <a:pt x="15878" y="0"/>
                    </a:moveTo>
                    <a:lnTo>
                      <a:pt x="13954" y="0"/>
                    </a:lnTo>
                    <a:cubicBezTo>
                      <a:pt x="10553" y="431"/>
                      <a:pt x="7344" y="1978"/>
                      <a:pt x="4842" y="4406"/>
                    </a:cubicBezTo>
                    <a:cubicBezTo>
                      <a:pt x="2339" y="6833"/>
                      <a:pt x="735" y="10009"/>
                      <a:pt x="157" y="13449"/>
                    </a:cubicBezTo>
                    <a:cubicBezTo>
                      <a:pt x="-292" y="16695"/>
                      <a:pt x="222" y="20015"/>
                      <a:pt x="1697" y="22944"/>
                    </a:cubicBezTo>
                    <a:cubicBezTo>
                      <a:pt x="3173" y="25873"/>
                      <a:pt x="5547" y="28263"/>
                      <a:pt x="8435" y="29780"/>
                    </a:cubicBezTo>
                    <a:lnTo>
                      <a:pt x="5355" y="50194"/>
                    </a:lnTo>
                    <a:lnTo>
                      <a:pt x="26466" y="50194"/>
                    </a:lnTo>
                    <a:lnTo>
                      <a:pt x="23579" y="29780"/>
                    </a:lnTo>
                    <a:cubicBezTo>
                      <a:pt x="26081" y="28373"/>
                      <a:pt x="28135" y="26331"/>
                      <a:pt x="29546" y="23862"/>
                    </a:cubicBezTo>
                    <a:cubicBezTo>
                      <a:pt x="30958" y="21392"/>
                      <a:pt x="31728" y="18586"/>
                      <a:pt x="31728" y="15730"/>
                    </a:cubicBezTo>
                    <a:cubicBezTo>
                      <a:pt x="31664" y="11547"/>
                      <a:pt x="29996" y="7546"/>
                      <a:pt x="27044" y="4600"/>
                    </a:cubicBezTo>
                    <a:cubicBezTo>
                      <a:pt x="24092" y="1653"/>
                      <a:pt x="20049" y="-1"/>
                      <a:pt x="15878" y="0"/>
                    </a:cubicBez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3" name="Graphic 3">
              <a:extLst>
                <a:ext uri="{FF2B5EF4-FFF2-40B4-BE49-F238E27FC236}">
                  <a16:creationId xmlns:a16="http://schemas.microsoft.com/office/drawing/2014/main" id="{401793A8-F63C-4EB1-5C5F-3D3A55F35FA2}"/>
                </a:ext>
              </a:extLst>
            </p:cNvPr>
            <p:cNvGrpSpPr/>
            <p:nvPr/>
          </p:nvGrpSpPr>
          <p:grpSpPr>
            <a:xfrm>
              <a:off x="7467278" y="2831052"/>
              <a:ext cx="532597" cy="237423"/>
              <a:chOff x="7467278" y="2831052"/>
              <a:chExt cx="532597" cy="237423"/>
            </a:xfrm>
            <a:solidFill>
              <a:srgbClr val="000000"/>
            </a:solidFill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C9F4E8B-2902-618E-942C-DB59D30006AB}"/>
                  </a:ext>
                </a:extLst>
              </p:cNvPr>
              <p:cNvSpPr txBox="1"/>
              <p:nvPr/>
            </p:nvSpPr>
            <p:spPr>
              <a:xfrm>
                <a:off x="7483449" y="2785332"/>
                <a:ext cx="510138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8" spc="0" baseline="0" dirty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Private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37DBA9F-BE35-D098-2D81-F512F6D0B8F0}"/>
                  </a:ext>
                </a:extLst>
              </p:cNvPr>
              <p:cNvSpPr txBox="1"/>
              <p:nvPr/>
            </p:nvSpPr>
            <p:spPr>
              <a:xfrm>
                <a:off x="7375838" y="2888001"/>
                <a:ext cx="715477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8" spc="0" baseline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Endpoint IP</a:t>
                </a:r>
              </a:p>
            </p:txBody>
          </p:sp>
        </p:grpSp>
      </p:grpSp>
      <p:grpSp>
        <p:nvGrpSpPr>
          <p:cNvPr id="40" name="Graphic 3">
            <a:extLst>
              <a:ext uri="{FF2B5EF4-FFF2-40B4-BE49-F238E27FC236}">
                <a16:creationId xmlns:a16="http://schemas.microsoft.com/office/drawing/2014/main" id="{E7D07BC6-204A-8439-C4AC-95B00AFA20B2}"/>
              </a:ext>
            </a:extLst>
          </p:cNvPr>
          <p:cNvGrpSpPr/>
          <p:nvPr/>
        </p:nvGrpSpPr>
        <p:grpSpPr>
          <a:xfrm>
            <a:off x="6947828" y="3833582"/>
            <a:ext cx="532597" cy="756006"/>
            <a:chOff x="7467278" y="2312469"/>
            <a:chExt cx="532597" cy="756006"/>
          </a:xfrm>
        </p:grpSpPr>
        <p:grpSp>
          <p:nvGrpSpPr>
            <p:cNvPr id="42" name="Graphic 3">
              <a:extLst>
                <a:ext uri="{FF2B5EF4-FFF2-40B4-BE49-F238E27FC236}">
                  <a16:creationId xmlns:a16="http://schemas.microsoft.com/office/drawing/2014/main" id="{402BC7BC-0ECC-6214-0FE0-CE064A91C731}"/>
                </a:ext>
              </a:extLst>
            </p:cNvPr>
            <p:cNvGrpSpPr/>
            <p:nvPr/>
          </p:nvGrpSpPr>
          <p:grpSpPr>
            <a:xfrm>
              <a:off x="7550143" y="2312469"/>
              <a:ext cx="372174" cy="513347"/>
              <a:chOff x="7550143" y="2312469"/>
              <a:chExt cx="372174" cy="513347"/>
            </a:xfrm>
          </p:grpSpPr>
          <p:sp>
            <p:nvSpPr>
              <p:cNvPr id="47" name="Freeform: Shape 162">
                <a:extLst>
                  <a:ext uri="{FF2B5EF4-FFF2-40B4-BE49-F238E27FC236}">
                    <a16:creationId xmlns:a16="http://schemas.microsoft.com/office/drawing/2014/main" id="{D8C50911-DD6A-444F-F344-3B976DF98BE2}"/>
                  </a:ext>
                </a:extLst>
              </p:cNvPr>
              <p:cNvSpPr/>
              <p:nvPr/>
            </p:nvSpPr>
            <p:spPr>
              <a:xfrm>
                <a:off x="7556138" y="2318848"/>
                <a:ext cx="359999" cy="496521"/>
              </a:xfrm>
              <a:custGeom>
                <a:avLst/>
                <a:gdLst>
                  <a:gd name="connsiteX0" fmla="*/ 32035 w 359999"/>
                  <a:gd name="connsiteY0" fmla="*/ 282898 h 496521"/>
                  <a:gd name="connsiteX1" fmla="*/ 2902 w 359999"/>
                  <a:gd name="connsiteY1" fmla="*/ 148023 h 496521"/>
                  <a:gd name="connsiteX2" fmla="*/ 77594 w 359999"/>
                  <a:gd name="connsiteY2" fmla="*/ 32049 h 496521"/>
                  <a:gd name="connsiteX3" fmla="*/ 212283 w 359999"/>
                  <a:gd name="connsiteY3" fmla="*/ 2912 h 496521"/>
                  <a:gd name="connsiteX4" fmla="*/ 328108 w 359999"/>
                  <a:gd name="connsiteY4" fmla="*/ 77679 h 496521"/>
                  <a:gd name="connsiteX5" fmla="*/ 359999 w 359999"/>
                  <a:gd name="connsiteY5" fmla="*/ 180529 h 496521"/>
                  <a:gd name="connsiteX6" fmla="*/ 328108 w 359999"/>
                  <a:gd name="connsiteY6" fmla="*/ 283379 h 496521"/>
                  <a:gd name="connsiteX7" fmla="*/ 180135 w 359999"/>
                  <a:gd name="connsiteY7" fmla="*/ 496521 h 496521"/>
                  <a:gd name="connsiteX8" fmla="*/ 32035 w 359999"/>
                  <a:gd name="connsiteY8" fmla="*/ 282898 h 496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999" h="496521">
                    <a:moveTo>
                      <a:pt x="32035" y="282898"/>
                    </a:moveTo>
                    <a:cubicBezTo>
                      <a:pt x="4827" y="243583"/>
                      <a:pt x="-5632" y="195067"/>
                      <a:pt x="2902" y="148023"/>
                    </a:cubicBezTo>
                    <a:cubicBezTo>
                      <a:pt x="11500" y="100980"/>
                      <a:pt x="38323" y="59262"/>
                      <a:pt x="77594" y="32049"/>
                    </a:cubicBezTo>
                    <a:cubicBezTo>
                      <a:pt x="116865" y="4835"/>
                      <a:pt x="165313" y="-5646"/>
                      <a:pt x="212283" y="2912"/>
                    </a:cubicBezTo>
                    <a:cubicBezTo>
                      <a:pt x="259319" y="11469"/>
                      <a:pt x="300964" y="38364"/>
                      <a:pt x="328108" y="77679"/>
                    </a:cubicBezTo>
                    <a:cubicBezTo>
                      <a:pt x="348898" y="107956"/>
                      <a:pt x="359999" y="143813"/>
                      <a:pt x="359999" y="180529"/>
                    </a:cubicBezTo>
                    <a:cubicBezTo>
                      <a:pt x="359999" y="217246"/>
                      <a:pt x="348898" y="253102"/>
                      <a:pt x="328108" y="283379"/>
                    </a:cubicBezTo>
                    <a:lnTo>
                      <a:pt x="180135" y="496521"/>
                    </a:lnTo>
                    <a:lnTo>
                      <a:pt x="32035" y="282898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163">
                <a:extLst>
                  <a:ext uri="{FF2B5EF4-FFF2-40B4-BE49-F238E27FC236}">
                    <a16:creationId xmlns:a16="http://schemas.microsoft.com/office/drawing/2014/main" id="{05A956EA-8E0F-46E1-5BB2-F47597D2D70C}"/>
                  </a:ext>
                </a:extLst>
              </p:cNvPr>
              <p:cNvSpPr/>
              <p:nvPr/>
            </p:nvSpPr>
            <p:spPr>
              <a:xfrm>
                <a:off x="7550143" y="2312469"/>
                <a:ext cx="372174" cy="513347"/>
              </a:xfrm>
              <a:custGeom>
                <a:avLst/>
                <a:gdLst>
                  <a:gd name="connsiteX0" fmla="*/ 185873 w 372174"/>
                  <a:gd name="connsiteY0" fmla="*/ 12008 h 513347"/>
                  <a:gd name="connsiteX1" fmla="*/ 276351 w 372174"/>
                  <a:gd name="connsiteY1" fmla="*/ 36953 h 513347"/>
                  <a:gd name="connsiteX2" fmla="*/ 340712 w 372174"/>
                  <a:gd name="connsiteY2" fmla="*/ 105223 h 513347"/>
                  <a:gd name="connsiteX3" fmla="*/ 360476 w 372174"/>
                  <a:gd name="connsiteY3" fmla="*/ 197036 h 513347"/>
                  <a:gd name="connsiteX4" fmla="*/ 329803 w 372174"/>
                  <a:gd name="connsiteY4" fmla="*/ 285793 h 513347"/>
                  <a:gd name="connsiteX5" fmla="*/ 186130 w 372174"/>
                  <a:gd name="connsiteY5" fmla="*/ 492332 h 513347"/>
                  <a:gd name="connsiteX6" fmla="*/ 42906 w 372174"/>
                  <a:gd name="connsiteY6" fmla="*/ 285793 h 513347"/>
                  <a:gd name="connsiteX7" fmla="*/ 12298 w 372174"/>
                  <a:gd name="connsiteY7" fmla="*/ 197276 h 513347"/>
                  <a:gd name="connsiteX8" fmla="*/ 31805 w 372174"/>
                  <a:gd name="connsiteY8" fmla="*/ 105649 h 513347"/>
                  <a:gd name="connsiteX9" fmla="*/ 95781 w 372174"/>
                  <a:gd name="connsiteY9" fmla="*/ 37327 h 513347"/>
                  <a:gd name="connsiteX10" fmla="*/ 185873 w 372174"/>
                  <a:gd name="connsiteY10" fmla="*/ 12008 h 513347"/>
                  <a:gd name="connsiteX11" fmla="*/ 185873 w 372174"/>
                  <a:gd name="connsiteY11" fmla="*/ 0 h 513347"/>
                  <a:gd name="connsiteX12" fmla="*/ 89620 w 372174"/>
                  <a:gd name="connsiteY12" fmla="*/ 27062 h 513347"/>
                  <a:gd name="connsiteX13" fmla="*/ 21153 w 372174"/>
                  <a:gd name="connsiteY13" fmla="*/ 100089 h 513347"/>
                  <a:gd name="connsiteX14" fmla="*/ 363 w 372174"/>
                  <a:gd name="connsiteY14" fmla="*/ 198028 h 513347"/>
                  <a:gd name="connsiteX15" fmla="*/ 33088 w 372174"/>
                  <a:gd name="connsiteY15" fmla="*/ 292638 h 513347"/>
                  <a:gd name="connsiteX16" fmla="*/ 176312 w 372174"/>
                  <a:gd name="connsiteY16" fmla="*/ 499179 h 513347"/>
                  <a:gd name="connsiteX17" fmla="*/ 186130 w 372174"/>
                  <a:gd name="connsiteY17" fmla="*/ 513347 h 513347"/>
                  <a:gd name="connsiteX18" fmla="*/ 195948 w 372174"/>
                  <a:gd name="connsiteY18" fmla="*/ 499179 h 513347"/>
                  <a:gd name="connsiteX19" fmla="*/ 339043 w 372174"/>
                  <a:gd name="connsiteY19" fmla="*/ 292638 h 513347"/>
                  <a:gd name="connsiteX20" fmla="*/ 371834 w 372174"/>
                  <a:gd name="connsiteY20" fmla="*/ 197938 h 513347"/>
                  <a:gd name="connsiteX21" fmla="*/ 350915 w 372174"/>
                  <a:gd name="connsiteY21" fmla="*/ 99930 h 513347"/>
                  <a:gd name="connsiteX22" fmla="*/ 282318 w 372174"/>
                  <a:gd name="connsiteY22" fmla="*/ 26922 h 513347"/>
                  <a:gd name="connsiteX23" fmla="*/ 185873 w 372174"/>
                  <a:gd name="connsiteY23" fmla="*/ 0 h 513347"/>
                  <a:gd name="connsiteX24" fmla="*/ 185873 w 372174"/>
                  <a:gd name="connsiteY24" fmla="*/ 0 h 5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72174" h="513347">
                    <a:moveTo>
                      <a:pt x="185873" y="12008"/>
                    </a:moveTo>
                    <a:cubicBezTo>
                      <a:pt x="217765" y="11892"/>
                      <a:pt x="249015" y="20519"/>
                      <a:pt x="276351" y="36953"/>
                    </a:cubicBezTo>
                    <a:cubicBezTo>
                      <a:pt x="303623" y="53387"/>
                      <a:pt x="325889" y="76999"/>
                      <a:pt x="340712" y="105223"/>
                    </a:cubicBezTo>
                    <a:cubicBezTo>
                      <a:pt x="355599" y="133446"/>
                      <a:pt x="362400" y="165201"/>
                      <a:pt x="360476" y="197036"/>
                    </a:cubicBezTo>
                    <a:cubicBezTo>
                      <a:pt x="358551" y="228872"/>
                      <a:pt x="347963" y="259570"/>
                      <a:pt x="329803" y="285793"/>
                    </a:cubicBezTo>
                    <a:lnTo>
                      <a:pt x="186130" y="492332"/>
                    </a:lnTo>
                    <a:lnTo>
                      <a:pt x="42906" y="285793"/>
                    </a:lnTo>
                    <a:cubicBezTo>
                      <a:pt x="24875" y="259637"/>
                      <a:pt x="14287" y="229028"/>
                      <a:pt x="12298" y="197276"/>
                    </a:cubicBezTo>
                    <a:cubicBezTo>
                      <a:pt x="10308" y="165525"/>
                      <a:pt x="17046" y="133841"/>
                      <a:pt x="31805" y="105649"/>
                    </a:cubicBezTo>
                    <a:cubicBezTo>
                      <a:pt x="46499" y="77456"/>
                      <a:pt x="68638" y="53831"/>
                      <a:pt x="95781" y="37327"/>
                    </a:cubicBezTo>
                    <a:cubicBezTo>
                      <a:pt x="122989" y="20822"/>
                      <a:pt x="154110" y="12067"/>
                      <a:pt x="185873" y="12008"/>
                    </a:cubicBezTo>
                    <a:close/>
                    <a:moveTo>
                      <a:pt x="185873" y="0"/>
                    </a:moveTo>
                    <a:cubicBezTo>
                      <a:pt x="151929" y="62"/>
                      <a:pt x="118625" y="9421"/>
                      <a:pt x="89620" y="27062"/>
                    </a:cubicBezTo>
                    <a:cubicBezTo>
                      <a:pt x="60553" y="44703"/>
                      <a:pt x="36938" y="69956"/>
                      <a:pt x="21153" y="100089"/>
                    </a:cubicBezTo>
                    <a:cubicBezTo>
                      <a:pt x="5432" y="130223"/>
                      <a:pt x="-1755" y="164090"/>
                      <a:pt x="363" y="198028"/>
                    </a:cubicBezTo>
                    <a:cubicBezTo>
                      <a:pt x="2416" y="231965"/>
                      <a:pt x="13774" y="264681"/>
                      <a:pt x="33088" y="292638"/>
                    </a:cubicBezTo>
                    <a:lnTo>
                      <a:pt x="176312" y="499179"/>
                    </a:lnTo>
                    <a:lnTo>
                      <a:pt x="186130" y="513347"/>
                    </a:lnTo>
                    <a:lnTo>
                      <a:pt x="195948" y="499179"/>
                    </a:lnTo>
                    <a:lnTo>
                      <a:pt x="339043" y="292638"/>
                    </a:lnTo>
                    <a:cubicBezTo>
                      <a:pt x="358422" y="264656"/>
                      <a:pt x="369716" y="231907"/>
                      <a:pt x="371834" y="197938"/>
                    </a:cubicBezTo>
                    <a:cubicBezTo>
                      <a:pt x="373887" y="163969"/>
                      <a:pt x="366636" y="130075"/>
                      <a:pt x="350915" y="99930"/>
                    </a:cubicBezTo>
                    <a:cubicBezTo>
                      <a:pt x="335129" y="69784"/>
                      <a:pt x="311387" y="44537"/>
                      <a:pt x="282318" y="26922"/>
                    </a:cubicBezTo>
                    <a:cubicBezTo>
                      <a:pt x="253250" y="9307"/>
                      <a:pt x="219883" y="-3"/>
                      <a:pt x="185873" y="0"/>
                    </a:cubicBezTo>
                    <a:lnTo>
                      <a:pt x="1858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164">
                <a:extLst>
                  <a:ext uri="{FF2B5EF4-FFF2-40B4-BE49-F238E27FC236}">
                    <a16:creationId xmlns:a16="http://schemas.microsoft.com/office/drawing/2014/main" id="{0CD766D3-146F-0ADE-8450-3CAD1D30AAC2}"/>
                  </a:ext>
                </a:extLst>
              </p:cNvPr>
              <p:cNvSpPr/>
              <p:nvPr/>
            </p:nvSpPr>
            <p:spPr>
              <a:xfrm>
                <a:off x="7562041" y="2324500"/>
                <a:ext cx="348127" cy="480300"/>
              </a:xfrm>
              <a:custGeom>
                <a:avLst/>
                <a:gdLst>
                  <a:gd name="connsiteX0" fmla="*/ 317327 w 348127"/>
                  <a:gd name="connsiteY0" fmla="*/ 75028 h 480300"/>
                  <a:gd name="connsiteX1" fmla="*/ 205225 w 348127"/>
                  <a:gd name="connsiteY1" fmla="*/ 2792 h 480300"/>
                  <a:gd name="connsiteX2" fmla="*/ 74963 w 348127"/>
                  <a:gd name="connsiteY2" fmla="*/ 31079 h 480300"/>
                  <a:gd name="connsiteX3" fmla="*/ 2774 w 348127"/>
                  <a:gd name="connsiteY3" fmla="*/ 143318 h 480300"/>
                  <a:gd name="connsiteX4" fmla="*/ 31072 w 348127"/>
                  <a:gd name="connsiteY4" fmla="*/ 273763 h 480300"/>
                  <a:gd name="connsiteX5" fmla="*/ 174232 w 348127"/>
                  <a:gd name="connsiteY5" fmla="*/ 480301 h 480300"/>
                  <a:gd name="connsiteX6" fmla="*/ 317327 w 348127"/>
                  <a:gd name="connsiteY6" fmla="*/ 273763 h 480300"/>
                  <a:gd name="connsiteX7" fmla="*/ 348128 w 348127"/>
                  <a:gd name="connsiteY7" fmla="*/ 174396 h 480300"/>
                  <a:gd name="connsiteX8" fmla="*/ 317327 w 348127"/>
                  <a:gd name="connsiteY8" fmla="*/ 75028 h 480300"/>
                  <a:gd name="connsiteX9" fmla="*/ 299937 w 348127"/>
                  <a:gd name="connsiteY9" fmla="*/ 261875 h 480300"/>
                  <a:gd name="connsiteX10" fmla="*/ 174232 w 348127"/>
                  <a:gd name="connsiteY10" fmla="*/ 443436 h 480300"/>
                  <a:gd name="connsiteX11" fmla="*/ 48076 w 348127"/>
                  <a:gd name="connsiteY11" fmla="*/ 261754 h 480300"/>
                  <a:gd name="connsiteX12" fmla="*/ 21126 w 348127"/>
                  <a:gd name="connsiteY12" fmla="*/ 183889 h 480300"/>
                  <a:gd name="connsiteX13" fmla="*/ 38322 w 348127"/>
                  <a:gd name="connsiteY13" fmla="*/ 103307 h 480300"/>
                  <a:gd name="connsiteX14" fmla="*/ 94727 w 348127"/>
                  <a:gd name="connsiteY14" fmla="*/ 43278 h 480300"/>
                  <a:gd name="connsiteX15" fmla="*/ 174039 w 348127"/>
                  <a:gd name="connsiteY15" fmla="*/ 21137 h 480300"/>
                  <a:gd name="connsiteX16" fmla="*/ 253287 w 348127"/>
                  <a:gd name="connsiteY16" fmla="*/ 43278 h 480300"/>
                  <a:gd name="connsiteX17" fmla="*/ 309691 w 348127"/>
                  <a:gd name="connsiteY17" fmla="*/ 103307 h 480300"/>
                  <a:gd name="connsiteX18" fmla="*/ 326888 w 348127"/>
                  <a:gd name="connsiteY18" fmla="*/ 183889 h 480300"/>
                  <a:gd name="connsiteX19" fmla="*/ 299937 w 348127"/>
                  <a:gd name="connsiteY19" fmla="*/ 261754 h 480300"/>
                  <a:gd name="connsiteX20" fmla="*/ 299937 w 348127"/>
                  <a:gd name="connsiteY20" fmla="*/ 261875 h 480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8127" h="480300">
                    <a:moveTo>
                      <a:pt x="317327" y="75028"/>
                    </a:moveTo>
                    <a:cubicBezTo>
                      <a:pt x="291018" y="37018"/>
                      <a:pt x="250656" y="11034"/>
                      <a:pt x="205225" y="2792"/>
                    </a:cubicBezTo>
                    <a:cubicBezTo>
                      <a:pt x="159794" y="-5450"/>
                      <a:pt x="112887" y="4725"/>
                      <a:pt x="74963" y="31079"/>
                    </a:cubicBezTo>
                    <a:cubicBezTo>
                      <a:pt x="36975" y="57433"/>
                      <a:pt x="11051" y="97806"/>
                      <a:pt x="2774" y="143318"/>
                    </a:cubicBezTo>
                    <a:cubicBezTo>
                      <a:pt x="-5440" y="188831"/>
                      <a:pt x="4762" y="235753"/>
                      <a:pt x="31072" y="273763"/>
                    </a:cubicBezTo>
                    <a:lnTo>
                      <a:pt x="174232" y="480301"/>
                    </a:lnTo>
                    <a:lnTo>
                      <a:pt x="317327" y="273763"/>
                    </a:lnTo>
                    <a:cubicBezTo>
                      <a:pt x="337412" y="244522"/>
                      <a:pt x="348128" y="209876"/>
                      <a:pt x="348128" y="174396"/>
                    </a:cubicBezTo>
                    <a:cubicBezTo>
                      <a:pt x="348128" y="138916"/>
                      <a:pt x="337412" y="104269"/>
                      <a:pt x="317327" y="75028"/>
                    </a:cubicBezTo>
                    <a:close/>
                    <a:moveTo>
                      <a:pt x="299937" y="261875"/>
                    </a:moveTo>
                    <a:lnTo>
                      <a:pt x="174232" y="443436"/>
                    </a:lnTo>
                    <a:lnTo>
                      <a:pt x="48076" y="261754"/>
                    </a:lnTo>
                    <a:cubicBezTo>
                      <a:pt x="32163" y="238746"/>
                      <a:pt x="22858" y="211819"/>
                      <a:pt x="21126" y="183889"/>
                    </a:cubicBezTo>
                    <a:cubicBezTo>
                      <a:pt x="19457" y="155960"/>
                      <a:pt x="25361" y="128093"/>
                      <a:pt x="38322" y="103307"/>
                    </a:cubicBezTo>
                    <a:cubicBezTo>
                      <a:pt x="51349" y="78522"/>
                      <a:pt x="70792" y="57762"/>
                      <a:pt x="94727" y="43278"/>
                    </a:cubicBezTo>
                    <a:cubicBezTo>
                      <a:pt x="118661" y="28794"/>
                      <a:pt x="146061" y="21137"/>
                      <a:pt x="174039" y="21137"/>
                    </a:cubicBezTo>
                    <a:cubicBezTo>
                      <a:pt x="201952" y="21137"/>
                      <a:pt x="229352" y="28794"/>
                      <a:pt x="253287" y="43278"/>
                    </a:cubicBezTo>
                    <a:cubicBezTo>
                      <a:pt x="277222" y="57762"/>
                      <a:pt x="296665" y="78522"/>
                      <a:pt x="309691" y="103307"/>
                    </a:cubicBezTo>
                    <a:cubicBezTo>
                      <a:pt x="322653" y="128093"/>
                      <a:pt x="328557" y="155960"/>
                      <a:pt x="326888" y="183889"/>
                    </a:cubicBezTo>
                    <a:cubicBezTo>
                      <a:pt x="325156" y="211819"/>
                      <a:pt x="315851" y="238746"/>
                      <a:pt x="299937" y="261754"/>
                    </a:cubicBezTo>
                    <a:lnTo>
                      <a:pt x="299937" y="261875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165">
                <a:extLst>
                  <a:ext uri="{FF2B5EF4-FFF2-40B4-BE49-F238E27FC236}">
                    <a16:creationId xmlns:a16="http://schemas.microsoft.com/office/drawing/2014/main" id="{B405AD3B-1DE5-31D3-58A0-005C38B006E7}"/>
                  </a:ext>
                </a:extLst>
              </p:cNvPr>
              <p:cNvSpPr/>
              <p:nvPr/>
            </p:nvSpPr>
            <p:spPr>
              <a:xfrm>
                <a:off x="7661058" y="2372655"/>
                <a:ext cx="150173" cy="207389"/>
              </a:xfrm>
              <a:custGeom>
                <a:avLst/>
                <a:gdLst>
                  <a:gd name="connsiteX0" fmla="*/ 127961 w 150173"/>
                  <a:gd name="connsiteY0" fmla="*/ 78867 h 207389"/>
                  <a:gd name="connsiteX1" fmla="*/ 127961 w 150173"/>
                  <a:gd name="connsiteY1" fmla="*/ 52930 h 207389"/>
                  <a:gd name="connsiteX2" fmla="*/ 122250 w 150173"/>
                  <a:gd name="connsiteY2" fmla="*/ 29298 h 207389"/>
                  <a:gd name="connsiteX3" fmla="*/ 106658 w 150173"/>
                  <a:gd name="connsiteY3" fmla="*/ 10661 h 207389"/>
                  <a:gd name="connsiteX4" fmla="*/ 84519 w 150173"/>
                  <a:gd name="connsiteY4" fmla="*/ 860 h 207389"/>
                  <a:gd name="connsiteX5" fmla="*/ 60328 w 150173"/>
                  <a:gd name="connsiteY5" fmla="*/ 2135 h 207389"/>
                  <a:gd name="connsiteX6" fmla="*/ 32671 w 150173"/>
                  <a:gd name="connsiteY6" fmla="*/ 21678 h 207389"/>
                  <a:gd name="connsiteX7" fmla="*/ 22212 w 150173"/>
                  <a:gd name="connsiteY7" fmla="*/ 53890 h 207389"/>
                  <a:gd name="connsiteX8" fmla="*/ 22212 w 150173"/>
                  <a:gd name="connsiteY8" fmla="*/ 78867 h 207389"/>
                  <a:gd name="connsiteX9" fmla="*/ 1485 w 150173"/>
                  <a:gd name="connsiteY9" fmla="*/ 117348 h 207389"/>
                  <a:gd name="connsiteX10" fmla="*/ 5656 w 150173"/>
                  <a:gd name="connsiteY10" fmla="*/ 160856 h 207389"/>
                  <a:gd name="connsiteX11" fmla="*/ 33313 w 150173"/>
                  <a:gd name="connsiteY11" fmla="*/ 194682 h 207389"/>
                  <a:gd name="connsiteX12" fmla="*/ 75086 w 150173"/>
                  <a:gd name="connsiteY12" fmla="*/ 207390 h 207389"/>
                  <a:gd name="connsiteX13" fmla="*/ 116860 w 150173"/>
                  <a:gd name="connsiteY13" fmla="*/ 194682 h 207389"/>
                  <a:gd name="connsiteX14" fmla="*/ 144517 w 150173"/>
                  <a:gd name="connsiteY14" fmla="*/ 160856 h 207389"/>
                  <a:gd name="connsiteX15" fmla="*/ 148687 w 150173"/>
                  <a:gd name="connsiteY15" fmla="*/ 117348 h 207389"/>
                  <a:gd name="connsiteX16" fmla="*/ 127961 w 150173"/>
                  <a:gd name="connsiteY16" fmla="*/ 78867 h 207389"/>
                  <a:gd name="connsiteX17" fmla="*/ 43195 w 150173"/>
                  <a:gd name="connsiteY17" fmla="*/ 53890 h 207389"/>
                  <a:gd name="connsiteX18" fmla="*/ 49419 w 150173"/>
                  <a:gd name="connsiteY18" fmla="*/ 34280 h 207389"/>
                  <a:gd name="connsiteX19" fmla="*/ 66103 w 150173"/>
                  <a:gd name="connsiteY19" fmla="*/ 22309 h 207389"/>
                  <a:gd name="connsiteX20" fmla="*/ 80669 w 150173"/>
                  <a:gd name="connsiteY20" fmla="*/ 21562 h 207389"/>
                  <a:gd name="connsiteX21" fmla="*/ 94017 w 150173"/>
                  <a:gd name="connsiteY21" fmla="*/ 27473 h 207389"/>
                  <a:gd name="connsiteX22" fmla="*/ 103449 w 150173"/>
                  <a:gd name="connsiteY22" fmla="*/ 38696 h 207389"/>
                  <a:gd name="connsiteX23" fmla="*/ 106978 w 150173"/>
                  <a:gd name="connsiteY23" fmla="*/ 52930 h 207389"/>
                  <a:gd name="connsiteX24" fmla="*/ 106978 w 150173"/>
                  <a:gd name="connsiteY24" fmla="*/ 64098 h 207389"/>
                  <a:gd name="connsiteX25" fmla="*/ 75086 w 150173"/>
                  <a:gd name="connsiteY25" fmla="*/ 57011 h 207389"/>
                  <a:gd name="connsiteX26" fmla="*/ 43195 w 150173"/>
                  <a:gd name="connsiteY26" fmla="*/ 64098 h 207389"/>
                  <a:gd name="connsiteX27" fmla="*/ 43195 w 150173"/>
                  <a:gd name="connsiteY27" fmla="*/ 53890 h 207389"/>
                  <a:gd name="connsiteX28" fmla="*/ 75086 w 150173"/>
                  <a:gd name="connsiteY28" fmla="*/ 185980 h 207389"/>
                  <a:gd name="connsiteX29" fmla="*/ 44863 w 150173"/>
                  <a:gd name="connsiteY29" fmla="*/ 176992 h 207389"/>
                  <a:gd name="connsiteX30" fmla="*/ 24714 w 150173"/>
                  <a:gd name="connsiteY30" fmla="*/ 152669 h 207389"/>
                  <a:gd name="connsiteX31" fmla="*/ 21570 w 150173"/>
                  <a:gd name="connsiteY31" fmla="*/ 121248 h 207389"/>
                  <a:gd name="connsiteX32" fmla="*/ 36393 w 150173"/>
                  <a:gd name="connsiteY32" fmla="*/ 93367 h 207389"/>
                  <a:gd name="connsiteX33" fmla="*/ 64178 w 150173"/>
                  <a:gd name="connsiteY33" fmla="*/ 78468 h 207389"/>
                  <a:gd name="connsiteX34" fmla="*/ 95557 w 150173"/>
                  <a:gd name="connsiteY34" fmla="*/ 81594 h 207389"/>
                  <a:gd name="connsiteX35" fmla="*/ 119876 w 150173"/>
                  <a:gd name="connsiteY35" fmla="*/ 101686 h 207389"/>
                  <a:gd name="connsiteX36" fmla="*/ 128924 w 150173"/>
                  <a:gd name="connsiteY36" fmla="*/ 131944 h 207389"/>
                  <a:gd name="connsiteX37" fmla="*/ 125010 w 150173"/>
                  <a:gd name="connsiteY37" fmla="*/ 152743 h 207389"/>
                  <a:gd name="connsiteX38" fmla="*/ 113395 w 150173"/>
                  <a:gd name="connsiteY38" fmla="*/ 170414 h 207389"/>
                  <a:gd name="connsiteX39" fmla="*/ 95813 w 150173"/>
                  <a:gd name="connsiteY39" fmla="*/ 182223 h 207389"/>
                  <a:gd name="connsiteX40" fmla="*/ 75086 w 150173"/>
                  <a:gd name="connsiteY40" fmla="*/ 186340 h 207389"/>
                  <a:gd name="connsiteX41" fmla="*/ 75086 w 150173"/>
                  <a:gd name="connsiteY41" fmla="*/ 185980 h 207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50173" h="207389">
                    <a:moveTo>
                      <a:pt x="127961" y="78867"/>
                    </a:moveTo>
                    <a:lnTo>
                      <a:pt x="127961" y="52930"/>
                    </a:lnTo>
                    <a:cubicBezTo>
                      <a:pt x="127897" y="44716"/>
                      <a:pt x="125972" y="36629"/>
                      <a:pt x="122250" y="29298"/>
                    </a:cubicBezTo>
                    <a:cubicBezTo>
                      <a:pt x="118529" y="21967"/>
                      <a:pt x="113203" y="15590"/>
                      <a:pt x="106658" y="10661"/>
                    </a:cubicBezTo>
                    <a:cubicBezTo>
                      <a:pt x="100112" y="5699"/>
                      <a:pt x="92540" y="2341"/>
                      <a:pt x="84519" y="860"/>
                    </a:cubicBezTo>
                    <a:cubicBezTo>
                      <a:pt x="76434" y="-621"/>
                      <a:pt x="68156" y="-184"/>
                      <a:pt x="60328" y="2135"/>
                    </a:cubicBezTo>
                    <a:cubicBezTo>
                      <a:pt x="49291" y="5498"/>
                      <a:pt x="39601" y="12353"/>
                      <a:pt x="32671" y="21678"/>
                    </a:cubicBezTo>
                    <a:cubicBezTo>
                      <a:pt x="25805" y="31003"/>
                      <a:pt x="22147" y="42302"/>
                      <a:pt x="22212" y="53890"/>
                    </a:cubicBezTo>
                    <a:lnTo>
                      <a:pt x="22212" y="78867"/>
                    </a:lnTo>
                    <a:cubicBezTo>
                      <a:pt x="11624" y="89358"/>
                      <a:pt x="4437" y="102751"/>
                      <a:pt x="1485" y="117348"/>
                    </a:cubicBezTo>
                    <a:cubicBezTo>
                      <a:pt x="-1466" y="131945"/>
                      <a:pt x="10" y="147088"/>
                      <a:pt x="5656" y="160856"/>
                    </a:cubicBezTo>
                    <a:cubicBezTo>
                      <a:pt x="11368" y="174625"/>
                      <a:pt x="20993" y="186398"/>
                      <a:pt x="33313" y="194682"/>
                    </a:cubicBezTo>
                    <a:cubicBezTo>
                      <a:pt x="45698" y="202966"/>
                      <a:pt x="60200" y="207390"/>
                      <a:pt x="75086" y="207390"/>
                    </a:cubicBezTo>
                    <a:cubicBezTo>
                      <a:pt x="89974" y="207390"/>
                      <a:pt x="104476" y="202966"/>
                      <a:pt x="116860" y="194682"/>
                    </a:cubicBezTo>
                    <a:cubicBezTo>
                      <a:pt x="129245" y="186398"/>
                      <a:pt x="138870" y="174625"/>
                      <a:pt x="144517" y="160856"/>
                    </a:cubicBezTo>
                    <a:cubicBezTo>
                      <a:pt x="150164" y="147088"/>
                      <a:pt x="151640" y="131945"/>
                      <a:pt x="148687" y="117348"/>
                    </a:cubicBezTo>
                    <a:cubicBezTo>
                      <a:pt x="145736" y="102751"/>
                      <a:pt x="138549" y="89358"/>
                      <a:pt x="127961" y="78867"/>
                    </a:cubicBezTo>
                    <a:close/>
                    <a:moveTo>
                      <a:pt x="43195" y="53890"/>
                    </a:moveTo>
                    <a:cubicBezTo>
                      <a:pt x="43066" y="46854"/>
                      <a:pt x="45248" y="39974"/>
                      <a:pt x="49419" y="34280"/>
                    </a:cubicBezTo>
                    <a:cubicBezTo>
                      <a:pt x="53526" y="28586"/>
                      <a:pt x="59365" y="24386"/>
                      <a:pt x="66103" y="22309"/>
                    </a:cubicBezTo>
                    <a:cubicBezTo>
                      <a:pt x="70851" y="20921"/>
                      <a:pt x="75856" y="20665"/>
                      <a:pt x="80669" y="21562"/>
                    </a:cubicBezTo>
                    <a:cubicBezTo>
                      <a:pt x="85546" y="22459"/>
                      <a:pt x="90102" y="24483"/>
                      <a:pt x="94017" y="27473"/>
                    </a:cubicBezTo>
                    <a:cubicBezTo>
                      <a:pt x="97995" y="30444"/>
                      <a:pt x="101203" y="34283"/>
                      <a:pt x="103449" y="38696"/>
                    </a:cubicBezTo>
                    <a:cubicBezTo>
                      <a:pt x="105695" y="43109"/>
                      <a:pt x="106914" y="47978"/>
                      <a:pt x="106978" y="52930"/>
                    </a:cubicBezTo>
                    <a:lnTo>
                      <a:pt x="106978" y="64098"/>
                    </a:lnTo>
                    <a:cubicBezTo>
                      <a:pt x="97032" y="59430"/>
                      <a:pt x="86123" y="57011"/>
                      <a:pt x="75086" y="57011"/>
                    </a:cubicBezTo>
                    <a:cubicBezTo>
                      <a:pt x="64050" y="57011"/>
                      <a:pt x="53205" y="59430"/>
                      <a:pt x="43195" y="64098"/>
                    </a:cubicBezTo>
                    <a:lnTo>
                      <a:pt x="43195" y="53890"/>
                    </a:lnTo>
                    <a:close/>
                    <a:moveTo>
                      <a:pt x="75086" y="185980"/>
                    </a:moveTo>
                    <a:cubicBezTo>
                      <a:pt x="64371" y="186051"/>
                      <a:pt x="53847" y="182923"/>
                      <a:pt x="44863" y="176992"/>
                    </a:cubicBezTo>
                    <a:cubicBezTo>
                      <a:pt x="35880" y="171061"/>
                      <a:pt x="28885" y="162594"/>
                      <a:pt x="24714" y="152669"/>
                    </a:cubicBezTo>
                    <a:cubicBezTo>
                      <a:pt x="20607" y="142744"/>
                      <a:pt x="19453" y="131807"/>
                      <a:pt x="21570" y="121248"/>
                    </a:cubicBezTo>
                    <a:cubicBezTo>
                      <a:pt x="23623" y="110689"/>
                      <a:pt x="28757" y="100985"/>
                      <a:pt x="36393" y="93367"/>
                    </a:cubicBezTo>
                    <a:cubicBezTo>
                      <a:pt x="43965" y="85751"/>
                      <a:pt x="53654" y="80565"/>
                      <a:pt x="64178" y="78468"/>
                    </a:cubicBezTo>
                    <a:cubicBezTo>
                      <a:pt x="74702" y="76371"/>
                      <a:pt x="85610" y="77459"/>
                      <a:pt x="95557" y="81594"/>
                    </a:cubicBezTo>
                    <a:cubicBezTo>
                      <a:pt x="105502" y="85728"/>
                      <a:pt x="113973" y="92721"/>
                      <a:pt x="119876" y="101686"/>
                    </a:cubicBezTo>
                    <a:cubicBezTo>
                      <a:pt x="125844" y="110652"/>
                      <a:pt x="128988" y="121183"/>
                      <a:pt x="128924" y="131944"/>
                    </a:cubicBezTo>
                    <a:cubicBezTo>
                      <a:pt x="129052" y="139069"/>
                      <a:pt x="127705" y="146138"/>
                      <a:pt x="125010" y="152743"/>
                    </a:cubicBezTo>
                    <a:cubicBezTo>
                      <a:pt x="122314" y="159347"/>
                      <a:pt x="118400" y="165354"/>
                      <a:pt x="113395" y="170414"/>
                    </a:cubicBezTo>
                    <a:cubicBezTo>
                      <a:pt x="108390" y="175475"/>
                      <a:pt x="102422" y="179489"/>
                      <a:pt x="95813" y="182223"/>
                    </a:cubicBezTo>
                    <a:cubicBezTo>
                      <a:pt x="89268" y="184957"/>
                      <a:pt x="82209" y="186357"/>
                      <a:pt x="75086" y="186340"/>
                    </a:cubicBezTo>
                    <a:lnTo>
                      <a:pt x="75086" y="185980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166">
                <a:extLst>
                  <a:ext uri="{FF2B5EF4-FFF2-40B4-BE49-F238E27FC236}">
                    <a16:creationId xmlns:a16="http://schemas.microsoft.com/office/drawing/2014/main" id="{AD1858BA-D482-1805-B038-38CD9847A1A8}"/>
                  </a:ext>
                </a:extLst>
              </p:cNvPr>
              <p:cNvSpPr/>
              <p:nvPr/>
            </p:nvSpPr>
            <p:spPr>
              <a:xfrm>
                <a:off x="7720266" y="2481538"/>
                <a:ext cx="31727" cy="50193"/>
              </a:xfrm>
              <a:custGeom>
                <a:avLst/>
                <a:gdLst>
                  <a:gd name="connsiteX0" fmla="*/ 15878 w 31727"/>
                  <a:gd name="connsiteY0" fmla="*/ 0 h 50193"/>
                  <a:gd name="connsiteX1" fmla="*/ 13954 w 31727"/>
                  <a:gd name="connsiteY1" fmla="*/ 0 h 50193"/>
                  <a:gd name="connsiteX2" fmla="*/ 4842 w 31727"/>
                  <a:gd name="connsiteY2" fmla="*/ 4406 h 50193"/>
                  <a:gd name="connsiteX3" fmla="*/ 157 w 31727"/>
                  <a:gd name="connsiteY3" fmla="*/ 13449 h 50193"/>
                  <a:gd name="connsiteX4" fmla="*/ 1697 w 31727"/>
                  <a:gd name="connsiteY4" fmla="*/ 22944 h 50193"/>
                  <a:gd name="connsiteX5" fmla="*/ 8435 w 31727"/>
                  <a:gd name="connsiteY5" fmla="*/ 29780 h 50193"/>
                  <a:gd name="connsiteX6" fmla="*/ 5355 w 31727"/>
                  <a:gd name="connsiteY6" fmla="*/ 50194 h 50193"/>
                  <a:gd name="connsiteX7" fmla="*/ 26466 w 31727"/>
                  <a:gd name="connsiteY7" fmla="*/ 50194 h 50193"/>
                  <a:gd name="connsiteX8" fmla="*/ 23579 w 31727"/>
                  <a:gd name="connsiteY8" fmla="*/ 29780 h 50193"/>
                  <a:gd name="connsiteX9" fmla="*/ 29546 w 31727"/>
                  <a:gd name="connsiteY9" fmla="*/ 23862 h 50193"/>
                  <a:gd name="connsiteX10" fmla="*/ 31728 w 31727"/>
                  <a:gd name="connsiteY10" fmla="*/ 15730 h 50193"/>
                  <a:gd name="connsiteX11" fmla="*/ 27044 w 31727"/>
                  <a:gd name="connsiteY11" fmla="*/ 4600 h 50193"/>
                  <a:gd name="connsiteX12" fmla="*/ 15878 w 31727"/>
                  <a:gd name="connsiteY12" fmla="*/ 0 h 5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727" h="50193">
                    <a:moveTo>
                      <a:pt x="15878" y="0"/>
                    </a:moveTo>
                    <a:lnTo>
                      <a:pt x="13954" y="0"/>
                    </a:lnTo>
                    <a:cubicBezTo>
                      <a:pt x="10553" y="431"/>
                      <a:pt x="7344" y="1978"/>
                      <a:pt x="4842" y="4406"/>
                    </a:cubicBezTo>
                    <a:cubicBezTo>
                      <a:pt x="2339" y="6833"/>
                      <a:pt x="735" y="10009"/>
                      <a:pt x="157" y="13449"/>
                    </a:cubicBezTo>
                    <a:cubicBezTo>
                      <a:pt x="-292" y="16695"/>
                      <a:pt x="222" y="20015"/>
                      <a:pt x="1697" y="22944"/>
                    </a:cubicBezTo>
                    <a:cubicBezTo>
                      <a:pt x="3173" y="25873"/>
                      <a:pt x="5547" y="28263"/>
                      <a:pt x="8435" y="29780"/>
                    </a:cubicBezTo>
                    <a:lnTo>
                      <a:pt x="5355" y="50194"/>
                    </a:lnTo>
                    <a:lnTo>
                      <a:pt x="26466" y="50194"/>
                    </a:lnTo>
                    <a:lnTo>
                      <a:pt x="23579" y="29780"/>
                    </a:lnTo>
                    <a:cubicBezTo>
                      <a:pt x="26081" y="28373"/>
                      <a:pt x="28135" y="26331"/>
                      <a:pt x="29546" y="23862"/>
                    </a:cubicBezTo>
                    <a:cubicBezTo>
                      <a:pt x="30958" y="21392"/>
                      <a:pt x="31728" y="18586"/>
                      <a:pt x="31728" y="15730"/>
                    </a:cubicBezTo>
                    <a:cubicBezTo>
                      <a:pt x="31664" y="11547"/>
                      <a:pt x="29996" y="7546"/>
                      <a:pt x="27044" y="4600"/>
                    </a:cubicBezTo>
                    <a:cubicBezTo>
                      <a:pt x="24092" y="1653"/>
                      <a:pt x="20049" y="-1"/>
                      <a:pt x="15878" y="0"/>
                    </a:cubicBez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3" name="Graphic 3">
              <a:extLst>
                <a:ext uri="{FF2B5EF4-FFF2-40B4-BE49-F238E27FC236}">
                  <a16:creationId xmlns:a16="http://schemas.microsoft.com/office/drawing/2014/main" id="{13128E7D-01A7-E1F9-732D-6DBBF438E0FE}"/>
                </a:ext>
              </a:extLst>
            </p:cNvPr>
            <p:cNvGrpSpPr/>
            <p:nvPr/>
          </p:nvGrpSpPr>
          <p:grpSpPr>
            <a:xfrm>
              <a:off x="7467278" y="2831052"/>
              <a:ext cx="532597" cy="237423"/>
              <a:chOff x="7467278" y="2831052"/>
              <a:chExt cx="532597" cy="237423"/>
            </a:xfrm>
            <a:solidFill>
              <a:srgbClr val="000000"/>
            </a:solidFill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1B90975-4503-8E57-D431-11A5047056DA}"/>
                  </a:ext>
                </a:extLst>
              </p:cNvPr>
              <p:cNvSpPr txBox="1"/>
              <p:nvPr/>
            </p:nvSpPr>
            <p:spPr>
              <a:xfrm>
                <a:off x="7483449" y="2785332"/>
                <a:ext cx="510138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8" spc="0" baseline="0" dirty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Private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2912384-55FA-18A6-E834-BDF2F76FEBB0}"/>
                  </a:ext>
                </a:extLst>
              </p:cNvPr>
              <p:cNvSpPr txBox="1"/>
              <p:nvPr/>
            </p:nvSpPr>
            <p:spPr>
              <a:xfrm>
                <a:off x="7375838" y="2888001"/>
                <a:ext cx="715477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8" spc="0" baseline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Endpoint IP</a:t>
                </a:r>
              </a:p>
            </p:txBody>
          </p:sp>
        </p:grp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75678F8-2345-9C58-D143-C823F58DF1DE}"/>
              </a:ext>
            </a:extLst>
          </p:cNvPr>
          <p:cNvCxnSpPr>
            <a:cxnSpLocks/>
          </p:cNvCxnSpPr>
          <p:nvPr/>
        </p:nvCxnSpPr>
        <p:spPr>
          <a:xfrm>
            <a:off x="4248943" y="3264108"/>
            <a:ext cx="0" cy="4580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7D8D1FA-F723-C144-DA10-12C261728A06}"/>
              </a:ext>
            </a:extLst>
          </p:cNvPr>
          <p:cNvCxnSpPr>
            <a:cxnSpLocks/>
          </p:cNvCxnSpPr>
          <p:nvPr/>
        </p:nvCxnSpPr>
        <p:spPr>
          <a:xfrm>
            <a:off x="7216114" y="3269794"/>
            <a:ext cx="0" cy="4580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54F7499-B7C3-FDB0-2B74-C552ED2EA1DE}"/>
              </a:ext>
            </a:extLst>
          </p:cNvPr>
          <p:cNvGrpSpPr/>
          <p:nvPr/>
        </p:nvGrpSpPr>
        <p:grpSpPr>
          <a:xfrm>
            <a:off x="4392402" y="4919733"/>
            <a:ext cx="818630" cy="991383"/>
            <a:chOff x="3886200" y="4038600"/>
            <a:chExt cx="818630" cy="991383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4763FE5-5FB6-3CF9-0B9C-170092F24FCE}"/>
                </a:ext>
              </a:extLst>
            </p:cNvPr>
            <p:cNvSpPr/>
            <p:nvPr/>
          </p:nvSpPr>
          <p:spPr>
            <a:xfrm>
              <a:off x="3886200" y="4038600"/>
              <a:ext cx="818630" cy="870115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BA6176E-86B8-862D-3C05-C47B91A70F9C}"/>
                </a:ext>
              </a:extLst>
            </p:cNvPr>
            <p:cNvSpPr txBox="1"/>
            <p:nvPr/>
          </p:nvSpPr>
          <p:spPr>
            <a:xfrm>
              <a:off x="3931424" y="4860706"/>
              <a:ext cx="693337" cy="1692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T" sz="500" dirty="0"/>
                <a:t>Private network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BD61AB5-6855-9D98-5405-B03663081B22}"/>
              </a:ext>
            </a:extLst>
          </p:cNvPr>
          <p:cNvGrpSpPr/>
          <p:nvPr/>
        </p:nvGrpSpPr>
        <p:grpSpPr>
          <a:xfrm>
            <a:off x="6322978" y="4960561"/>
            <a:ext cx="818630" cy="991383"/>
            <a:chOff x="3886200" y="4038600"/>
            <a:chExt cx="818630" cy="991383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47DC255-0C79-F599-5872-FD01462E6BEA}"/>
                </a:ext>
              </a:extLst>
            </p:cNvPr>
            <p:cNvSpPr/>
            <p:nvPr/>
          </p:nvSpPr>
          <p:spPr>
            <a:xfrm>
              <a:off x="3886200" y="4038600"/>
              <a:ext cx="818630" cy="870115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DFCBA7A-4905-D3F8-9055-805106C468D6}"/>
                </a:ext>
              </a:extLst>
            </p:cNvPr>
            <p:cNvSpPr txBox="1"/>
            <p:nvPr/>
          </p:nvSpPr>
          <p:spPr>
            <a:xfrm>
              <a:off x="3931424" y="4860706"/>
              <a:ext cx="693337" cy="1692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T" sz="500" dirty="0"/>
                <a:t>Private network</a:t>
              </a:r>
            </a:p>
          </p:txBody>
        </p:sp>
      </p:grpSp>
      <p:sp>
        <p:nvSpPr>
          <p:cNvPr id="31" name="Down Arrow 30">
            <a:extLst>
              <a:ext uri="{FF2B5EF4-FFF2-40B4-BE49-F238E27FC236}">
                <a16:creationId xmlns:a16="http://schemas.microsoft.com/office/drawing/2014/main" id="{3FC11703-A3A1-487A-7ECE-E5A690A9DC6E}"/>
              </a:ext>
            </a:extLst>
          </p:cNvPr>
          <p:cNvSpPr/>
          <p:nvPr/>
        </p:nvSpPr>
        <p:spPr>
          <a:xfrm rot="16200000">
            <a:off x="5684658" y="4740295"/>
            <a:ext cx="224144" cy="1047011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8" name="Down Arrow 37">
            <a:extLst>
              <a:ext uri="{FF2B5EF4-FFF2-40B4-BE49-F238E27FC236}">
                <a16:creationId xmlns:a16="http://schemas.microsoft.com/office/drawing/2014/main" id="{96BE7E42-6C72-73D2-FC19-E61C453C097D}"/>
              </a:ext>
            </a:extLst>
          </p:cNvPr>
          <p:cNvSpPr/>
          <p:nvPr/>
        </p:nvSpPr>
        <p:spPr>
          <a:xfrm rot="5400000">
            <a:off x="5645534" y="5106262"/>
            <a:ext cx="224144" cy="1047011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13EE74-F4E1-1323-4BB3-F5F57CBF2040}"/>
              </a:ext>
            </a:extLst>
          </p:cNvPr>
          <p:cNvSpPr txBox="1"/>
          <p:nvPr/>
        </p:nvSpPr>
        <p:spPr>
          <a:xfrm>
            <a:off x="5299544" y="5344270"/>
            <a:ext cx="92044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700" dirty="0"/>
              <a:t>A</a:t>
            </a:r>
            <a:r>
              <a:rPr lang="en-GB" sz="700" dirty="0"/>
              <a:t>c</a:t>
            </a:r>
            <a:r>
              <a:rPr lang="en-IT" sz="700" dirty="0"/>
              <a:t>tive Data Guard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4CA89BD-B3C2-3CF9-86D5-2B3AB8D48D7A}"/>
              </a:ext>
            </a:extLst>
          </p:cNvPr>
          <p:cNvGrpSpPr/>
          <p:nvPr/>
        </p:nvGrpSpPr>
        <p:grpSpPr>
          <a:xfrm>
            <a:off x="2925372" y="1707975"/>
            <a:ext cx="1284056" cy="4802730"/>
            <a:chOff x="2925372" y="1707975"/>
            <a:chExt cx="1284056" cy="4802730"/>
          </a:xfrm>
        </p:grpSpPr>
        <p:sp>
          <p:nvSpPr>
            <p:cNvPr id="53" name="Left Bracket 52">
              <a:extLst>
                <a:ext uri="{FF2B5EF4-FFF2-40B4-BE49-F238E27FC236}">
                  <a16:creationId xmlns:a16="http://schemas.microsoft.com/office/drawing/2014/main" id="{CAAC1C2D-7C67-D475-8726-08ACA1A4660C}"/>
                </a:ext>
              </a:extLst>
            </p:cNvPr>
            <p:cNvSpPr/>
            <p:nvPr/>
          </p:nvSpPr>
          <p:spPr>
            <a:xfrm>
              <a:off x="2925372" y="1707975"/>
              <a:ext cx="1284056" cy="4802730"/>
            </a:xfrm>
            <a:prstGeom prst="leftBracket">
              <a:avLst/>
            </a:prstGeom>
            <a:noFill/>
            <a:ln w="41275">
              <a:solidFill>
                <a:srgbClr val="92D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lt1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E305B19-E8AB-A0A9-0FD3-42C22D8338BA}"/>
                </a:ext>
              </a:extLst>
            </p:cNvPr>
            <p:cNvSpPr txBox="1"/>
            <p:nvPr/>
          </p:nvSpPr>
          <p:spPr>
            <a:xfrm rot="16200000">
              <a:off x="1072449" y="3829096"/>
              <a:ext cx="4418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 sz="2400" dirty="0"/>
                <a:t>DR Protection Group / DR Plan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82707DD-F2D9-E48C-85EB-097D6D32F36B}"/>
              </a:ext>
            </a:extLst>
          </p:cNvPr>
          <p:cNvGrpSpPr/>
          <p:nvPr/>
        </p:nvGrpSpPr>
        <p:grpSpPr>
          <a:xfrm>
            <a:off x="7366881" y="1658564"/>
            <a:ext cx="1284056" cy="4802730"/>
            <a:chOff x="7366881" y="1658564"/>
            <a:chExt cx="1284056" cy="4802730"/>
          </a:xfrm>
        </p:grpSpPr>
        <p:sp>
          <p:nvSpPr>
            <p:cNvPr id="57" name="Left Bracket 56">
              <a:extLst>
                <a:ext uri="{FF2B5EF4-FFF2-40B4-BE49-F238E27FC236}">
                  <a16:creationId xmlns:a16="http://schemas.microsoft.com/office/drawing/2014/main" id="{E2AFACA7-A382-B5E8-78FD-0CE53DFE70C0}"/>
                </a:ext>
              </a:extLst>
            </p:cNvPr>
            <p:cNvSpPr/>
            <p:nvPr/>
          </p:nvSpPr>
          <p:spPr>
            <a:xfrm flipH="1">
              <a:off x="7366881" y="1658564"/>
              <a:ext cx="1284056" cy="4802730"/>
            </a:xfrm>
            <a:prstGeom prst="leftBracket">
              <a:avLst/>
            </a:prstGeom>
            <a:noFill/>
            <a:ln w="41275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21F7A76-7AA9-C741-AC6D-1DC7CB92FBAF}"/>
                </a:ext>
              </a:extLst>
            </p:cNvPr>
            <p:cNvSpPr txBox="1"/>
            <p:nvPr/>
          </p:nvSpPr>
          <p:spPr>
            <a:xfrm rot="5400000">
              <a:off x="6080241" y="3870325"/>
              <a:ext cx="4432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 sz="2400" dirty="0"/>
                <a:t>DR Protection Group / DR Plan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10B81F3B-02D2-3CCF-E72A-2F5A58D7FC48}"/>
              </a:ext>
            </a:extLst>
          </p:cNvPr>
          <p:cNvSpPr txBox="1"/>
          <p:nvPr/>
        </p:nvSpPr>
        <p:spPr>
          <a:xfrm>
            <a:off x="5112852" y="6276874"/>
            <a:ext cx="1341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1600" dirty="0"/>
              <a:t>DR Plan</a:t>
            </a:r>
          </a:p>
          <a:p>
            <a:pPr algn="ctr"/>
            <a:r>
              <a:rPr lang="en-IT" sz="1600" dirty="0"/>
              <a:t>Execution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FF326DC-A91E-0F13-AFB6-EA14993269A0}"/>
              </a:ext>
            </a:extLst>
          </p:cNvPr>
          <p:cNvGrpSpPr/>
          <p:nvPr/>
        </p:nvGrpSpPr>
        <p:grpSpPr>
          <a:xfrm>
            <a:off x="4308784" y="6307070"/>
            <a:ext cx="2940781" cy="207013"/>
            <a:chOff x="4291762" y="6305735"/>
            <a:chExt cx="2940781" cy="207013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1098F825-0D63-5614-6EF2-A25E98FD8BA3}"/>
                </a:ext>
              </a:extLst>
            </p:cNvPr>
            <p:cNvSpPr/>
            <p:nvPr/>
          </p:nvSpPr>
          <p:spPr>
            <a:xfrm rot="16200000">
              <a:off x="4579368" y="6018129"/>
              <a:ext cx="204970" cy="780181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62" name="Down Arrow 61">
              <a:extLst>
                <a:ext uri="{FF2B5EF4-FFF2-40B4-BE49-F238E27FC236}">
                  <a16:creationId xmlns:a16="http://schemas.microsoft.com/office/drawing/2014/main" id="{AEC4714C-55A9-0930-AEA0-9262B3C90CD1}"/>
                </a:ext>
              </a:extLst>
            </p:cNvPr>
            <p:cNvSpPr/>
            <p:nvPr/>
          </p:nvSpPr>
          <p:spPr>
            <a:xfrm rot="16200000">
              <a:off x="6739968" y="6020172"/>
              <a:ext cx="204970" cy="780181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8F43A4D-CFC2-F079-F257-75790DDA8B43}"/>
              </a:ext>
            </a:extLst>
          </p:cNvPr>
          <p:cNvGrpSpPr/>
          <p:nvPr/>
        </p:nvGrpSpPr>
        <p:grpSpPr>
          <a:xfrm>
            <a:off x="4278211" y="6447471"/>
            <a:ext cx="2899906" cy="196572"/>
            <a:chOff x="4278211" y="6447471"/>
            <a:chExt cx="2899906" cy="196572"/>
          </a:xfrm>
        </p:grpSpPr>
        <p:sp>
          <p:nvSpPr>
            <p:cNvPr id="61" name="Down Arrow 60">
              <a:extLst>
                <a:ext uri="{FF2B5EF4-FFF2-40B4-BE49-F238E27FC236}">
                  <a16:creationId xmlns:a16="http://schemas.microsoft.com/office/drawing/2014/main" id="{B19DD160-192C-1DE9-20F2-313EACFF248E}"/>
                </a:ext>
              </a:extLst>
            </p:cNvPr>
            <p:cNvSpPr/>
            <p:nvPr/>
          </p:nvSpPr>
          <p:spPr>
            <a:xfrm rot="5400000">
              <a:off x="4550599" y="6175083"/>
              <a:ext cx="194529" cy="739306"/>
            </a:xfrm>
            <a:prstGeom prst="down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63" name="Down Arrow 62">
              <a:extLst>
                <a:ext uri="{FF2B5EF4-FFF2-40B4-BE49-F238E27FC236}">
                  <a16:creationId xmlns:a16="http://schemas.microsoft.com/office/drawing/2014/main" id="{FCC2C14E-3439-77B8-09F0-2574024F53F9}"/>
                </a:ext>
              </a:extLst>
            </p:cNvPr>
            <p:cNvSpPr/>
            <p:nvPr/>
          </p:nvSpPr>
          <p:spPr>
            <a:xfrm rot="5400000">
              <a:off x="6711199" y="6177126"/>
              <a:ext cx="194529" cy="739306"/>
            </a:xfrm>
            <a:prstGeom prst="down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</p:grpSp>
      <p:sp>
        <p:nvSpPr>
          <p:cNvPr id="52" name="Oval 51">
            <a:extLst>
              <a:ext uri="{FF2B5EF4-FFF2-40B4-BE49-F238E27FC236}">
                <a16:creationId xmlns:a16="http://schemas.microsoft.com/office/drawing/2014/main" id="{CA331D7B-B26F-5102-58A6-0E5CA4F4E05F}"/>
              </a:ext>
            </a:extLst>
          </p:cNvPr>
          <p:cNvSpPr/>
          <p:nvPr/>
        </p:nvSpPr>
        <p:spPr>
          <a:xfrm>
            <a:off x="3814444" y="918691"/>
            <a:ext cx="347003" cy="34496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9804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53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p15="http://schemas.microsoft.com/office/powerpoint/2012/main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4.14 unknown"/>
  <p:tag name="AS_RELEASE_DATE" val="2018.12.31"/>
  <p:tag name="AS_TITLE" val="Aspose.Slides for Java"/>
  <p:tag name="AS_VERSION" val="18.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1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1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2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2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2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5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5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5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5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5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5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6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6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6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6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6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6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6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6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7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7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7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7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7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7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7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7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7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8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8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8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8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8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8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8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8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8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9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9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9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9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9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9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9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9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9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99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0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0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0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0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0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0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0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0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1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1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1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1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1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1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1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19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2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2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2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2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2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2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27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2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3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3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3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3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3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3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37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3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39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4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4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4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4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4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4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4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48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5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5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5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5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5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5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5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58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59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6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6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63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6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65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66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67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69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7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7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7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7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7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75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76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78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79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74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7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76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77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78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79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8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8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8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84"/>
</p:tagLst>
</file>

<file path=ppt/theme/theme1.xml><?xml version="1.0" encoding="utf-8"?>
<a:theme xmlns:a="http://schemas.openxmlformats.org/drawingml/2006/main" name="Parent Master Pillars">
  <a:themeElements>
    <a:clrScheme name="Oracle Redwood 08-26-2020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Arial"/>
        <a:cs typeface="Arial"/>
      </a:majorFont>
      <a:minorFont>
        <a:latin typeface="Oracle Sans Tab"/>
        <a:ea typeface="Arial"/>
        <a:cs typeface="Arial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Oracle Redwood Modern v1.1.potx" id="{90EC28AD-73B7-49E5-B95A-D51B4BC18020}" vid="{A14BC67F-9127-4887-B9D1-2274AF0C5E61}"/>
    </a:ext>
  </a:extLst>
</a:theme>
</file>

<file path=ppt/theme/theme2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Arial"/>
        <a:cs typeface="Arial"/>
      </a:majorFont>
      <a:minorFont>
        <a:latin typeface="Oracle Sans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racle Sans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Flow_SignoffStatus xmlns="73149256-34ff-44ac-bf26-39603c895ff6" xsi:nil="true"/>
    <lcf76f155ced4ddcb4097134ff3c332f xmlns="73149256-34ff-44ac-bf26-39603c895ff6">
      <Terms xmlns="http://schemas.microsoft.com/office/infopath/2007/PartnerControls"/>
    </lcf76f155ced4ddcb4097134ff3c332f>
    <_ip_UnifiedCompliancePolicyProperties xmlns="http://schemas.microsoft.com/sharepoint/v3" xsi:nil="true"/>
    <Tips xmlns="73149256-34ff-44ac-bf26-39603c895ff6" xsi:nil="true"/>
    <TaxCatchAll xmlns="91be1493-8498-4e91-b3ef-e8237501b9e6" xsi:nil="true"/>
    <_ApprovalAssignedTo xmlns="73149256-34ff-44ac-bf26-39603c895ff6">
      <UserInfo>
        <DisplayName/>
        <AccountId xsi:nil="true"/>
        <AccountType/>
      </UserInfo>
    </_ApprovalAssignedTo>
    <_ApprovalStatus xmlns="73149256-34ff-44ac-bf26-39603c895ff6">0</_ApprovalStatus>
    <_ApprovalRespondedBy xmlns="73149256-34ff-44ac-bf26-39603c895ff6">
      <UserInfo>
        <DisplayName/>
        <AccountId xsi:nil="true"/>
        <AccountType/>
      </UserInfo>
    </_ApprovalRespondedBy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E067267C41E4F928072D31B235A1E" ma:contentTypeVersion="22" ma:contentTypeDescription="Create a new document." ma:contentTypeScope="" ma:versionID="3b3e71db77f8bc62fadce9f5b5b51810">
  <xsd:schema xmlns:xsd="http://www.w3.org/2001/XMLSchema" xmlns:xs="http://www.w3.org/2001/XMLSchema" xmlns:p="http://schemas.microsoft.com/office/2006/metadata/properties" xmlns:ns1="http://schemas.microsoft.com/sharepoint/v3" xmlns:ns2="73149256-34ff-44ac-bf26-39603c895ff6" xmlns:ns3="91be1493-8498-4e91-b3ef-e8237501b9e6" targetNamespace="http://schemas.microsoft.com/office/2006/metadata/properties" ma:root="true" ma:fieldsID="89b7973419f0007f2cac6e934559a8c2" ns1:_="" ns2:_="" ns3:_="">
    <xsd:import namespace="http://schemas.microsoft.com/sharepoint/v3"/>
    <xsd:import namespace="73149256-34ff-44ac-bf26-39603c895ff6"/>
    <xsd:import namespace="91be1493-8498-4e91-b3ef-e8237501b9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_Flow_SignoffStatus" minOccurs="0"/>
                <xsd:element ref="ns2:Tips" minOccurs="0"/>
                <xsd:element ref="ns2:MediaServiceLocation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149256-34ff-44ac-bf26-39603c895f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b6b08d2-6182-4197-8221-8710a9404c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_x0024_Resources_x003a_core_x002c_Signoff_Status">
      <xsd:simpleType>
        <xsd:restriction base="dms:Text"/>
      </xsd:simpleType>
    </xsd:element>
    <xsd:element name="Tips" ma:index="24" nillable="true" ma:displayName="Tips" ma:description="Tips to using sample app" ma:format="Dropdown" ma:internalName="Tips">
      <xsd:simpleType>
        <xsd:restriction base="dms:Note">
          <xsd:maxLength value="255"/>
        </xsd:restriction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_ApprovalAssignedTo" ma:index="26" nillable="true" ma:displayName="Approver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7" nillable="true" ma:displayName="Response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8" nillable="true" ma:displayName="Approval Creator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29" nillable="true" ma:displayName="Approval status" ma:internalName="_ApprovalStatu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be1493-8498-4e91-b3ef-e8237501b9e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3e799d93-7d4e-4622-aa84-c920bf75f5da}" ma:internalName="TaxCatchAll" ma:showField="CatchAllData" ma:web="91be1493-8498-4e91-b3ef-e8237501b9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431A5F-8F0F-4DC8-9D7D-2C40A745505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3149256-34ff-44ac-bf26-39603c895ff6"/>
    <ds:schemaRef ds:uri="91be1493-8498-4e91-b3ef-e8237501b9e6"/>
  </ds:schemaRefs>
</ds:datastoreItem>
</file>

<file path=customXml/itemProps2.xml><?xml version="1.0" encoding="utf-8"?>
<ds:datastoreItem xmlns:ds="http://schemas.openxmlformats.org/officeDocument/2006/customXml" ds:itemID="{4F7BECCD-E27F-4378-BBE1-018FA0C70F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63EAB3-074D-400B-9B3D-D1864F4B78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149256-34ff-44ac-bf26-39603c895ff6"/>
    <ds:schemaRef ds:uri="91be1493-8498-4e91-b3ef-e8237501b9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6665055-977f-4acd-9884-1bec8e5ad200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Oracle Redwood Modern v1.1</Template>
  <TotalTime>13266</TotalTime>
  <Words>272</Words>
  <Application>Microsoft Office PowerPoint</Application>
  <PresentationFormat>Widescreen</PresentationFormat>
  <Paragraphs>46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Parent Master Pillars</vt:lpstr>
      <vt:lpstr>PowerPoint Presentation</vt:lpstr>
      <vt:lpstr>OIC Managed DR and Full Stack DR</vt:lpstr>
      <vt:lpstr>OIC DR: Failover for OIC and DB using OIC Private Endpoint and Full Stack DR</vt:lpstr>
      <vt:lpstr>PowerPoint Presentation</vt:lpstr>
    </vt:vector>
  </TitlesOfParts>
  <Company>Oracle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What’s different about this template?</dc:title>
  <dc:creator>Daryl Eicher</dc:creator>
  <cp:lastModifiedBy>Giovanni Conte</cp:lastModifiedBy>
  <cp:revision>572</cp:revision>
  <dcterms:created xsi:type="dcterms:W3CDTF">2021-03-31T17:51:24Z</dcterms:created>
  <dcterms:modified xsi:type="dcterms:W3CDTF">2026-04-14T13:20:14Z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MSIP_Label_56665055-977f-4acd-9884-1bec8e5ad200_Enabled">
    <vt:lpwstr>true</vt:lpwstr>
  </property>
  <property fmtid="{D5CDD505-2E9C-101B-9397-08002B2CF9AE}" pid="6" name="MSIP_Label_56665055-977f-4acd-9884-1bec8e5ad200_SetDate">
    <vt:lpwstr>2025-03-04T18:22:50Z</vt:lpwstr>
  </property>
  <property fmtid="{D5CDD505-2E9C-101B-9397-08002B2CF9AE}" pid="7" name="MSIP_Label_56665055-977f-4acd-9884-1bec8e5ad200_Method">
    <vt:lpwstr>Standard</vt:lpwstr>
  </property>
  <property fmtid="{D5CDD505-2E9C-101B-9397-08002B2CF9AE}" pid="8" name="MSIP_Label_56665055-977f-4acd-9884-1bec8e5ad200_Name">
    <vt:lpwstr>Anyone ( Unrestricted )</vt:lpwstr>
  </property>
  <property fmtid="{D5CDD505-2E9C-101B-9397-08002B2CF9AE}" pid="9" name="MSIP_Label_56665055-977f-4acd-9884-1bec8e5ad200_SiteId">
    <vt:lpwstr>4e2c6054-71cb-48f1-bd6c-3a9705aca71b</vt:lpwstr>
  </property>
  <property fmtid="{D5CDD505-2E9C-101B-9397-08002B2CF9AE}" pid="10" name="MSIP_Label_56665055-977f-4acd-9884-1bec8e5ad200_ActionId">
    <vt:lpwstr>2ba053f4-cf1a-421a-96d2-16448eb318b9</vt:lpwstr>
  </property>
  <property fmtid="{D5CDD505-2E9C-101B-9397-08002B2CF9AE}" pid="11" name="MSIP_Label_56665055-977f-4acd-9884-1bec8e5ad200_ContentBits">
    <vt:lpwstr>3</vt:lpwstr>
  </property>
  <property fmtid="{D5CDD505-2E9C-101B-9397-08002B2CF9AE}" pid="12" name="MSIP_Label_56665055-977f-4acd-9884-1bec8e5ad200_Tag">
    <vt:lpwstr>50, 3, 0, 1</vt:lpwstr>
  </property>
  <property fmtid="{D5CDD505-2E9C-101B-9397-08002B2CF9AE}" pid="13" name="ClassificationContentMarkingFooterLocations">
    <vt:lpwstr>Parent Master Pillars:7</vt:lpwstr>
  </property>
  <property fmtid="{D5CDD505-2E9C-101B-9397-08002B2CF9AE}" pid="14" name="ClassificationContentMarkingFooterText">
    <vt:lpwstr>Confidential - Oracle Restricted</vt:lpwstr>
  </property>
  <property fmtid="{D5CDD505-2E9C-101B-9397-08002B2CF9AE}" pid="15" name="ClassificationContentMarkingHeaderLocations">
    <vt:lpwstr>Parent Master Pillars:6</vt:lpwstr>
  </property>
  <property fmtid="{D5CDD505-2E9C-101B-9397-08002B2CF9AE}" pid="16" name="ClassificationContentMarkingHeaderText">
    <vt:lpwstr>Confidential - Oracle Restricted</vt:lpwstr>
  </property>
  <property fmtid="{D5CDD505-2E9C-101B-9397-08002B2CF9AE}" pid="17" name="ContentTypeId">
    <vt:lpwstr>0x010100BB7E067267C41E4F928072D31B235A1E</vt:lpwstr>
  </property>
</Properties>
</file>