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Override1.xml" ContentType="application/vnd.openxmlformats-officedocument.themeOverrid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theme/theme3.xml" ContentType="application/vnd.openxmlformats-officedocument.theme+xml"/>
  <Override PartName="/ppt/theme/themeOverride3.xml" ContentType="application/vnd.openxmlformats-officedocument.themeOverrid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4"/>
    <p:sldMasterId id="2147483976" r:id="rId5"/>
    <p:sldMasterId id="2147484038" r:id="rId6"/>
  </p:sldMasterIdLst>
  <p:notesMasterIdLst>
    <p:notesMasterId r:id="rId18"/>
  </p:notesMasterIdLst>
  <p:handoutMasterIdLst>
    <p:handoutMasterId r:id="rId19"/>
  </p:handoutMasterIdLst>
  <p:sldIdLst>
    <p:sldId id="637" r:id="rId7"/>
    <p:sldId id="2144212345" r:id="rId8"/>
    <p:sldId id="257" r:id="rId9"/>
    <p:sldId id="258" r:id="rId10"/>
    <p:sldId id="259" r:id="rId11"/>
    <p:sldId id="260" r:id="rId12"/>
    <p:sldId id="261" r:id="rId13"/>
    <p:sldId id="2147309201" r:id="rId14"/>
    <p:sldId id="2144212203" r:id="rId15"/>
    <p:sldId id="2147309198" r:id="rId16"/>
    <p:sldId id="2147309200" r:id="rId17"/>
  </p:sldIdLst>
  <p:sldSz cx="12192000" cy="6858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4BA57A86-F7F4-48AA-91CE-D64F76206072}">
          <p14:sldIdLst>
            <p14:sldId id="637"/>
            <p14:sldId id="2144212345"/>
            <p14:sldId id="257"/>
            <p14:sldId id="258"/>
            <p14:sldId id="259"/>
            <p14:sldId id="260"/>
            <p14:sldId id="261"/>
            <p14:sldId id="2147309201"/>
          </p14:sldIdLst>
        </p14:section>
        <p14:section name="References" id="{A442C032-CEA8-49FB-BEB6-73F6049E7D09}">
          <p14:sldIdLst>
            <p14:sldId id="2144212203"/>
          </p14:sldIdLst>
        </p14:section>
        <p14:section name="Ending" id="{ADB582C5-5B32-47FC-8902-C0067BFC53A2}">
          <p14:sldIdLst>
            <p14:sldId id="2147309198"/>
            <p14:sldId id="21473092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888"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Howell" initials="MH" lastIdx="4" clrIdx="0">
    <p:extLst>
      <p:ext uri="{19B8F6BF-5375-455C-9EA6-DF929625EA0E}">
        <p15:presenceInfo xmlns:p15="http://schemas.microsoft.com/office/powerpoint/2012/main" userId="Michelle How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EFE"/>
    <a:srgbClr val="FEFEFE"/>
    <a:srgbClr val="FFFEFE"/>
    <a:srgbClr val="FFFFFD"/>
    <a:srgbClr val="FFFFFE"/>
    <a:srgbClr val="FFFEFF"/>
    <a:srgbClr val="FEFFFF"/>
    <a:srgbClr val="FFFFFF"/>
    <a:srgbClr val="FFFDFF"/>
    <a:srgbClr val="FD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94" autoAdjust="0"/>
    <p:restoredTop sz="92867" autoAdjust="0"/>
  </p:normalViewPr>
  <p:slideViewPr>
    <p:cSldViewPr snapToGrid="0" showGuides="1">
      <p:cViewPr varScale="1">
        <p:scale>
          <a:sx n="105" d="100"/>
          <a:sy n="105" d="100"/>
        </p:scale>
        <p:origin x="168" y="102"/>
      </p:cViewPr>
      <p:guideLst>
        <p:guide orient="horz" pos="2160"/>
        <p:guide pos="3840"/>
      </p:guideLst>
    </p:cSldViewPr>
  </p:slideViewPr>
  <p:outlineViewPr>
    <p:cViewPr>
      <p:scale>
        <a:sx n="33" d="100"/>
        <a:sy n="33" d="100"/>
      </p:scale>
      <p:origin x="0" y="-22096"/>
    </p:cViewPr>
  </p:outlineViewPr>
  <p:notesTextViewPr>
    <p:cViewPr>
      <p:scale>
        <a:sx n="3" d="2"/>
        <a:sy n="3" d="2"/>
      </p:scale>
      <p:origin x="0" y="0"/>
    </p:cViewPr>
  </p:notesTextViewPr>
  <p:sorterViewPr>
    <p:cViewPr>
      <p:scale>
        <a:sx n="80" d="100"/>
        <a:sy n="80" d="100"/>
      </p:scale>
      <p:origin x="0" y="-3240"/>
    </p:cViewPr>
  </p:sorterViewPr>
  <p:notesViewPr>
    <p:cSldViewPr snapToGrid="0" showGuides="1">
      <p:cViewPr varScale="1">
        <p:scale>
          <a:sx n="50" d="100"/>
          <a:sy n="50" d="100"/>
        </p:scale>
        <p:origin x="2804" y="44"/>
      </p:cViewPr>
      <p:guideLst>
        <p:guide orient="horz" pos="3888"/>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54425A-3696-4DFB-B808-D2B88F3EB7C0}"/>
              </a:ext>
            </a:extLst>
          </p:cNvPr>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vl1pPr>
          </a:lstStyle>
          <a:p>
            <a:endParaRPr lang="en-US" dirty="0">
              <a:latin typeface="Oracle Sans Tab" panose="020B0503020204020204" pitchFamily="34" charset="0"/>
            </a:endParaRPr>
          </a:p>
        </p:txBody>
      </p:sp>
      <p:sp>
        <p:nvSpPr>
          <p:cNvPr id="3" name="Date Placeholder 2">
            <a:extLst>
              <a:ext uri="{FF2B5EF4-FFF2-40B4-BE49-F238E27FC236}">
                <a16:creationId xmlns:a16="http://schemas.microsoft.com/office/drawing/2014/main" id="{8F51457F-2D60-4187-92B7-C5BBED78E963}"/>
              </a:ext>
            </a:extLst>
          </p:cNvPr>
          <p:cNvSpPr>
            <a:spLocks noGrp="1"/>
          </p:cNvSpPr>
          <p:nvPr>
            <p:ph type="dt" sz="quarter" idx="1"/>
          </p:nvPr>
        </p:nvSpPr>
        <p:spPr>
          <a:xfrm>
            <a:off x="4143589" y="1"/>
            <a:ext cx="3169919" cy="619364"/>
          </a:xfrm>
          <a:prstGeom prst="rect">
            <a:avLst/>
          </a:prstGeom>
        </p:spPr>
        <p:txBody>
          <a:bodyPr vert="horz" lIns="112299" tIns="56150" rIns="112299" bIns="56150" rtlCol="0"/>
          <a:lstStyle>
            <a:lvl1pPr algn="r">
              <a:defRPr sz="1600"/>
            </a:lvl1pPr>
          </a:lstStyle>
          <a:p>
            <a:fld id="{320DD655-51D6-466D-8D72-5C78765FC630}" type="datetimeFigureOut">
              <a:rPr lang="en-US" smtClean="0">
                <a:latin typeface="Oracle Sans Tab" panose="020B0503020204020204" pitchFamily="34" charset="0"/>
              </a:rPr>
              <a:t>4/21/2026</a:t>
            </a:fld>
            <a:endParaRPr lang="en-US" dirty="0">
              <a:latin typeface="Oracle Sans Tab" panose="020B0503020204020204" pitchFamily="34" charset="0"/>
            </a:endParaRPr>
          </a:p>
        </p:txBody>
      </p:sp>
      <p:sp>
        <p:nvSpPr>
          <p:cNvPr id="4" name="Footer Placeholder 3">
            <a:extLst>
              <a:ext uri="{FF2B5EF4-FFF2-40B4-BE49-F238E27FC236}">
                <a16:creationId xmlns:a16="http://schemas.microsoft.com/office/drawing/2014/main" id="{53FA8CCD-D5C0-4680-BEFC-52889AACDB6E}"/>
              </a:ext>
            </a:extLst>
          </p:cNvPr>
          <p:cNvSpPr>
            <a:spLocks noGrp="1"/>
          </p:cNvSpPr>
          <p:nvPr>
            <p:ph type="ftr" sz="quarter" idx="2"/>
          </p:nvPr>
        </p:nvSpPr>
        <p:spPr>
          <a:xfrm>
            <a:off x="2" y="11725038"/>
            <a:ext cx="3169919" cy="619362"/>
          </a:xfrm>
          <a:prstGeom prst="rect">
            <a:avLst/>
          </a:prstGeom>
        </p:spPr>
        <p:txBody>
          <a:bodyPr vert="horz" lIns="112299" tIns="56150" rIns="112299" bIns="56150" rtlCol="0" anchor="b"/>
          <a:lstStyle>
            <a:lvl1pPr algn="l">
              <a:defRPr sz="1600"/>
            </a:lvl1pPr>
          </a:lstStyle>
          <a:p>
            <a:endParaRPr lang="en-US" dirty="0">
              <a:latin typeface="Oracle Sans Tab" panose="020B0503020204020204" pitchFamily="34" charset="0"/>
            </a:endParaRPr>
          </a:p>
        </p:txBody>
      </p:sp>
      <p:sp>
        <p:nvSpPr>
          <p:cNvPr id="5" name="Slide Number Placeholder 4">
            <a:extLst>
              <a:ext uri="{FF2B5EF4-FFF2-40B4-BE49-F238E27FC236}">
                <a16:creationId xmlns:a16="http://schemas.microsoft.com/office/drawing/2014/main" id="{3E50B35B-8976-44A2-B80D-FC8BD07A167F}"/>
              </a:ext>
            </a:extLst>
          </p:cNvPr>
          <p:cNvSpPr>
            <a:spLocks noGrp="1"/>
          </p:cNvSpPr>
          <p:nvPr>
            <p:ph type="sldNum" sz="quarter" idx="3"/>
          </p:nvPr>
        </p:nvSpPr>
        <p:spPr>
          <a:xfrm>
            <a:off x="4143589" y="11725038"/>
            <a:ext cx="3169919" cy="619362"/>
          </a:xfrm>
          <a:prstGeom prst="rect">
            <a:avLst/>
          </a:prstGeom>
        </p:spPr>
        <p:txBody>
          <a:bodyPr vert="horz" lIns="112299" tIns="56150" rIns="112299" bIns="56150" rtlCol="0" anchor="b"/>
          <a:lstStyle>
            <a:lvl1pPr algn="r">
              <a:defRPr sz="1600"/>
            </a:lvl1pPr>
          </a:lstStyle>
          <a:p>
            <a:fld id="{9D34DC6F-9D14-4548-8221-51EE6F5B6657}" type="slidenum">
              <a:rPr lang="en-US" smtClean="0">
                <a:latin typeface="Oracle Sans Tab" panose="020B0503020204020204" pitchFamily="34" charset="0"/>
              </a:rPr>
              <a:t>‹#›</a:t>
            </a:fld>
            <a:endParaRPr lang="en-US" dirty="0">
              <a:latin typeface="Oracle Sans Tab" panose="020B0503020204020204" pitchFamily="34" charset="0"/>
            </a:endParaRPr>
          </a:p>
        </p:txBody>
      </p:sp>
    </p:spTree>
    <p:extLst>
      <p:ext uri="{BB962C8B-B14F-4D97-AF65-F5344CB8AC3E}">
        <p14:creationId xmlns:p14="http://schemas.microsoft.com/office/powerpoint/2010/main" val="1260127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169919" cy="619364"/>
          </a:xfrm>
          <a:prstGeom prst="rect">
            <a:avLst/>
          </a:prstGeom>
        </p:spPr>
        <p:txBody>
          <a:bodyPr vert="horz" lIns="112299" tIns="56150" rIns="112299" bIns="56150" rtlCol="0"/>
          <a:lstStyle>
            <a:lvl1pPr algn="l">
              <a:defRPr sz="1600">
                <a:latin typeface="Oracle Sans Tab" panose="020B0503020204020204" pitchFamily="34" charset="0"/>
              </a:defRPr>
            </a:lvl1pPr>
          </a:lstStyle>
          <a:p>
            <a:endParaRPr lang="en-US" dirty="0"/>
          </a:p>
        </p:txBody>
      </p:sp>
      <p:sp>
        <p:nvSpPr>
          <p:cNvPr id="3" name="Date Placeholder 2"/>
          <p:cNvSpPr>
            <a:spLocks noGrp="1"/>
          </p:cNvSpPr>
          <p:nvPr>
            <p:ph type="dt" idx="1"/>
          </p:nvPr>
        </p:nvSpPr>
        <p:spPr>
          <a:xfrm>
            <a:off x="4143589" y="1"/>
            <a:ext cx="3169919" cy="619364"/>
          </a:xfrm>
          <a:prstGeom prst="rect">
            <a:avLst/>
          </a:prstGeom>
        </p:spPr>
        <p:txBody>
          <a:bodyPr vert="horz" lIns="112299" tIns="56150" rIns="112299" bIns="56150" rtlCol="0"/>
          <a:lstStyle>
            <a:lvl1pPr algn="r">
              <a:defRPr sz="1600">
                <a:latin typeface="Oracle Sans Tab" panose="020B0503020204020204" pitchFamily="34" charset="0"/>
              </a:defRPr>
            </a:lvl1pPr>
          </a:lstStyle>
          <a:p>
            <a:fld id="{4F9C25BA-F9B0-4418-8CA0-3A9DF1256BA5}" type="datetimeFigureOut">
              <a:rPr lang="en-US" smtClean="0"/>
              <a:pPr/>
              <a:t>4/21/2026</a:t>
            </a:fld>
            <a:endParaRPr lang="en-US" dirty="0"/>
          </a:p>
        </p:txBody>
      </p:sp>
      <p:sp>
        <p:nvSpPr>
          <p:cNvPr id="4" name="Slide Image Placeholder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299" tIns="56150" rIns="112299" bIns="56150" rtlCol="0" anchor="ctr"/>
          <a:lstStyle/>
          <a:p>
            <a:endParaRPr lang="en-US" dirty="0"/>
          </a:p>
        </p:txBody>
      </p:sp>
      <p:sp>
        <p:nvSpPr>
          <p:cNvPr id="5" name="Notes Placeholder 4"/>
          <p:cNvSpPr>
            <a:spLocks noGrp="1"/>
          </p:cNvSpPr>
          <p:nvPr>
            <p:ph type="body" sz="quarter" idx="3"/>
          </p:nvPr>
        </p:nvSpPr>
        <p:spPr>
          <a:xfrm>
            <a:off x="731520" y="5940742"/>
            <a:ext cx="5852160" cy="4860608"/>
          </a:xfrm>
          <a:prstGeom prst="rect">
            <a:avLst/>
          </a:prstGeom>
          <a:noFill/>
        </p:spPr>
        <p:txBody>
          <a:bodyPr vert="horz" lIns="0" tIns="0" rIns="0" bIns="0" rtlCol="0">
            <a:noAutofit/>
          </a:bodyPr>
          <a:lstStyle/>
          <a:p>
            <a:pPr marR="0" lvl="0" indent="0" fontAlgn="auto">
              <a:lnSpc>
                <a:spcPct val="95000"/>
              </a:lnSpc>
              <a:spcBef>
                <a:spcPts val="736"/>
              </a:spcBef>
              <a:spcAft>
                <a:spcPts val="0"/>
              </a:spcAft>
              <a:buClrTx/>
              <a:buSzTx/>
              <a:buFont typeface="System Font Regular"/>
              <a:buNone/>
              <a:tabLst/>
            </a:pPr>
            <a:r>
              <a:rPr lang="en-US" dirty="0"/>
              <a:t>Edit Master text styles</a:t>
            </a:r>
          </a:p>
          <a:p>
            <a:pPr marL="449199" marR="0" lvl="1" indent="-224599" fontAlgn="auto">
              <a:lnSpc>
                <a:spcPct val="95000"/>
              </a:lnSpc>
              <a:spcBef>
                <a:spcPts val="736"/>
              </a:spcBef>
              <a:spcAft>
                <a:spcPts val="0"/>
              </a:spcAft>
              <a:buClrTx/>
              <a:buSzPct val="100000"/>
              <a:buFont typeface="Arial" panose="020B0604020202020204" pitchFamily="34" charset="0"/>
              <a:buChar char="•"/>
              <a:tabLst/>
            </a:pPr>
            <a:r>
              <a:rPr lang="en-US" dirty="0"/>
              <a:t>Second level</a:t>
            </a:r>
          </a:p>
          <a:p>
            <a:pPr marL="898397" marR="0" lvl="2" indent="-224599" fontAlgn="auto">
              <a:lnSpc>
                <a:spcPct val="95000"/>
              </a:lnSpc>
              <a:spcBef>
                <a:spcPts val="491"/>
              </a:spcBef>
              <a:spcAft>
                <a:spcPts val="0"/>
              </a:spcAft>
              <a:buClrTx/>
              <a:buSzPct val="120000"/>
              <a:buFont typeface="System Font Regular"/>
              <a:buChar char="-"/>
              <a:tabLst/>
            </a:pPr>
            <a:r>
              <a:rPr lang="en-US" dirty="0"/>
              <a:t>Third level</a:t>
            </a:r>
          </a:p>
          <a:p>
            <a:pPr marL="1347596" marR="0" lvl="3" indent="-224599" fontAlgn="auto">
              <a:lnSpc>
                <a:spcPct val="95000"/>
              </a:lnSpc>
              <a:spcBef>
                <a:spcPts val="491"/>
              </a:spcBef>
              <a:spcAft>
                <a:spcPts val="0"/>
              </a:spcAft>
              <a:buClrTx/>
              <a:buSzPct val="100000"/>
              <a:buFont typeface="System Font Regular"/>
              <a:buChar char="◦"/>
              <a:tabLst/>
            </a:pPr>
            <a:r>
              <a:rPr lang="en-US" dirty="0"/>
              <a:t>Fourth level</a:t>
            </a:r>
          </a:p>
          <a:p>
            <a:pPr marL="1796796" marR="0" lvl="4" indent="-224599" fontAlgn="auto">
              <a:lnSpc>
                <a:spcPct val="95000"/>
              </a:lnSpc>
              <a:spcBef>
                <a:spcPts val="491"/>
              </a:spcBef>
              <a:spcAft>
                <a:spcPts val="0"/>
              </a:spcAft>
              <a:buClrTx/>
              <a:buSzTx/>
              <a:buFont typeface="System Font Regular"/>
              <a:buChar char="•"/>
              <a:tabLst/>
            </a:pPr>
            <a:r>
              <a:rPr lang="en-US" dirty="0"/>
              <a:t>Fifth level</a:t>
            </a:r>
          </a:p>
        </p:txBody>
      </p:sp>
      <p:sp>
        <p:nvSpPr>
          <p:cNvPr id="7" name="Slide Number Placeholder 6"/>
          <p:cNvSpPr>
            <a:spLocks noGrp="1"/>
          </p:cNvSpPr>
          <p:nvPr>
            <p:ph type="sldNum" sz="quarter" idx="5"/>
          </p:nvPr>
        </p:nvSpPr>
        <p:spPr>
          <a:xfrm>
            <a:off x="4143589" y="11725038"/>
            <a:ext cx="3169919" cy="619362"/>
          </a:xfrm>
          <a:prstGeom prst="rect">
            <a:avLst/>
          </a:prstGeom>
        </p:spPr>
        <p:txBody>
          <a:bodyPr vert="horz" lIns="112299" tIns="56150" rIns="112299" bIns="56150" rtlCol="0" anchor="b"/>
          <a:lstStyle>
            <a:lvl1pPr algn="r">
              <a:defRPr sz="1600">
                <a:latin typeface="Oracle Sans Tab" panose="020B0503020204020204" pitchFamily="34" charset="0"/>
              </a:defRPr>
            </a:lvl1pPr>
          </a:lstStyle>
          <a:p>
            <a:fld id="{9EDC5964-3162-43B5-B1EC-63C8D166D7D3}" type="slidenum">
              <a:rPr lang="en-US" smtClean="0"/>
              <a:pPr/>
              <a:t>‹#›</a:t>
            </a:fld>
            <a:endParaRPr lang="en-US" dirty="0"/>
          </a:p>
        </p:txBody>
      </p:sp>
      <p:sp>
        <p:nvSpPr>
          <p:cNvPr id="6" name="Footer Placeholder 5"/>
          <p:cNvSpPr>
            <a:spLocks noGrp="1"/>
          </p:cNvSpPr>
          <p:nvPr>
            <p:ph type="ftr" sz="quarter" idx="4"/>
          </p:nvPr>
        </p:nvSpPr>
        <p:spPr>
          <a:xfrm>
            <a:off x="2" y="11725038"/>
            <a:ext cx="3169919" cy="619362"/>
          </a:xfrm>
          <a:prstGeom prst="rect">
            <a:avLst/>
          </a:prstGeom>
        </p:spPr>
        <p:txBody>
          <a:bodyPr vert="horz" lIns="112299" tIns="56150" rIns="112299" bIns="56150" rtlCol="0" anchor="b"/>
          <a:lstStyle>
            <a:lvl1pPr algn="l">
              <a:defRPr sz="1600">
                <a:latin typeface="Oracle Sans Tab" panose="020B0503020204020204" pitchFamily="34" charset="0"/>
              </a:defRPr>
            </a:lvl1pPr>
          </a:lstStyle>
          <a:p>
            <a:endParaRPr lang="en-US" dirty="0"/>
          </a:p>
        </p:txBody>
      </p:sp>
    </p:spTree>
    <p:extLst>
      <p:ext uri="{BB962C8B-B14F-4D97-AF65-F5344CB8AC3E}">
        <p14:creationId xmlns:p14="http://schemas.microsoft.com/office/powerpoint/2010/main" val="684971693"/>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1pPr>
    <a:lvl2pPr marL="457200" algn="l" defTabSz="914400" rtl="0" eaLnBrk="1" latinLnBrk="0" hangingPunct="1">
      <a:defRPr lang="en-US" sz="1200" b="0" i="0" kern="1200">
        <a:solidFill>
          <a:schemeClr val="tx1"/>
        </a:solidFill>
        <a:latin typeface="Oracle Sans Tab" panose="020B0503020204020204" pitchFamily="34" charset="0"/>
        <a:ea typeface="+mn-ea"/>
        <a:cs typeface="Oracle Sans Tab" panose="020B0503020204020204" pitchFamily="34" charset="0"/>
      </a:defRPr>
    </a:lvl2pPr>
    <a:lvl3pPr marL="914400" algn="l" defTabSz="914400" rtl="0" eaLnBrk="1" latinLnBrk="0" hangingPunct="1">
      <a:defRPr lang="en-US" sz="1100" kern="1200">
        <a:solidFill>
          <a:schemeClr val="tx1"/>
        </a:solidFill>
        <a:latin typeface="Oracle Sans Tab Light" panose="020B0403020204020204" pitchFamily="34" charset="0"/>
        <a:ea typeface="+mn-ea"/>
        <a:cs typeface="Oracle Sans Tab Light" panose="020B0403020204020204" pitchFamily="34" charset="0"/>
      </a:defRPr>
    </a:lvl3pPr>
    <a:lvl4pPr marL="1371600" algn="l" defTabSz="914400" rtl="0" eaLnBrk="1" latinLnBrk="0" hangingPunct="1">
      <a:defRPr lang="en-US" sz="1050" kern="1200">
        <a:solidFill>
          <a:schemeClr val="tx1"/>
        </a:solidFill>
        <a:latin typeface="Oracle Sans Tab Light" panose="020B0403020204020204" pitchFamily="34" charset="0"/>
        <a:ea typeface="+mn-ea"/>
        <a:cs typeface="Oracle Sans Tab Light" panose="020B0403020204020204" pitchFamily="34" charset="0"/>
      </a:defRPr>
    </a:lvl4pPr>
    <a:lvl5pPr marL="1828800" algn="l" defTabSz="914400" rtl="0" eaLnBrk="1" latinLnBrk="0" hangingPunct="1">
      <a:defRPr lang="en-US" sz="1000" kern="1200">
        <a:solidFill>
          <a:schemeClr val="tx1"/>
        </a:solidFill>
        <a:latin typeface="Oracle Sans Tab Light" panose="020B0403020204020204" pitchFamily="34" charset="0"/>
        <a:ea typeface="+mn-ea"/>
        <a:cs typeface="Oracle Sans Tab Light" panose="020B0403020204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thank all the contributors to this workshop: Valeria, Bogdan, Brian, Aishwarya, Milomir and a very special thanks to PM Niall Commiskey for his valuable insights and support.</a:t>
            </a:r>
          </a:p>
        </p:txBody>
      </p:sp>
      <p:sp>
        <p:nvSpPr>
          <p:cNvPr id="4" name="Slide Number Placeholder 3"/>
          <p:cNvSpPr>
            <a:spLocks noGrp="1"/>
          </p:cNvSpPr>
          <p:nvPr>
            <p:ph type="sldNum" sz="quarter" idx="5"/>
          </p:nvPr>
        </p:nvSpPr>
        <p:spPr/>
        <p:txBody>
          <a:bodyPr/>
          <a:lstStyle/>
          <a:p>
            <a:fld id="{9EDC5964-3162-43B5-B1EC-63C8D166D7D3}" type="slidenum">
              <a:rPr lang="en-US" smtClean="0"/>
              <a:pPr/>
              <a:t>1</a:t>
            </a:fld>
            <a:endParaRPr lang="en-US" dirty="0"/>
          </a:p>
        </p:txBody>
      </p:sp>
    </p:spTree>
    <p:extLst>
      <p:ext uri="{BB962C8B-B14F-4D97-AF65-F5344CB8AC3E}">
        <p14:creationId xmlns:p14="http://schemas.microsoft.com/office/powerpoint/2010/main" val="37988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BF6516-3257-D14A-8A19-70F40EB41A16}"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4/21/2026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CC16FB-9D68-C74B-AABD-CDFC2ED74F2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5867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DC5964-3162-43B5-B1EC-63C8D166D7D3}" type="slidenum">
              <a:rPr lang="en-US" smtClean="0"/>
              <a:pPr/>
              <a:t>10</a:t>
            </a:fld>
            <a:endParaRPr lang="en-US" dirty="0"/>
          </a:p>
        </p:txBody>
      </p:sp>
    </p:spTree>
    <p:extLst>
      <p:ext uri="{BB962C8B-B14F-4D97-AF65-F5344CB8AC3E}">
        <p14:creationId xmlns:p14="http://schemas.microsoft.com/office/powerpoint/2010/main" val="17954270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hyperlink" Target="mailto:mailto:quietperiod_ww_grp@oracle.com" TargetMode="External"/><Relationship Id="rId2" Type="http://schemas.openxmlformats.org/officeDocument/2006/relationships/hyperlink" Target="https://confluence.oraclecorp.com/confluence/display/DemandCenter/Safe+Harbor+Disclosures+for+Presentations" TargetMode="External"/><Relationship Id="rId1" Type="http://schemas.openxmlformats.org/officeDocument/2006/relationships/slideMaster" Target="../slideMasters/slideMaster2.xml"/><Relationship Id="rId4" Type="http://schemas.openxmlformats.org/officeDocument/2006/relationships/image" Target="../media/image25.png"/></Relationships>
</file>

<file path=ppt/slideLayouts/_rels/slideLayout102.xml.rels><?xml version="1.0" encoding="UTF-8" standalone="yes"?>
<Relationships xmlns="http://schemas.openxmlformats.org/package/2006/relationships"><Relationship Id="rId3" Type="http://schemas.openxmlformats.org/officeDocument/2006/relationships/hyperlink" Target="https://confluence.oraclecorp.com/confluence/display/DemandCenter/Safe+Harbor+Disclosures+for+Presentations" TargetMode="External"/><Relationship Id="rId2" Type="http://schemas.openxmlformats.org/officeDocument/2006/relationships/image" Target="../media/image26.png"/><Relationship Id="rId1" Type="http://schemas.openxmlformats.org/officeDocument/2006/relationships/slideMaster" Target="../slideMasters/slideMaster2.xml"/><Relationship Id="rId4" Type="http://schemas.openxmlformats.org/officeDocument/2006/relationships/hyperlink" Target="mailto:mailto:quietperiod_ww_grp@oracle.com" TargetMode="Externa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image" Target="../media/image5.jpe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3.xml"/><Relationship Id="rId1" Type="http://schemas.openxmlformats.org/officeDocument/2006/relationships/themeOverride" Target="../theme/themeOverride3.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emf"/></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1.emf"/></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4.sv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10.sv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8.jpeg"/><Relationship Id="rId4" Type="http://schemas.openxmlformats.org/officeDocument/2006/relationships/image" Target="../media/image4.sv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jpe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9.jpeg"/><Relationship Id="rId4" Type="http://schemas.openxmlformats.org/officeDocument/2006/relationships/image" Target="../media/image4.sv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29.jpeg"/><Relationship Id="rId4" Type="http://schemas.openxmlformats.org/officeDocument/2006/relationships/image" Target="../media/image10.sv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0.jpe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0.jpe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1.jpeg"/><Relationship Id="rId4" Type="http://schemas.openxmlformats.org/officeDocument/2006/relationships/image" Target="../media/image4.sv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1.jpeg"/><Relationship Id="rId4" Type="http://schemas.openxmlformats.org/officeDocument/2006/relationships/image" Target="../media/image10.sv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2.jpeg"/><Relationship Id="rId4" Type="http://schemas.openxmlformats.org/officeDocument/2006/relationships/image" Target="../media/image4.sv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2.jpeg"/><Relationship Id="rId4" Type="http://schemas.openxmlformats.org/officeDocument/2006/relationships/image" Target="../media/image10.sv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4.sv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3.jpeg"/><Relationship Id="rId4" Type="http://schemas.openxmlformats.org/officeDocument/2006/relationships/image" Target="../media/image10.sv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4.jpeg"/><Relationship Id="rId4" Type="http://schemas.openxmlformats.org/officeDocument/2006/relationships/image" Target="../media/image4.sv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4.jpeg"/><Relationship Id="rId4" Type="http://schemas.openxmlformats.org/officeDocument/2006/relationships/image" Target="../media/image10.sv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5.jpeg"/><Relationship Id="rId4" Type="http://schemas.openxmlformats.org/officeDocument/2006/relationships/image" Target="../media/image4.sv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5.jpeg"/><Relationship Id="rId4" Type="http://schemas.openxmlformats.org/officeDocument/2006/relationships/image" Target="../media/image10.sv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4.sv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emf"/><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10.sv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311639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dirty="0"/>
              <a:t>Copyright © 2025, Oracle and/or its affiliates  |  Confidential: Internal/Restricted/Highly Restricted</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7756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90422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0917301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0994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83491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532734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53884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6859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18591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7106067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665286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004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29422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491591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821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33806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212601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611327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75480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3137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041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2059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36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4469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92348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0849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797623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6651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7698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58322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455227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864391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415240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899911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2663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99360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61514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1118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101202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79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48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62798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010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58854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dirty="0"/>
              <a:t>Copyright © 2025, Oracle and/or its affiliates  |  Confidential: Internal/Restricted/Highly Restricted</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39568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753001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75734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dirty="0"/>
              <a:t>Copyright © 2025, Oracle and/or its affiliates  |  Confidential: Internal/Restricted/Highly Restricted</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90119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413839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dirty="0"/>
              <a:t>Copyright © 2025, Oracle and/or its affiliates  |  Confidential: Internal/Restricted/Highly Restricted</a:t>
            </a:r>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0088972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66431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13523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dirty="0"/>
              <a:t>Our mission is to help people see data in new ways, discover insights,</a:t>
            </a:r>
            <a:br>
              <a:rPr lang="en-US" dirty="0"/>
            </a:br>
            <a:r>
              <a:rPr lang="en-US" dirty="0"/>
              <a:t>unlock endless possibilities.</a:t>
            </a:r>
          </a:p>
        </p:txBody>
      </p:sp>
    </p:spTree>
    <p:extLst>
      <p:ext uri="{BB962C8B-B14F-4D97-AF65-F5344CB8AC3E}">
        <p14:creationId xmlns:p14="http://schemas.microsoft.com/office/powerpoint/2010/main" val="9853090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490562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2592410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Light - Safe harbor_Pillar">
    <p:bg>
      <p:bgPr>
        <a:solidFill>
          <a:schemeClr val="bg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7605915-A98A-1144-8EED-9444C9D723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25134"/>
            <a:ext cx="12192000" cy="194294"/>
          </a:xfrm>
          <a:prstGeom prst="rect">
            <a:avLst/>
          </a:prstGeom>
        </p:spPr>
      </p:pic>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p:txBody>
          <a:bodyPr/>
          <a:lstStyle/>
          <a:p>
            <a:r>
              <a:rPr lang="en-US" dirty="0"/>
              <a:t>Safe harbor statement</a:t>
            </a:r>
          </a:p>
        </p:txBody>
      </p:sp>
      <p:sp>
        <p:nvSpPr>
          <p:cNvPr id="10" name="Rectangle 9">
            <a:extLst>
              <a:ext uri="{FF2B5EF4-FFF2-40B4-BE49-F238E27FC236}">
                <a16:creationId xmlns:a16="http://schemas.microsoft.com/office/drawing/2014/main" id="{D83A1D03-5992-4722-83A9-AE5F71E76267}"/>
              </a:ext>
              <a:ext uri="{C183D7F6-B498-43B3-948B-1728B52AA6E4}">
                <adec:decorative xmlns:adec="http://schemas.microsoft.com/office/drawing/2017/decorative" val="1"/>
              </a:ext>
            </a:extLst>
          </p:cNvPr>
          <p:cNvSpPr/>
          <p:nvPr userDrawn="1"/>
        </p:nvSpPr>
        <p:spPr>
          <a:xfrm>
            <a:off x="762000" y="1389381"/>
            <a:ext cx="301752" cy="4571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88F1C8-B2B7-4391-AA71-B32B3F91D2B2}"/>
              </a:ext>
            </a:extLst>
          </p:cNvPr>
          <p:cNvSpPr/>
          <p:nvPr userDrawn="1"/>
        </p:nvSpPr>
        <p:spPr>
          <a:xfrm>
            <a:off x="762001" y="1951672"/>
            <a:ext cx="5957976" cy="2240678"/>
          </a:xfrm>
          <a:prstGeom prst="rect">
            <a:avLst/>
          </a:prstGeom>
        </p:spPr>
        <p:txBody>
          <a:bodyPr wrap="square" lIns="0">
            <a:spAutoFit/>
          </a:bodyPr>
          <a:lstStyle/>
          <a:p>
            <a:pPr>
              <a:lnSpc>
                <a:spcPts val="2120"/>
              </a:lnSpc>
              <a:spcAft>
                <a:spcPts val="0"/>
              </a:spcAft>
            </a:pPr>
            <a:r>
              <a:rPr lang="en-US" sz="1600" b="0" i="0" dirty="0">
                <a:solidFill>
                  <a:schemeClr val="tx1"/>
                </a:solidFill>
                <a:latin typeface="Oracle Sans Light" panose="020B0403020204020204" pitchFamily="34" charset="0"/>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a:t>
            </a:r>
            <a:br>
              <a:rPr lang="en-US" sz="1600" b="0" i="0" dirty="0">
                <a:solidFill>
                  <a:schemeClr val="tx1"/>
                </a:solidFill>
                <a:latin typeface="Oracle Sans Light" panose="020B0403020204020204" pitchFamily="34" charset="0"/>
                <a:cs typeface="Oracle Sans Light" panose="020B0403020204020204" pitchFamily="34" charset="0"/>
              </a:rPr>
            </a:br>
            <a:r>
              <a:rPr lang="en-US" sz="1600" b="0" i="0" dirty="0">
                <a:solidFill>
                  <a:schemeClr val="tx1"/>
                </a:solidFill>
                <a:latin typeface="Oracle Sans Light" panose="020B0403020204020204" pitchFamily="34" charset="0"/>
                <a:cs typeface="Oracle Sans Light" panose="020B0403020204020204" pitchFamily="34" charset="0"/>
              </a:rPr>
              <a:t>upon in making purchasing decisions. The development, release, timing, and pricing of any features or functionality described for Oracle’s products may change and remains at the sole discretion of Oracle Corporation.</a:t>
            </a:r>
          </a:p>
        </p:txBody>
      </p:sp>
      <p:sp>
        <p:nvSpPr>
          <p:cNvPr id="16" name="Slide Number Placeholder 7">
            <a:extLst>
              <a:ext uri="{FF2B5EF4-FFF2-40B4-BE49-F238E27FC236}">
                <a16:creationId xmlns:a16="http://schemas.microsoft.com/office/drawing/2014/main" id="{B241CCCC-EA97-6742-BF3D-7A86426E8A5F}"/>
              </a:ext>
            </a:extLst>
          </p:cNvPr>
          <p:cNvSpPr>
            <a:spLocks noGrp="1"/>
          </p:cNvSpPr>
          <p:nvPr>
            <p:ph type="sldNum" sz="quarter" idx="12"/>
          </p:nvPr>
        </p:nvSpPr>
        <p:spPr>
          <a:xfrm>
            <a:off x="762000" y="6435235"/>
            <a:ext cx="365760" cy="365760"/>
          </a:xfrm>
        </p:spPr>
        <p:txBody>
          <a:bodyPr/>
          <a:lstStyle/>
          <a:p>
            <a:fld id="{345D60D9-5372-5F40-9443-0F9AE5BDC3C8}" type="slidenum">
              <a:rPr lang="en-US" smtClean="0"/>
              <a:pPr/>
              <a:t>‹#›</a:t>
            </a:fld>
            <a:endParaRPr lang="en-US" dirty="0"/>
          </a:p>
        </p:txBody>
      </p:sp>
      <p:sp>
        <p:nvSpPr>
          <p:cNvPr id="12" name="Footer Placeholder 4">
            <a:extLst>
              <a:ext uri="{FF2B5EF4-FFF2-40B4-BE49-F238E27FC236}">
                <a16:creationId xmlns:a16="http://schemas.microsoft.com/office/drawing/2014/main" id="{19266FB9-CF65-F948-8DDE-9A86339B6C7B}"/>
              </a:ext>
            </a:extLst>
          </p:cNvPr>
          <p:cNvSpPr>
            <a:spLocks noGrp="1"/>
          </p:cNvSpPr>
          <p:nvPr>
            <p:ph type="ftr" sz="quarter" idx="11"/>
          </p:nvPr>
        </p:nvSpPr>
        <p:spPr>
          <a:xfrm>
            <a:off x="1127759" y="6435553"/>
            <a:ext cx="5745379" cy="365125"/>
          </a:xfrm>
        </p:spPr>
        <p:txBody>
          <a:bodyPr/>
          <a:lstStyle/>
          <a:p>
            <a:r>
              <a:rPr lang="en-US" dirty="0"/>
              <a:t>Copyright © 2025, Oracle and/or its affiliates</a:t>
            </a:r>
          </a:p>
        </p:txBody>
      </p:sp>
      <p:sp>
        <p:nvSpPr>
          <p:cNvPr id="9" name="Date Placeholder 2">
            <a:extLst>
              <a:ext uri="{FF2B5EF4-FFF2-40B4-BE49-F238E27FC236}">
                <a16:creationId xmlns:a16="http://schemas.microsoft.com/office/drawing/2014/main" id="{7A9CB709-59EB-5E4D-ADE9-014D4AB90E35}"/>
              </a:ext>
            </a:extLst>
          </p:cNvPr>
          <p:cNvSpPr>
            <a:spLocks noGrp="1"/>
          </p:cNvSpPr>
          <p:nvPr>
            <p:ph type="dt" sz="half" idx="10"/>
          </p:nvPr>
        </p:nvSpPr>
        <p:spPr>
          <a:xfrm>
            <a:off x="6873138" y="6437179"/>
            <a:ext cx="2743200" cy="363500"/>
          </a:xfrm>
        </p:spPr>
        <p:txBody>
          <a:bodyPr/>
          <a:lstStyle/>
          <a:p>
            <a:r>
              <a:rPr lang="en-US"/>
              <a:t>[Date]</a:t>
            </a:r>
            <a:endParaRPr lang="en-US" dirty="0"/>
          </a:p>
        </p:txBody>
      </p:sp>
    </p:spTree>
    <p:extLst>
      <p:ext uri="{BB962C8B-B14F-4D97-AF65-F5344CB8AC3E}">
        <p14:creationId xmlns:p14="http://schemas.microsoft.com/office/powerpoint/2010/main" val="6334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p15="http://schemas.microsoft.com/office/powerpoint/2012/main">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secHead">
  <p:cSld name="Light Title and single colum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B9E9CD-D1E8-2941-B6E9-04C71E3BFC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37183" y="4508411"/>
            <a:ext cx="5854818" cy="2341927"/>
          </a:xfrm>
          <a:prstGeom prst="rect">
            <a:avLst/>
          </a:prstGeom>
        </p:spPr>
      </p:pic>
      <p:pic>
        <p:nvPicPr>
          <p:cNvPr id="8" name="Picture 7">
            <a:extLst>
              <a:ext uri="{FF2B5EF4-FFF2-40B4-BE49-F238E27FC236}">
                <a16:creationId xmlns:a16="http://schemas.microsoft.com/office/drawing/2014/main" id="{D80E6547-E553-8B4C-B613-A55206049B2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254000"/>
          </a:xfrm>
          <a:prstGeom prst="rect">
            <a:avLst/>
          </a:prstGeom>
        </p:spPr>
      </p:pic>
      <p:sp>
        <p:nvSpPr>
          <p:cNvPr id="2" name="Title 1">
            <a:extLst>
              <a:ext uri="{FF2B5EF4-FFF2-40B4-BE49-F238E27FC236}">
                <a16:creationId xmlns:a16="http://schemas.microsoft.com/office/drawing/2014/main" id="{607B599F-269A-4E45-BB4E-31A49D2385EB}"/>
              </a:ext>
            </a:extLst>
          </p:cNvPr>
          <p:cNvSpPr>
            <a:spLocks noGrp="1"/>
          </p:cNvSpPr>
          <p:nvPr>
            <p:ph type="title" hasCustomPrompt="1"/>
          </p:nvPr>
        </p:nvSpPr>
        <p:spPr>
          <a:xfrm>
            <a:off x="768096" y="783026"/>
            <a:ext cx="9887834" cy="844095"/>
          </a:xfrm>
        </p:spPr>
        <p:txBody>
          <a:bodyPr vert="horz" lIns="0" tIns="45720" rIns="0" bIns="45720" rtlCol="0" anchor="b">
            <a:noAutofit/>
          </a:bodyPr>
          <a:lstStyle>
            <a:lvl1pPr>
              <a:defRPr lang="en-US" sz="2400" b="1" i="0" baseline="0">
                <a:latin typeface="Oracle Sans" panose="020B0503020204020204" pitchFamily="34" charset="0"/>
                <a:ea typeface="+mn-ea"/>
                <a:cs typeface="Oracle Sans" panose="020B0503020204020204" pitchFamily="34" charset="0"/>
              </a:defRPr>
            </a:lvl1pPr>
          </a:lstStyle>
          <a:p>
            <a:pPr marL="0" lvl="0" indent="0">
              <a:spcBef>
                <a:spcPts val="1000"/>
              </a:spcBef>
              <a:buFont typeface="Arial" panose="020B0604020202020204" pitchFamily="34" charset="0"/>
            </a:pPr>
            <a:r>
              <a:rPr lang="en-US" dirty="0"/>
              <a:t>Title and Subtitle Layout</a:t>
            </a:r>
          </a:p>
        </p:txBody>
      </p:sp>
      <p:sp>
        <p:nvSpPr>
          <p:cNvPr id="3" name="Text Placeholder 2">
            <a:extLst>
              <a:ext uri="{FF2B5EF4-FFF2-40B4-BE49-F238E27FC236}">
                <a16:creationId xmlns:a16="http://schemas.microsoft.com/office/drawing/2014/main" id="{FD86EFD9-8225-47A7-9DFF-A350F67E94AA}"/>
              </a:ext>
            </a:extLst>
          </p:cNvPr>
          <p:cNvSpPr>
            <a:spLocks noGrp="1"/>
          </p:cNvSpPr>
          <p:nvPr>
            <p:ph type="body" idx="1" hasCustomPrompt="1"/>
          </p:nvPr>
        </p:nvSpPr>
        <p:spPr>
          <a:xfrm>
            <a:off x="768095" y="2288559"/>
            <a:ext cx="9887835" cy="3360372"/>
          </a:xfrm>
        </p:spPr>
        <p:txBody>
          <a:bodyPr lIns="0" rIns="0">
            <a:noAutofit/>
          </a:bodyPr>
          <a:lstStyle>
            <a:lvl1pPr marL="0" indent="0">
              <a:lnSpc>
                <a:spcPct val="100000"/>
              </a:lnSpc>
              <a:spcBef>
                <a:spcPts val="0"/>
              </a:spcBef>
              <a:buNone/>
              <a:defRPr sz="1800" b="0" i="0" kern="0" spc="0" baseline="0">
                <a:solidFill>
                  <a:srgbClr val="4A362B"/>
                </a:solidFill>
                <a:latin typeface="Oracle Sans" panose="020B0503020204020204" pitchFamily="34" charset="0"/>
                <a:ea typeface="Oracle Sans" panose="020B0503020204020204" pitchFamily="34" charset="0"/>
                <a:cs typeface="Oracle Sans" panose="020B0503020204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Duis vitae </a:t>
            </a:r>
            <a:r>
              <a:rPr lang="en-US" dirty="0" err="1"/>
              <a:t>interdum</a:t>
            </a:r>
            <a:r>
              <a:rPr lang="en-US" dirty="0"/>
              <a:t> diam, non </a:t>
            </a:r>
            <a:r>
              <a:rPr lang="en-US" dirty="0" err="1"/>
              <a:t>aliquet</a:t>
            </a:r>
            <a:r>
              <a:rPr lang="en-US" dirty="0"/>
              <a:t> </a:t>
            </a:r>
            <a:r>
              <a:rPr lang="en-US" dirty="0" err="1"/>
              <a:t>enim</a:t>
            </a:r>
            <a:r>
              <a:rPr lang="en-US" dirty="0"/>
              <a:t>. </a:t>
            </a:r>
            <a:r>
              <a:rPr lang="en-US" dirty="0" err="1"/>
              <a:t>Donec</a:t>
            </a:r>
            <a:r>
              <a:rPr lang="en-US" dirty="0"/>
              <a:t> </a:t>
            </a:r>
            <a:r>
              <a:rPr lang="en-US" dirty="0" err="1"/>
              <a:t>auctor</a:t>
            </a:r>
            <a:r>
              <a:rPr lang="en-US" dirty="0"/>
              <a:t> </a:t>
            </a:r>
            <a:r>
              <a:rPr lang="en-US" dirty="0" err="1"/>
              <a:t>metus</a:t>
            </a:r>
            <a:r>
              <a:rPr lang="en-US" dirty="0"/>
              <a:t> sed </a:t>
            </a:r>
            <a:r>
              <a:rPr lang="en-US" dirty="0" err="1"/>
              <a:t>velit</a:t>
            </a:r>
            <a:r>
              <a:rPr lang="en-US" dirty="0"/>
              <a:t> </a:t>
            </a:r>
            <a:r>
              <a:rPr lang="en-US" dirty="0" err="1"/>
              <a:t>imperdiet</a:t>
            </a:r>
            <a:r>
              <a:rPr lang="en-US" dirty="0"/>
              <a:t> </a:t>
            </a:r>
            <a:r>
              <a:rPr lang="en-US" dirty="0" err="1"/>
              <a:t>consectetur</a:t>
            </a:r>
            <a:r>
              <a:rPr lang="en-US" dirty="0"/>
              <a:t>. </a:t>
            </a:r>
            <a:r>
              <a:rPr lang="en-US" dirty="0" err="1"/>
              <a:t>Aenean</a:t>
            </a:r>
            <a:r>
              <a:rPr lang="en-US" dirty="0"/>
              <a:t> et </a:t>
            </a:r>
            <a:r>
              <a:rPr lang="en-US" dirty="0" err="1"/>
              <a:t>turpis</a:t>
            </a:r>
            <a:r>
              <a:rPr lang="en-US" dirty="0"/>
              <a:t> </a:t>
            </a:r>
            <a:r>
              <a:rPr lang="en-US" dirty="0" err="1"/>
              <a:t>sapien</a:t>
            </a:r>
            <a:r>
              <a:rPr lang="en-US" dirty="0"/>
              <a:t>.</a:t>
            </a:r>
          </a:p>
        </p:txBody>
      </p:sp>
      <p:sp>
        <p:nvSpPr>
          <p:cNvPr id="10" name="Rectangle 9">
            <a:extLst>
              <a:ext uri="{FF2B5EF4-FFF2-40B4-BE49-F238E27FC236}">
                <a16:creationId xmlns:a16="http://schemas.microsoft.com/office/drawing/2014/main" id="{324354AA-8715-3B44-8031-FEACECD4374F}"/>
              </a:ext>
            </a:extLst>
          </p:cNvPr>
          <p:cNvSpPr/>
          <p:nvPr userDrawn="1"/>
        </p:nvSpPr>
        <p:spPr>
          <a:xfrm>
            <a:off x="768096" y="1867578"/>
            <a:ext cx="310896" cy="365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0A31DDD-B87C-9941-AC16-648C97686F89}"/>
              </a:ext>
            </a:extLst>
          </p:cNvPr>
          <p:cNvPicPr>
            <a:picLocks noChangeAspect="1"/>
          </p:cNvPicPr>
          <p:nvPr userDrawn="1"/>
        </p:nvPicPr>
        <p:blipFill>
          <a:blip r:embed="rId4"/>
          <a:stretch>
            <a:fillRect/>
          </a:stretch>
        </p:blipFill>
        <p:spPr>
          <a:xfrm>
            <a:off x="11437197" y="6356350"/>
            <a:ext cx="501650" cy="501650"/>
          </a:xfrm>
          <a:prstGeom prst="rect">
            <a:avLst/>
          </a:prstGeom>
        </p:spPr>
      </p:pic>
      <p:sp>
        <p:nvSpPr>
          <p:cNvPr id="4" name="Footer Placeholder 3">
            <a:extLst>
              <a:ext uri="{FF2B5EF4-FFF2-40B4-BE49-F238E27FC236}">
                <a16:creationId xmlns:a16="http://schemas.microsoft.com/office/drawing/2014/main" id="{73307A0B-BD36-4925-BB53-F5C39932C524}"/>
              </a:ext>
            </a:extLst>
          </p:cNvPr>
          <p:cNvSpPr>
            <a:spLocks noGrp="1"/>
          </p:cNvSpPr>
          <p:nvPr>
            <p:ph type="ftr" sz="quarter" idx="10"/>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199B5254-C1BE-4BD7-AEA0-11CA078C9892}"/>
              </a:ext>
            </a:extLst>
          </p:cNvPr>
          <p:cNvSpPr>
            <a:spLocks noGrp="1"/>
          </p:cNvSpPr>
          <p:nvPr>
            <p:ph type="sldNum" sz="quarter" idx="11"/>
          </p:nvPr>
        </p:nvSpPr>
        <p:spPr/>
        <p:txBody>
          <a:bodyPr/>
          <a:lstStyle/>
          <a:p>
            <a:fld id="{7C371504-33D9-B044-8C50-620C44A06CB1}" type="slidenum">
              <a:rPr lang="en-US" smtClean="0"/>
              <a:pPr/>
              <a:t>‹#›</a:t>
            </a:fld>
            <a:endParaRPr lang="en-US" dirty="0"/>
          </a:p>
        </p:txBody>
      </p:sp>
    </p:spTree>
    <p:extLst>
      <p:ext uri="{BB962C8B-B14F-4D97-AF65-F5344CB8AC3E}">
        <p14:creationId xmlns:p14="http://schemas.microsoft.com/office/powerpoint/2010/main" val="15190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8916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911567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825905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9636801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2472885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457001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495476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331536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98494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2379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0743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678417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9430081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936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005655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37477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53142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44003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790948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566762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654126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94364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42397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37058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11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5865534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409213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Light - Blank">
    <p:spTree>
      <p:nvGrpSpPr>
        <p:cNvPr id="1" name=""/>
        <p:cNvGrpSpPr/>
        <p:nvPr/>
      </p:nvGrpSpPr>
      <p:grpSpPr>
        <a:xfrm>
          <a:off x="0" y="0"/>
          <a:ext cx="0" cy="0"/>
          <a:chOff x="0" y="0"/>
          <a:chExt cx="0" cy="0"/>
        </a:xfrm>
      </p:grpSpPr>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5317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1411148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8160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412424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3314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Arial" panose="020B0604020202020204" pitchFamily="34" charset="0"/>
                <a:cs typeface="Arial" panose="020B0604020202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2061924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70454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6878068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8881331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695117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8429795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8660720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20751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201040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419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8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0323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Light - Safe Harbor">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F7C5FACA-CB69-F341-96EC-260102929140}"/>
              </a:ext>
            </a:extLst>
          </p:cNvPr>
          <p:cNvSpPr txBox="1"/>
          <p:nvPr userDrawn="1"/>
        </p:nvSpPr>
        <p:spPr>
          <a:xfrm>
            <a:off x="766762" y="184150"/>
            <a:ext cx="10671048" cy="822960"/>
          </a:xfrm>
          <a:prstGeom prst="rect">
            <a:avLst/>
          </a:prstGeom>
        </p:spPr>
        <p:txBody>
          <a:bodyPr vert="horz" lIns="0" tIns="0" rIns="0" bIns="0" rtlCol="0" anchor="b">
            <a:noAutofit/>
          </a:bodyPr>
          <a:lstStyle>
            <a:lvl1pPr lvl="0" indent="0">
              <a:lnSpc>
                <a:spcPct val="95000"/>
              </a:lnSpc>
              <a:spcBef>
                <a:spcPts val="1000"/>
              </a:spcBef>
              <a:buFont typeface="Arial" panose="020B0604020202020204" pitchFamily="34" charset="0"/>
              <a:buNone/>
              <a:defRPr sz="2400" b="1" i="0" baseline="0">
                <a:solidFill>
                  <a:schemeClr val="bg1"/>
                </a:solidFill>
                <a:latin typeface="Oracle Sans" panose="020B0503020204020204" pitchFamily="34" charset="0"/>
                <a:cs typeface="Oracle Sans" panose="020B0503020204020204" pitchFamily="34" charset="0"/>
              </a:defRPr>
            </a:lvl1pPr>
          </a:lstStyle>
          <a:p>
            <a:pPr lvl="0"/>
            <a:r>
              <a:rPr lang="en-US" dirty="0">
                <a:solidFill>
                  <a:schemeClr val="tx1"/>
                </a:solidFill>
                <a:latin typeface="+mn-lt"/>
                <a:cs typeface="Arial" panose="020B0604020202020204" pitchFamily="34" charset="0"/>
              </a:rPr>
              <a:t>Safe harbor statement</a:t>
            </a:r>
          </a:p>
        </p:txBody>
      </p:sp>
      <p:sp>
        <p:nvSpPr>
          <p:cNvPr id="14" name="Text Field">
            <a:extLst>
              <a:ext uri="{FF2B5EF4-FFF2-40B4-BE49-F238E27FC236}">
                <a16:creationId xmlns:a16="http://schemas.microsoft.com/office/drawing/2014/main" id="{EA78FDD8-084D-2D41-A37D-7DE0C431B1DA}"/>
              </a:ext>
            </a:extLst>
          </p:cNvPr>
          <p:cNvSpPr txBox="1"/>
          <p:nvPr userDrawn="1"/>
        </p:nvSpPr>
        <p:spPr>
          <a:xfrm>
            <a:off x="766762" y="1608421"/>
            <a:ext cx="7987939" cy="2492990"/>
          </a:xfrm>
          <a:prstGeom prst="rect">
            <a:avLst/>
          </a:prstGeom>
          <a:noFill/>
        </p:spPr>
        <p:txBody>
          <a:bodyPr wrap="square" lIns="0" tIns="0" rIns="0" bIns="0" rtlCol="0">
            <a:spAutoFit/>
          </a:bodyPr>
          <a:lstStyle/>
          <a:p>
            <a:r>
              <a:rPr lang="en-US" sz="1800" b="0" i="0" u="none" strike="noStrike" kern="1200">
                <a:solidFill>
                  <a:schemeClr val="tx1"/>
                </a:solidFill>
                <a:effectLst/>
                <a:latin typeface="+mn-lt"/>
                <a:ea typeface="+mn-ea"/>
                <a:cs typeface="+mn-cs"/>
              </a:rPr>
              <a:t>As of August 2020, for most presentations, a safe harbor statement is no longer required, and you will not need to use this slide.  </a:t>
            </a:r>
            <a:br>
              <a:rPr lang="en-US" sz="1800" b="0" i="0" u="none" strike="noStrike" kern="1200">
                <a:solidFill>
                  <a:schemeClr val="tx1"/>
                </a:solidFill>
                <a:effectLst/>
                <a:latin typeface="+mn-lt"/>
                <a:ea typeface="+mn-ea"/>
                <a:cs typeface="+mn-cs"/>
              </a:rPr>
            </a:br>
            <a:endParaRPr lang="en-US" sz="1800" b="0" i="0" u="none" strike="noStrike" kern="1200">
              <a:solidFill>
                <a:schemeClr val="tx1"/>
              </a:solidFill>
              <a:effectLst/>
              <a:latin typeface="+mn-lt"/>
              <a:ea typeface="+mn-ea"/>
              <a:cs typeface="+mn-cs"/>
            </a:endParaRPr>
          </a:p>
          <a:p>
            <a:r>
              <a:rPr lang="en-US" sz="1800" b="0" i="0" u="none" strike="noStrike" kern="1200">
                <a:solidFill>
                  <a:schemeClr val="tx1"/>
                </a:solidFill>
                <a:effectLst/>
                <a:latin typeface="+mn-lt"/>
                <a:ea typeface="+mn-ea"/>
                <a:cs typeface="+mn-cs"/>
              </a:rPr>
              <a:t>The forward looking statement safe harbor slide is required ONLY for external presentations that pertain to: product launches, executive presentations and keynotes at major events, and any event attended by financial analysts.</a:t>
            </a:r>
          </a:p>
          <a:p>
            <a:endParaRPr lang="en-US" sz="1800" b="0" i="0" u="none" strike="noStrike" kern="1200">
              <a:solidFill>
                <a:schemeClr val="tx1"/>
              </a:solidFill>
              <a:effectLst/>
              <a:latin typeface="+mn-lt"/>
              <a:ea typeface="+mn-ea"/>
              <a:cs typeface="+mn-cs"/>
            </a:endParaRPr>
          </a:p>
          <a:p>
            <a:r>
              <a:rPr lang="en-US"/>
              <a:t>The notice is available at the </a:t>
            </a:r>
            <a:r>
              <a:rPr lang="en-US" u="sng">
                <a:solidFill>
                  <a:srgbClr val="2C5967"/>
                </a:solidFill>
                <a:hlinkClick r:id="rId2">
                  <a:extLst>
                    <a:ext uri="{A12FA001-AC4F-418D-AE19-62706E023703}">
                      <ahyp:hlinkClr xmlns:ahyp="http://schemas.microsoft.com/office/drawing/2018/hyperlinkcolor" val="tx"/>
                    </a:ext>
                  </a:extLst>
                </a:hlinkClick>
              </a:rPr>
              <a:t>Safe Harbor Confluence Page</a:t>
            </a:r>
            <a:endParaRPr lang="en-US">
              <a:solidFill>
                <a:srgbClr val="2C5967"/>
              </a:solidFill>
            </a:endParaRPr>
          </a:p>
          <a:p>
            <a:r>
              <a:rPr lang="en-US"/>
              <a:t>Contact for Forward Looking Statement: </a:t>
            </a:r>
            <a:r>
              <a:rPr lang="en-US" u="sng">
                <a:solidFill>
                  <a:srgbClr val="2C5967"/>
                </a:solidFill>
                <a:hlinkClick r:id="rId3">
                  <a:extLst>
                    <a:ext uri="{A12FA001-AC4F-418D-AE19-62706E023703}">
                      <ahyp:hlinkClr xmlns:ahyp="http://schemas.microsoft.com/office/drawing/2018/hyperlinkcolor" val="tx"/>
                    </a:ext>
                  </a:extLst>
                </a:hlinkClick>
              </a:rPr>
              <a:t>quietperiod_ww_grp@oracle.com</a:t>
            </a:r>
            <a:endParaRPr lang="en-US">
              <a:solidFill>
                <a:srgbClr val="2C5967"/>
              </a:solidFill>
            </a:endParaRPr>
          </a:p>
        </p:txBody>
      </p:sp>
      <p:pic>
        <p:nvPicPr>
          <p:cNvPr id="10" name="Cloud">
            <a:extLst>
              <a:ext uri="{FF2B5EF4-FFF2-40B4-BE49-F238E27FC236}">
                <a16:creationId xmlns:a16="http://schemas.microsoft.com/office/drawing/2014/main" id="{2FCEE6FC-E7A1-9745-9FBA-161384F6B86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bwMode="invGray">
          <a:xfrm>
            <a:off x="6204017" y="3432466"/>
            <a:ext cx="5987981" cy="2780569"/>
          </a:xfrm>
          <a:prstGeom prst="rect">
            <a:avLst/>
          </a:prstGeom>
        </p:spPr>
      </p:pic>
      <p:sp>
        <p:nvSpPr>
          <p:cNvPr id="2" name="Date Placeholder 1">
            <a:extLst>
              <a:ext uri="{FF2B5EF4-FFF2-40B4-BE49-F238E27FC236}">
                <a16:creationId xmlns:a16="http://schemas.microsoft.com/office/drawing/2014/main" id="{7D96628B-0EF0-416B-9E8E-3931DFCB9120}"/>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72B72738-3834-418C-9636-B18B1A1825FD}"/>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95C840CC-B289-4EEE-9D6C-A6440E6863B5}"/>
              </a:ext>
            </a:extLst>
          </p:cNvPr>
          <p:cNvSpPr>
            <a:spLocks noGrp="1"/>
          </p:cNvSpPr>
          <p:nvPr>
            <p:ph type="sldNum" sz="quarter" idx="12"/>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52711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hyp="http://schemas.microsoft.com/office/drawing/2018/hyperlinkcolor" xmlns:a16="http://schemas.microsoft.com/office/drawing/2014/main"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ark - Safe Harbor">
    <p:spTree>
      <p:nvGrpSpPr>
        <p:cNvPr id="1" name=""/>
        <p:cNvGrpSpPr/>
        <p:nvPr/>
      </p:nvGrpSpPr>
      <p:grpSpPr>
        <a:xfrm>
          <a:off x="0" y="0"/>
          <a:ext cx="0" cy="0"/>
          <a:chOff x="0" y="0"/>
          <a:chExt cx="0" cy="0"/>
        </a:xfrm>
      </p:grpSpPr>
      <p:pic>
        <p:nvPicPr>
          <p:cNvPr id="11" name="Cloud">
            <a:extLst>
              <a:ext uri="{FF2B5EF4-FFF2-40B4-BE49-F238E27FC236}">
                <a16:creationId xmlns:a16="http://schemas.microsoft.com/office/drawing/2014/main" id="{3BD55515-3A50-4D53-9758-E4F305E6BEB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6204017" y="3432466"/>
            <a:ext cx="5987981" cy="2780570"/>
          </a:xfrm>
          <a:prstGeom prst="rect">
            <a:avLst/>
          </a:prstGeom>
        </p:spPr>
      </p:pic>
      <p:sp>
        <p:nvSpPr>
          <p:cNvPr id="9" name="Title">
            <a:extLst>
              <a:ext uri="{FF2B5EF4-FFF2-40B4-BE49-F238E27FC236}">
                <a16:creationId xmlns:a16="http://schemas.microsoft.com/office/drawing/2014/main" id="{6F52D25E-1040-40B8-8DE7-5AFF601E5501}"/>
              </a:ext>
            </a:extLst>
          </p:cNvPr>
          <p:cNvSpPr txBox="1"/>
          <p:nvPr userDrawn="1"/>
        </p:nvSpPr>
        <p:spPr>
          <a:xfrm>
            <a:off x="766762" y="184150"/>
            <a:ext cx="10671048" cy="822960"/>
          </a:xfrm>
          <a:prstGeom prst="rect">
            <a:avLst/>
          </a:prstGeom>
        </p:spPr>
        <p:txBody>
          <a:bodyPr vert="horz" lIns="0" tIns="0" rIns="0" bIns="0" rtlCol="0" anchor="b">
            <a:noAutofit/>
          </a:bodyPr>
          <a:lstStyle>
            <a:lvl1pPr lvl="0" indent="0">
              <a:lnSpc>
                <a:spcPct val="95000"/>
              </a:lnSpc>
              <a:spcBef>
                <a:spcPts val="1000"/>
              </a:spcBef>
              <a:buFont typeface="Arial" panose="020B0604020202020204" pitchFamily="34" charset="0"/>
              <a:buNone/>
              <a:defRPr sz="2400" b="1" i="0" baseline="0">
                <a:solidFill>
                  <a:schemeClr val="bg1"/>
                </a:solidFill>
                <a:latin typeface="Oracle Sans" panose="020B0503020204020204" pitchFamily="34" charset="0"/>
                <a:cs typeface="Oracle Sans" panose="020B0503020204020204" pitchFamily="34" charset="0"/>
              </a:defRPr>
            </a:lvl1pPr>
          </a:lstStyle>
          <a:p>
            <a:pPr lvl="0"/>
            <a:r>
              <a:rPr lang="en-US" dirty="0">
                <a:solidFill>
                  <a:schemeClr val="tx1"/>
                </a:solidFill>
                <a:latin typeface="+mn-lt"/>
                <a:cs typeface="Arial" panose="020B0604020202020204" pitchFamily="34" charset="0"/>
              </a:rPr>
              <a:t>Safe harbor statement</a:t>
            </a:r>
          </a:p>
        </p:txBody>
      </p:sp>
      <p:sp>
        <p:nvSpPr>
          <p:cNvPr id="2" name="Date Placeholder 1">
            <a:extLst>
              <a:ext uri="{FF2B5EF4-FFF2-40B4-BE49-F238E27FC236}">
                <a16:creationId xmlns:a16="http://schemas.microsoft.com/office/drawing/2014/main" id="{34E5158B-9671-4B44-944A-98679C6CF86D}"/>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10E87A33-7FAE-4B90-BB38-5DBBD051B0DD}"/>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4" name="Slide Number Placeholder 3">
            <a:extLst>
              <a:ext uri="{FF2B5EF4-FFF2-40B4-BE49-F238E27FC236}">
                <a16:creationId xmlns:a16="http://schemas.microsoft.com/office/drawing/2014/main" id="{F5441799-4659-4B49-A776-C19D91554F92}"/>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8" name="Text Field">
            <a:extLst>
              <a:ext uri="{FF2B5EF4-FFF2-40B4-BE49-F238E27FC236}">
                <a16:creationId xmlns:a16="http://schemas.microsoft.com/office/drawing/2014/main" id="{CD41643C-378D-6F4E-A789-77549A3D0468}"/>
              </a:ext>
            </a:extLst>
          </p:cNvPr>
          <p:cNvSpPr txBox="1"/>
          <p:nvPr userDrawn="1"/>
        </p:nvSpPr>
        <p:spPr>
          <a:xfrm>
            <a:off x="766762" y="1608421"/>
            <a:ext cx="7987939" cy="2492990"/>
          </a:xfrm>
          <a:prstGeom prst="rect">
            <a:avLst/>
          </a:prstGeom>
          <a:noFill/>
        </p:spPr>
        <p:txBody>
          <a:bodyPr wrap="square" lIns="0" tIns="0" rIns="0" bIns="0" rtlCol="0">
            <a:spAutoFit/>
          </a:bodyPr>
          <a:lstStyle/>
          <a:p>
            <a:r>
              <a:rPr lang="en-US" sz="1800" b="0" i="0" u="none" strike="noStrike" kern="1200">
                <a:solidFill>
                  <a:schemeClr val="tx1"/>
                </a:solidFill>
                <a:effectLst/>
                <a:latin typeface="+mn-lt"/>
                <a:ea typeface="+mn-ea"/>
                <a:cs typeface="+mn-cs"/>
              </a:rPr>
              <a:t>As of August 2020, for most presentations, a safe harbor statement is no longer required, and you will not need to use this slide.  </a:t>
            </a:r>
            <a:br>
              <a:rPr lang="en-US" sz="1800" b="0" i="0" u="none" strike="noStrike" kern="1200">
                <a:solidFill>
                  <a:schemeClr val="tx1"/>
                </a:solidFill>
                <a:effectLst/>
                <a:latin typeface="+mn-lt"/>
                <a:ea typeface="+mn-ea"/>
                <a:cs typeface="+mn-cs"/>
              </a:rPr>
            </a:br>
            <a:endParaRPr lang="en-US" sz="1800" b="0" i="0" u="none" strike="noStrike" kern="1200">
              <a:solidFill>
                <a:schemeClr val="tx1"/>
              </a:solidFill>
              <a:effectLst/>
              <a:latin typeface="+mn-lt"/>
              <a:ea typeface="+mn-ea"/>
              <a:cs typeface="+mn-cs"/>
            </a:endParaRPr>
          </a:p>
          <a:p>
            <a:r>
              <a:rPr lang="en-US" sz="1800" b="0" i="0" u="none" strike="noStrike" kern="1200">
                <a:solidFill>
                  <a:schemeClr val="tx1"/>
                </a:solidFill>
                <a:effectLst/>
                <a:latin typeface="+mn-lt"/>
                <a:ea typeface="+mn-ea"/>
                <a:cs typeface="+mn-cs"/>
              </a:rPr>
              <a:t>The forward looking statement safe harbor slide is required ONLY for external presentations that pertain to: product launches, executive presentations and keynotes at major events, and any event attended by financial analysts.</a:t>
            </a:r>
          </a:p>
          <a:p>
            <a:endParaRPr lang="en-US" sz="1800" b="0" i="0" u="none" strike="noStrike" kern="1200">
              <a:solidFill>
                <a:schemeClr val="tx1"/>
              </a:solidFill>
              <a:effectLst/>
              <a:latin typeface="+mn-lt"/>
              <a:ea typeface="+mn-ea"/>
              <a:cs typeface="+mn-cs"/>
            </a:endParaRPr>
          </a:p>
          <a:p>
            <a:r>
              <a:rPr lang="en-US"/>
              <a:t>The notice is available at the </a:t>
            </a:r>
            <a:r>
              <a:rPr lang="en-US" u="sng">
                <a:solidFill>
                  <a:srgbClr val="FACD62"/>
                </a:solidFill>
                <a:hlinkClick r:id="rId3">
                  <a:extLst>
                    <a:ext uri="{A12FA001-AC4F-418D-AE19-62706E023703}">
                      <ahyp:hlinkClr xmlns:ahyp="http://schemas.microsoft.com/office/drawing/2018/hyperlinkcolor" val="tx"/>
                    </a:ext>
                  </a:extLst>
                </a:hlinkClick>
              </a:rPr>
              <a:t>Safe Harbor Confluence Page</a:t>
            </a:r>
            <a:endParaRPr lang="en-US">
              <a:solidFill>
                <a:srgbClr val="FACD62"/>
              </a:solidFill>
            </a:endParaRPr>
          </a:p>
          <a:p>
            <a:r>
              <a:rPr lang="en-US"/>
              <a:t>Contact for Forward Looking Statement: </a:t>
            </a:r>
            <a:r>
              <a:rPr lang="en-US" u="sng">
                <a:solidFill>
                  <a:srgbClr val="FACD62"/>
                </a:solidFill>
                <a:hlinkClick r:id="rId4">
                  <a:extLst>
                    <a:ext uri="{A12FA001-AC4F-418D-AE19-62706E023703}">
                      <ahyp:hlinkClr xmlns:ahyp="http://schemas.microsoft.com/office/drawing/2018/hyperlinkcolor" val="tx"/>
                    </a:ext>
                  </a:extLst>
                </a:hlinkClick>
              </a:rPr>
              <a:t>quietperiod_ww_grp@oracle.com</a:t>
            </a:r>
            <a:endParaRPr lang="en-US">
              <a:solidFill>
                <a:srgbClr val="FACD62"/>
              </a:solidFill>
            </a:endParaRPr>
          </a:p>
        </p:txBody>
      </p:sp>
    </p:spTree>
    <p:extLst>
      <p:ext uri="{BB962C8B-B14F-4D97-AF65-F5344CB8AC3E}">
        <p14:creationId xmlns:p14="http://schemas.microsoft.com/office/powerpoint/2010/main" val="26371417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Arial" panose="020B0604020202020204" pitchFamily="34" charset="0"/>
                <a:ea typeface="+mn-ea"/>
                <a:cs typeface="Arial" panose="020B0604020202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2360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Arial" panose="020B0604020202020204" pitchFamily="34" charset="0"/>
                <a:ea typeface="+mn-ea"/>
                <a:cs typeface="Arial" panose="020B0604020202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844562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Arial" panose="020B0604020202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a:t>Copyright © 2020, Oracle and/or its affiliates  |  Confidential: Internal/Restricted/Highly Restricted</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30963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Arial" panose="020B0604020202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5794343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Arial" panose="020B0604020202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userDrawn="1"/>
        </p:nvSpPr>
        <p:spPr>
          <a:xfrm>
            <a:off x="1295730" y="3244334"/>
            <a:ext cx="2285339" cy="369332"/>
          </a:xfrm>
          <a:prstGeom prst="rect">
            <a:avLst/>
          </a:prstGeom>
          <a:noFill/>
        </p:spPr>
        <p:txBody>
          <a:bodyPr wrap="square" rtlCol="0">
            <a:spAutoFit/>
          </a:bodyPr>
          <a:lstStyle/>
          <a:p>
            <a:r>
              <a:rPr lang="en-US">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286641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Arial" panose="020B0604020202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a:t>Copyright © 2020, Oracle and/or its affiliates  |  Confidential: Internal/Restricted/Highly Restricted</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303400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Light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defRPr lang="en-US" sz="3200" b="0">
                <a:latin typeface="+mj-lt"/>
                <a:cs typeface="Arial" panose="020B0604020202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3698BC18-3443-48B2-97E6-989B7098DC52}"/>
              </a:ext>
            </a:extLst>
          </p:cNvPr>
          <p:cNvSpPr>
            <a:spLocks noGrp="1"/>
          </p:cNvSpPr>
          <p:nvPr>
            <p:ph type="dt" sz="half" idx="38"/>
          </p:nvPr>
        </p:nvSpPr>
        <p:spPr/>
        <p:txBody>
          <a:bodyPr/>
          <a:lstStyle/>
          <a:p>
            <a:r>
              <a:rPr lang="en-US"/>
              <a:t>[Date]</a:t>
            </a:r>
          </a:p>
        </p:txBody>
      </p:sp>
      <p:sp>
        <p:nvSpPr>
          <p:cNvPr id="5" name="Footer Placeholder 4">
            <a:extLst>
              <a:ext uri="{FF2B5EF4-FFF2-40B4-BE49-F238E27FC236}">
                <a16:creationId xmlns:a16="http://schemas.microsoft.com/office/drawing/2014/main" id="{572AC1E3-E104-4942-8AE8-198E477A85F9}"/>
              </a:ext>
            </a:extLst>
          </p:cNvPr>
          <p:cNvSpPr>
            <a:spLocks noGrp="1"/>
          </p:cNvSpPr>
          <p:nvPr>
            <p:ph type="ftr" sz="quarter" idx="3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30968FA8-1974-461B-87A5-6D7032FA1C85}"/>
              </a:ext>
            </a:extLst>
          </p:cNvPr>
          <p:cNvSpPr>
            <a:spLocks noGrp="1"/>
          </p:cNvSpPr>
          <p:nvPr>
            <p:ph type="sldNum" sz="quarter" idx="4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1910136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ark - Thank You">
    <p:bg>
      <p:bgRef idx="1001">
        <a:schemeClr val="bg1"/>
      </p:bgRef>
    </p:bg>
    <p:spTree>
      <p:nvGrpSpPr>
        <p:cNvPr id="1" name=""/>
        <p:cNvGrpSpPr/>
        <p:nvPr/>
      </p:nvGrpSpPr>
      <p:grpSpPr>
        <a:xfrm>
          <a:off x="0" y="0"/>
          <a:ext cx="0" cy="0"/>
          <a:chOff x="0" y="0"/>
          <a:chExt cx="0" cy="0"/>
        </a:xfrm>
      </p:grpSpPr>
      <p:pic>
        <p:nvPicPr>
          <p:cNvPr id="14" name="Abstract Illustration">
            <a:extLst>
              <a:ext uri="{FF2B5EF4-FFF2-40B4-BE49-F238E27FC236}">
                <a16:creationId xmlns:a16="http://schemas.microsoft.com/office/drawing/2014/main" id="{49F92AE8-C0F0-CF4B-B569-964245B0041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bwMode="ltGray">
          <a:xfrm>
            <a:off x="6096000" y="4898"/>
            <a:ext cx="6096000" cy="6858000"/>
          </a:xfrm>
          <a:prstGeom prst="rect">
            <a:avLst/>
          </a:prstGeom>
        </p:spPr>
      </p:pic>
      <p:pic>
        <p:nvPicPr>
          <p:cNvPr id="26" name="OTag">
            <a:extLst>
              <a:ext uri="{FF2B5EF4-FFF2-40B4-BE49-F238E27FC236}">
                <a16:creationId xmlns:a16="http://schemas.microsoft.com/office/drawing/2014/main" id="{42D6F87D-23AA-1D42-BDBA-F6833AC9A0E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Thank youi">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defRPr lang="en-US" sz="3200" b="0">
                <a:latin typeface="+mj-lt"/>
                <a:cs typeface="Arial" panose="020B0604020202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cxnSp>
        <p:nvCxnSpPr>
          <p:cNvPr id="17" name="Accent Mark">
            <a:extLst>
              <a:ext uri="{FF2B5EF4-FFF2-40B4-BE49-F238E27FC236}">
                <a16:creationId xmlns:a16="http://schemas.microsoft.com/office/drawing/2014/main" id="{067F8F82-B054-48B8-A81C-65FC099A0B9D}"/>
              </a:ext>
              <a:ext uri="{C183D7F6-B498-43B3-948B-1728B52AA6E4}">
                <adec:decorative xmlns:adec="http://schemas.microsoft.com/office/drawing/2017/decorative" val="1"/>
              </a:ext>
            </a:extLst>
          </p:cNvPr>
          <p:cNvCxnSpPr>
            <a:cxnSpLocks/>
          </p:cNvCxnSpPr>
          <p:nvPr userDrawn="1"/>
        </p:nvCxnSpPr>
        <p:spPr>
          <a:xfrm flipH="1">
            <a:off x="768350" y="4508728"/>
            <a:ext cx="301752" cy="0"/>
          </a:xfrm>
          <a:prstGeom prst="line">
            <a:avLst/>
          </a:prstGeom>
          <a:ln w="38100" cap="flat">
            <a:solidFill>
              <a:srgbClr val="FACD62"/>
            </a:solidFill>
            <a:prstDash val="solid"/>
          </a:ln>
        </p:spPr>
        <p:style>
          <a:lnRef idx="1">
            <a:schemeClr val="accent1"/>
          </a:lnRef>
          <a:fillRef idx="0">
            <a:schemeClr val="accent1"/>
          </a:fillRef>
          <a:effectRef idx="0">
            <a:schemeClr val="accent1"/>
          </a:effectRef>
          <a:fontRef idx="minor">
            <a:schemeClr val="tx1"/>
          </a:fontRef>
        </p:style>
      </p:cxn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defRPr/>
            </a:lvl1pPr>
          </a:lstStyle>
          <a:p>
            <a:pPr lvl="0"/>
            <a:r>
              <a:rPr lang="en-US"/>
              <a:t>Click to edit Master text styles</a:t>
            </a:r>
          </a:p>
        </p:txBody>
      </p:sp>
      <p:sp>
        <p:nvSpPr>
          <p:cNvPr id="4" name="Date Placeholder 3">
            <a:extLst>
              <a:ext uri="{FF2B5EF4-FFF2-40B4-BE49-F238E27FC236}">
                <a16:creationId xmlns:a16="http://schemas.microsoft.com/office/drawing/2014/main" id="{B8DBDF9E-BB65-47CA-AE22-65479E3B2B11}"/>
              </a:ext>
            </a:extLst>
          </p:cNvPr>
          <p:cNvSpPr>
            <a:spLocks noGrp="1"/>
          </p:cNvSpPr>
          <p:nvPr>
            <p:ph type="dt" sz="half" idx="38"/>
          </p:nvPr>
        </p:nvSpPr>
        <p:spPr/>
        <p:txBody>
          <a:bodyPr/>
          <a:lstStyle/>
          <a:p>
            <a:r>
              <a:rPr lang="en-US"/>
              <a:t>[Date]</a:t>
            </a:r>
          </a:p>
        </p:txBody>
      </p:sp>
      <p:sp>
        <p:nvSpPr>
          <p:cNvPr id="5" name="Footer Placeholder 4">
            <a:extLst>
              <a:ext uri="{FF2B5EF4-FFF2-40B4-BE49-F238E27FC236}">
                <a16:creationId xmlns:a16="http://schemas.microsoft.com/office/drawing/2014/main" id="{736FFAC2-A591-4775-8C17-E779B8580987}"/>
              </a:ext>
            </a:extLst>
          </p:cNvPr>
          <p:cNvSpPr>
            <a:spLocks noGrp="1"/>
          </p:cNvSpPr>
          <p:nvPr>
            <p:ph type="ftr" sz="quarter" idx="39"/>
          </p:nvPr>
        </p:nvSpPr>
        <p:spPr/>
        <p:txBody>
          <a:bodyPr/>
          <a:lstStyle/>
          <a:p>
            <a:r>
              <a:rPr lang="en-US"/>
              <a:t>Copyright © 2020, Oracle and/or its affiliates  |  Confidential: Internal/Restricted/Highly Restricted</a:t>
            </a:r>
          </a:p>
        </p:txBody>
      </p:sp>
      <p:sp>
        <p:nvSpPr>
          <p:cNvPr id="6" name="Slide Number Placeholder 5">
            <a:extLst>
              <a:ext uri="{FF2B5EF4-FFF2-40B4-BE49-F238E27FC236}">
                <a16:creationId xmlns:a16="http://schemas.microsoft.com/office/drawing/2014/main" id="{A05CE80B-FDBC-4834-99C6-9621F96B934D}"/>
              </a:ext>
            </a:extLst>
          </p:cNvPr>
          <p:cNvSpPr>
            <a:spLocks noGrp="1"/>
          </p:cNvSpPr>
          <p:nvPr>
            <p:ph type="sldNum" sz="quarter" idx="40"/>
          </p:nvPr>
        </p:nvSpPr>
        <p:spPr/>
        <p:txBody>
          <a:bodyPr/>
          <a:lstStyle/>
          <a:p>
            <a:fld id="{345D60D9-5372-5F40-9443-0F9AE5BDC3C8}" type="slidenum">
              <a:rPr lang="en-US" smtClean="0"/>
              <a:pPr/>
              <a:t>‹#›</a:t>
            </a:fld>
            <a:endParaRPr lang="en-US"/>
          </a:p>
        </p:txBody>
      </p:sp>
    </p:spTree>
    <p:extLst>
      <p:ext uri="{BB962C8B-B14F-4D97-AF65-F5344CB8AC3E}">
        <p14:creationId xmlns:p14="http://schemas.microsoft.com/office/powerpoint/2010/main" val="33348160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60757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00175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Mission Statement">
    <p:bg>
      <p:bgRef idx="1001">
        <a:schemeClr val="bg2"/>
      </p:bgRef>
    </p:bg>
    <p:spTree>
      <p:nvGrpSpPr>
        <p:cNvPr id="1" name=""/>
        <p:cNvGrpSpPr/>
        <p:nvPr/>
      </p:nvGrpSpPr>
      <p:grpSpPr>
        <a:xfrm>
          <a:off x="0" y="0"/>
          <a:ext cx="0" cy="0"/>
          <a:chOff x="0" y="0"/>
          <a:chExt cx="0" cy="0"/>
        </a:xfrm>
      </p:grpSpPr>
      <p:pic>
        <p:nvPicPr>
          <p:cNvPr id="4" name="Illustration">
            <a:extLst>
              <a:ext uri="{FF2B5EF4-FFF2-40B4-BE49-F238E27FC236}">
                <a16:creationId xmlns:a16="http://schemas.microsoft.com/office/drawing/2014/main" id="{7F6A0B0D-9890-B044-B4D0-946D1FDB962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3704"/>
          <a:stretch/>
        </p:blipFill>
        <p:spPr bwMode="invGray">
          <a:xfrm>
            <a:off x="0" y="0"/>
            <a:ext cx="12192000" cy="6858000"/>
          </a:xfrm>
          <a:prstGeom prst="rect">
            <a:avLst/>
          </a:prstGeom>
        </p:spPr>
      </p:pic>
      <p:sp>
        <p:nvSpPr>
          <p:cNvPr id="5" name="TextBox 4">
            <a:extLst>
              <a:ext uri="{FF2B5EF4-FFF2-40B4-BE49-F238E27FC236}">
                <a16:creationId xmlns:a16="http://schemas.microsoft.com/office/drawing/2014/main" id="{1138CAED-6966-416F-96DE-48D3061CAD63}"/>
              </a:ext>
            </a:extLst>
          </p:cNvPr>
          <p:cNvSpPr txBox="1"/>
          <p:nvPr userDrawn="1"/>
        </p:nvSpPr>
        <p:spPr>
          <a:xfrm>
            <a:off x="768876" y="1828800"/>
            <a:ext cx="6053328" cy="2279335"/>
          </a:xfrm>
          <a:prstGeom prst="rect">
            <a:avLst/>
          </a:prstGeom>
        </p:spPr>
        <p:txBody>
          <a:bodyPr vert="horz" lIns="0" tIns="0" rIns="0" bIns="0" rtlCol="0" anchor="b">
            <a:noAutofit/>
          </a:bodyPr>
          <a:lstStyle>
            <a:lvl1pPr>
              <a:lnSpc>
                <a:spcPct val="100000"/>
              </a:lnSpc>
              <a:spcBef>
                <a:spcPct val="0"/>
              </a:spcBef>
              <a:buNone/>
              <a:defRPr lang="en-US" sz="3000" b="0" i="0" baseline="0" dirty="0">
                <a:latin typeface="+mj-lt"/>
                <a:cs typeface="+mj-cs"/>
              </a:defRPr>
            </a:lvl1pPr>
          </a:lstStyle>
          <a:p>
            <a:pPr lvl="0"/>
            <a:r>
              <a:rPr lang="en-US"/>
              <a:t>Our mission is to help people see data in new ways, discover insights,</a:t>
            </a:r>
            <a:br>
              <a:rPr lang="en-US"/>
            </a:br>
            <a:r>
              <a:rPr lang="en-US"/>
              <a:t>unlock endless possibilities.</a:t>
            </a:r>
          </a:p>
        </p:txBody>
      </p:sp>
    </p:spTree>
    <p:extLst>
      <p:ext uri="{BB962C8B-B14F-4D97-AF65-F5344CB8AC3E}">
        <p14:creationId xmlns:p14="http://schemas.microsoft.com/office/powerpoint/2010/main" val="2235935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dec="http://schemas.microsoft.com/office/drawing/2017/decorative" xmlns:a16="http://schemas.microsoft.com/office/drawing/2014/main"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11665287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a:t>Copyright © 2020, Oracle and/or its affiliates  |  Confidential: Internal/Restricted/Highly Restricted</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a:p>
        </p:txBody>
      </p:sp>
      <p:sp>
        <p:nvSpPr>
          <p:cNvPr id="7" name="Rectangle 6">
            <a:extLst>
              <a:ext uri="{FF2B5EF4-FFF2-40B4-BE49-F238E27FC236}">
                <a16:creationId xmlns:a16="http://schemas.microsoft.com/office/drawing/2014/main" id="{C543FCF3-AE26-4DE7-A6C3-3940B3E78E3F}"/>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35234931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4="http://schemas.microsoft.com/office/drawing/2010/main" xmlns:a16="http://schemas.microsoft.com/office/drawing/2014/main"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2565-9D15-494D-8285-99925CA9AE7F}"/>
              </a:ext>
            </a:extLst>
          </p:cNvPr>
          <p:cNvSpPr>
            <a:spLocks noGrp="1"/>
          </p:cNvSpPr>
          <p:nvPr>
            <p:ph type="title"/>
          </p:nvPr>
        </p:nvSpPr>
        <p:spPr/>
        <p:txBody>
          <a:bodyPr/>
          <a:lstStyle/>
          <a:p>
            <a:r>
              <a:rPr lang="en-US" dirty="0"/>
              <a:t>Click to edit Master title style</a:t>
            </a:r>
          </a:p>
        </p:txBody>
      </p:sp>
      <p:sp>
        <p:nvSpPr>
          <p:cNvPr id="3" name="Rectangle 2">
            <a:extLst>
              <a:ext uri="{FF2B5EF4-FFF2-40B4-BE49-F238E27FC236}">
                <a16:creationId xmlns:a16="http://schemas.microsoft.com/office/drawing/2014/main" id="{FFAD3021-E6CB-5B48-A8AE-5AE80FB53614}"/>
              </a:ext>
            </a:extLst>
          </p:cNvPr>
          <p:cNvSpPr/>
          <p:nvPr userDrawn="1"/>
        </p:nvSpPr>
        <p:spPr>
          <a:xfrm>
            <a:off x="626301" y="6237962"/>
            <a:ext cx="1603332" cy="3883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284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Big Statement and Content">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C4DF7EE0-D6CF-4C3D-A0D2-443433528985}"/>
              </a:ext>
            </a:extLst>
          </p:cNvPr>
          <p:cNvCxnSpPr/>
          <p:nvPr userDrawn="1"/>
        </p:nvCxnSpPr>
        <p:spPr>
          <a:xfrm>
            <a:off x="859536" y="4979476"/>
            <a:ext cx="649224" cy="0"/>
          </a:xfrm>
          <a:prstGeom prst="line">
            <a:avLst/>
          </a:prstGeom>
          <a:ln w="12700">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10" name="Title 19">
            <a:extLst>
              <a:ext uri="{FF2B5EF4-FFF2-40B4-BE49-F238E27FC236}">
                <a16:creationId xmlns:a16="http://schemas.microsoft.com/office/drawing/2014/main" id="{FBA0AA59-2C44-4895-A8A2-6FF382A585A8}"/>
              </a:ext>
            </a:extLst>
          </p:cNvPr>
          <p:cNvSpPr>
            <a:spLocks noGrp="1"/>
          </p:cNvSpPr>
          <p:nvPr>
            <p:ph type="title" hasCustomPrompt="1"/>
          </p:nvPr>
        </p:nvSpPr>
        <p:spPr>
          <a:xfrm>
            <a:off x="838200" y="1828800"/>
            <a:ext cx="4953000" cy="2932022"/>
          </a:xfrm>
        </p:spPr>
        <p:txBody>
          <a:bodyPr wrap="square" anchor="b">
            <a:noAutofit/>
          </a:bodyPr>
          <a:lstStyle>
            <a:lvl1pPr>
              <a:lnSpc>
                <a:spcPct val="85000"/>
              </a:lnSpc>
              <a:defRPr sz="7200" baseline="0"/>
            </a:lvl1pPr>
          </a:lstStyle>
          <a:p>
            <a:r>
              <a:rPr lang="en-US" dirty="0"/>
              <a:t>Click to Edit Big Statement</a:t>
            </a:r>
          </a:p>
        </p:txBody>
      </p:sp>
      <p:sp>
        <p:nvSpPr>
          <p:cNvPr id="4" name="Content Placeholder 3">
            <a:extLst>
              <a:ext uri="{FF2B5EF4-FFF2-40B4-BE49-F238E27FC236}">
                <a16:creationId xmlns:a16="http://schemas.microsoft.com/office/drawing/2014/main" id="{DFB4327D-2319-4D01-B609-4ECBD648F884}"/>
              </a:ext>
            </a:extLst>
          </p:cNvPr>
          <p:cNvSpPr>
            <a:spLocks noGrp="1"/>
          </p:cNvSpPr>
          <p:nvPr>
            <p:ph sz="quarter" idx="11"/>
          </p:nvPr>
        </p:nvSpPr>
        <p:spPr>
          <a:xfrm>
            <a:off x="6400800" y="914400"/>
            <a:ext cx="4953000" cy="5029200"/>
          </a:xfrm>
        </p:spPr>
        <p:txBody>
          <a:bodyPr anchor="ctr"/>
          <a:lstStyle>
            <a:lvl1pPr marL="0" indent="0">
              <a:spcBef>
                <a:spcPts val="1200"/>
              </a:spcBef>
              <a:spcAft>
                <a:spcPts val="0"/>
              </a:spcAft>
              <a:buNone/>
              <a:defRPr sz="1800">
                <a:solidFill>
                  <a:schemeClr val="tx1"/>
                </a:solidFill>
                <a:latin typeface="Visby CF Medium" panose="00000600000000000000" pitchFamily="50" charset="0"/>
              </a:defRPr>
            </a:lvl1pPr>
            <a:lvl2pPr>
              <a:spcBef>
                <a:spcPts val="1200"/>
              </a:spcBef>
              <a:spcAft>
                <a:spcPts val="0"/>
              </a:spcAft>
              <a:buNone/>
              <a:defRPr sz="2000">
                <a:solidFill>
                  <a:srgbClr val="0094B6"/>
                </a:solidFill>
                <a:latin typeface="Visby CF Medium" panose="00000600000000000000" pitchFamily="50" charset="0"/>
              </a:defRPr>
            </a:lvl2pPr>
            <a:lvl3pPr>
              <a:spcBef>
                <a:spcPts val="1200"/>
              </a:spcBef>
              <a:spcAft>
                <a:spcPts val="0"/>
              </a:spcAft>
              <a:buNone/>
              <a:defRPr sz="2000">
                <a:solidFill>
                  <a:srgbClr val="0094B6"/>
                </a:solidFill>
                <a:latin typeface="Visby CF Medium" panose="00000600000000000000" pitchFamily="50" charset="0"/>
              </a:defRPr>
            </a:lvl3pPr>
            <a:lvl4pPr>
              <a:spcBef>
                <a:spcPts val="1200"/>
              </a:spcBef>
              <a:spcAft>
                <a:spcPts val="0"/>
              </a:spcAft>
              <a:buNone/>
              <a:defRPr sz="2000">
                <a:solidFill>
                  <a:srgbClr val="0094B6"/>
                </a:solidFill>
                <a:latin typeface="Visby CF Medium" panose="00000600000000000000" pitchFamily="50" charset="0"/>
              </a:defRPr>
            </a:lvl4pPr>
            <a:lvl5pPr marL="0" indent="0">
              <a:spcBef>
                <a:spcPts val="1200"/>
              </a:spcBef>
              <a:spcAft>
                <a:spcPts val="0"/>
              </a:spcAft>
              <a:buNone/>
              <a:defRPr sz="2000">
                <a:solidFill>
                  <a:srgbClr val="0094B6"/>
                </a:solidFill>
                <a:latin typeface="Visby CF Medium" panose="00000600000000000000" pitchFamily="50" charset="0"/>
              </a:defRPr>
            </a:lvl5pPr>
          </a:lstStyle>
          <a:p>
            <a:pPr lvl="0"/>
            <a:r>
              <a:rPr lang="en-US"/>
              <a:t>Click to edit Master text styles</a:t>
            </a:r>
          </a:p>
        </p:txBody>
      </p:sp>
      <p:sp>
        <p:nvSpPr>
          <p:cNvPr id="9" name="Text Placeholder 11">
            <a:extLst>
              <a:ext uri="{FF2B5EF4-FFF2-40B4-BE49-F238E27FC236}">
                <a16:creationId xmlns:a16="http://schemas.microsoft.com/office/drawing/2014/main" id="{BE826672-5CFA-9240-952B-DE347561D95B}"/>
              </a:ext>
            </a:extLst>
          </p:cNvPr>
          <p:cNvSpPr>
            <a:spLocks noGrp="1"/>
          </p:cNvSpPr>
          <p:nvPr>
            <p:ph type="body" sz="quarter" idx="10" hasCustomPrompt="1"/>
          </p:nvPr>
        </p:nvSpPr>
        <p:spPr>
          <a:xfrm>
            <a:off x="838200" y="457200"/>
            <a:ext cx="4953000" cy="228600"/>
          </a:xfrm>
        </p:spPr>
        <p:txBody>
          <a:bodyPr vert="horz" wrap="none" lIns="0" tIns="0" rIns="0" bIns="0" rtlCol="0" anchor="b">
            <a:noAutofit/>
          </a:bodyPr>
          <a:lstStyle>
            <a:lvl1pPr>
              <a:spcAft>
                <a:spcPts val="0"/>
              </a:spcAft>
              <a:defRPr lang="en-US" sz="1050" cap="all" spc="50">
                <a:solidFill>
                  <a:srgbClr val="505050"/>
                </a:solidFill>
              </a:defRPr>
            </a:lvl1pPr>
          </a:lstStyle>
          <a:p>
            <a:pPr marL="0" lvl="0" indent="0">
              <a:buNone/>
            </a:pPr>
            <a:r>
              <a:rPr lang="en-US"/>
              <a:t>Click to edit EYEBROW</a:t>
            </a:r>
          </a:p>
        </p:txBody>
      </p:sp>
      <p:sp>
        <p:nvSpPr>
          <p:cNvPr id="5" name="Rectangle 4">
            <a:extLst>
              <a:ext uri="{FF2B5EF4-FFF2-40B4-BE49-F238E27FC236}">
                <a16:creationId xmlns:a16="http://schemas.microsoft.com/office/drawing/2014/main" id="{BC7ACE53-E48D-8845-9755-D40AADA3E34D}"/>
              </a:ext>
            </a:extLst>
          </p:cNvPr>
          <p:cNvSpPr/>
          <p:nvPr userDrawn="1"/>
        </p:nvSpPr>
        <p:spPr>
          <a:xfrm>
            <a:off x="1051337" y="6328317"/>
            <a:ext cx="2286000" cy="301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31289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E2565-9D15-494D-8285-99925CA9AE7F}"/>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CCAADB73-6263-4AB4-B806-4FCFF5121FC6}"/>
              </a:ext>
            </a:extLst>
          </p:cNvPr>
          <p:cNvSpPr>
            <a:spLocks noGrp="1"/>
          </p:cNvSpPr>
          <p:nvPr>
            <p:ph type="body" sz="quarter" idx="10" hasCustomPrompt="1"/>
          </p:nvPr>
        </p:nvSpPr>
        <p:spPr>
          <a:xfrm>
            <a:off x="838200" y="457200"/>
            <a:ext cx="4953000" cy="228600"/>
          </a:xfrm>
        </p:spPr>
        <p:txBody>
          <a:bodyPr vert="horz" wrap="none" lIns="0" tIns="0" rIns="0" bIns="0" rtlCol="0" anchor="b">
            <a:noAutofit/>
          </a:bodyPr>
          <a:lstStyle>
            <a:lvl1pPr>
              <a:spcAft>
                <a:spcPts val="0"/>
              </a:spcAft>
              <a:defRPr lang="en-US" sz="1050" cap="all" spc="50">
                <a:solidFill>
                  <a:srgbClr val="505050"/>
                </a:solidFill>
              </a:defRPr>
            </a:lvl1pPr>
          </a:lstStyle>
          <a:p>
            <a:pPr marL="0" lvl="0" indent="0">
              <a:buNone/>
            </a:pPr>
            <a:r>
              <a:rPr lang="en-US"/>
              <a:t>Click to edit EYEBROW</a:t>
            </a:r>
          </a:p>
        </p:txBody>
      </p:sp>
    </p:spTree>
    <p:extLst>
      <p:ext uri="{BB962C8B-B14F-4D97-AF65-F5344CB8AC3E}">
        <p14:creationId xmlns:p14="http://schemas.microsoft.com/office/powerpoint/2010/main" val="122325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Light - Titl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C96C0F11-AAE4-4147-BF68-F2C0EE1307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562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5595"/>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3188"/>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26349A69-90E3-45DB-BC86-3B7FB26B13E2}"/>
              </a:ext>
            </a:extLst>
          </p:cNvPr>
          <p:cNvSpPr/>
          <p:nvPr/>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pic>
        <p:nvPicPr>
          <p:cNvPr id="13" name="Cloud">
            <a:extLst>
              <a:ext uri="{FF2B5EF4-FFF2-40B4-BE49-F238E27FC236}">
                <a16:creationId xmlns:a16="http://schemas.microsoft.com/office/drawing/2014/main" id="{FE6B4D26-B28D-F143-AB35-74E9A9DB01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60484" y="20917"/>
            <a:ext cx="4331516" cy="2542941"/>
          </a:xfrm>
          <a:prstGeom prst="rect">
            <a:avLst/>
          </a:prstGeom>
        </p:spPr>
      </p:pic>
      <p:pic>
        <p:nvPicPr>
          <p:cNvPr id="14" name="OTag">
            <a:extLst>
              <a:ext uri="{FF2B5EF4-FFF2-40B4-BE49-F238E27FC236}">
                <a16:creationId xmlns:a16="http://schemas.microsoft.com/office/drawing/2014/main" id="{6DD64580-DD62-054E-96DA-55452F19016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5" name="Oracle Logo" descr="Oracle Logo">
            <a:extLst>
              <a:ext uri="{FF2B5EF4-FFF2-40B4-BE49-F238E27FC236}">
                <a16:creationId xmlns:a16="http://schemas.microsoft.com/office/drawing/2014/main" id="{9C1F0807-A67A-C44A-BF86-B067E2535CD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16" name="object 9">
            <a:extLst>
              <a:ext uri="{FF2B5EF4-FFF2-40B4-BE49-F238E27FC236}">
                <a16:creationId xmlns:a16="http://schemas.microsoft.com/office/drawing/2014/main" id="{AAAFC58F-7502-F542-9887-F6ADD79D1113}"/>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1790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771525" y="1600200"/>
            <a:ext cx="10677525" cy="450799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dirty="0"/>
              <a:t>Copyright © 2025, Oracle and/or its affiliates</a:t>
            </a:r>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E8468362-D9C4-8E49-8FB8-2CCCD8AA97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31475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ark - Title 1 Column">
    <p:bg>
      <p:bgRef idx="1001">
        <a:schemeClr val="bg1"/>
      </p:bgRef>
    </p:bg>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6D6FFA39-C5A8-964A-B2FE-D6F8EB7EB96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Content Placeholder 3">
            <a:extLst>
              <a:ext uri="{FF2B5EF4-FFF2-40B4-BE49-F238E27FC236}">
                <a16:creationId xmlns:a16="http://schemas.microsoft.com/office/drawing/2014/main" id="{48DE7315-8D61-4C6A-B9C0-F07567A04CC5}"/>
              </a:ext>
            </a:extLst>
          </p:cNvPr>
          <p:cNvSpPr>
            <a:spLocks noGrp="1"/>
          </p:cNvSpPr>
          <p:nvPr>
            <p:ph sz="quarter" idx="13"/>
          </p:nvPr>
        </p:nvSpPr>
        <p:spPr>
          <a:xfrm>
            <a:off x="771525" y="1600200"/>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B97CAD67-FAD1-46CA-BDA2-0A014164791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B13D7001-FB5A-4601-97ED-F7B118AEEF1B}"/>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9A8561F1-3666-4956-BFDC-75350F74460E}"/>
              </a:ext>
            </a:extLst>
          </p:cNvPr>
          <p:cNvSpPr>
            <a:spLocks noGrp="1"/>
          </p:cNvSpPr>
          <p:nvPr>
            <p:ph type="ftr" sz="quarter" idx="15"/>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2D11022C-732A-4A28-8D73-4FE28C0CA3B0}"/>
              </a:ext>
            </a:extLst>
          </p:cNvPr>
          <p:cNvSpPr>
            <a:spLocks noGrp="1"/>
          </p:cNvSpPr>
          <p:nvPr>
            <p:ph type="sldNum" sz="quarter" idx="16"/>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B6466E8A-99E7-E745-8308-1F55DC43C2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41805835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Dark - Title">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53E58D20-1E4E-43E2-88A3-52402E9A1B1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Title goes here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59C6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
        <p:nvSpPr>
          <p:cNvPr id="9" name="object 9">
            <a:extLst>
              <a:ext uri="{FF2B5EF4-FFF2-40B4-BE49-F238E27FC236}">
                <a16:creationId xmlns:a16="http://schemas.microsoft.com/office/drawing/2014/main" id="{3F245C91-10B8-42A5-9343-B8007DFEA4E7}"/>
              </a:ext>
            </a:extLst>
          </p:cNvPr>
          <p:cNvSpPr/>
          <p:nvPr/>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pic>
        <p:nvPicPr>
          <p:cNvPr id="12" name="Cloud">
            <a:extLst>
              <a:ext uri="{FF2B5EF4-FFF2-40B4-BE49-F238E27FC236}">
                <a16:creationId xmlns:a16="http://schemas.microsoft.com/office/drawing/2014/main" id="{DF827A1F-4143-8349-9B53-F55712E851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7862753" y="25409"/>
            <a:ext cx="4326976" cy="2552429"/>
          </a:xfrm>
          <a:prstGeom prst="rect">
            <a:avLst/>
          </a:prstGeom>
        </p:spPr>
      </p:pic>
      <p:pic>
        <p:nvPicPr>
          <p:cNvPr id="13" name="OTag">
            <a:extLst>
              <a:ext uri="{FF2B5EF4-FFF2-40B4-BE49-F238E27FC236}">
                <a16:creationId xmlns:a16="http://schemas.microsoft.com/office/drawing/2014/main" id="{8BB70DDE-E317-EE47-94D8-4FE3376B975E}"/>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6" name="Oracle Logo" descr="Oracle Logo">
            <a:extLst>
              <a:ext uri="{FF2B5EF4-FFF2-40B4-BE49-F238E27FC236}">
                <a16:creationId xmlns:a16="http://schemas.microsoft.com/office/drawing/2014/main" id="{CE86550F-6A5A-184F-9E3E-AA1D593F71B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17" name="object 9">
            <a:extLst>
              <a:ext uri="{FF2B5EF4-FFF2-40B4-BE49-F238E27FC236}">
                <a16:creationId xmlns:a16="http://schemas.microsoft.com/office/drawing/2014/main" id="{F411004C-6F97-1446-8CA0-1E67AC12B100}"/>
              </a:ext>
            </a:extLst>
          </p:cNvPr>
          <p:cNvSpPr/>
          <p:nvPr userDrawn="1"/>
        </p:nvSpPr>
        <p:spPr>
          <a:xfrm>
            <a:off x="0" y="0"/>
            <a:ext cx="190482" cy="6857365"/>
          </a:xfrm>
          <a:prstGeom prst="rect">
            <a:avLst/>
          </a:prstGeom>
          <a:blipFill>
            <a:blip r:embed="rId6" cstate="email">
              <a:extLst>
                <a:ext uri="{28A0092B-C50C-407E-A947-70E740481C1C}">
                  <a14:useLocalDpi xmlns:a14="http://schemas.microsoft.com/office/drawing/2010/main"/>
                </a:ext>
              </a:extLst>
            </a:blip>
            <a:stretch>
              <a:fillRect/>
            </a:stretch>
          </a:blipFill>
        </p:spPr>
        <p:txBody>
          <a:bodyPr wrap="square" lIns="0" tIns="0" rIns="0" bIns="0" rtlCol="0"/>
          <a:lstStyle/>
          <a:p>
            <a:endParaRPr sz="2968"/>
          </a:p>
        </p:txBody>
      </p:sp>
    </p:spTree>
    <p:extLst>
      <p:ext uri="{BB962C8B-B14F-4D97-AF65-F5344CB8AC3E}">
        <p14:creationId xmlns:p14="http://schemas.microsoft.com/office/powerpoint/2010/main" val="4162363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Light - Title/Subtitle 1 Column">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C4B9D6C0-2524-2D47-8A0E-258A2FB7DE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709"/>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201"/>
            <a:ext cx="10671175" cy="4506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21705F7B-139D-C749-83E7-776A741C81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233924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Dark - Title/Subtitle 1 Column">
    <p:bg>
      <p:bgRef idx="1001">
        <a:schemeClr val="bg1"/>
      </p:bgRef>
    </p:bg>
    <p:spTree>
      <p:nvGrpSpPr>
        <p:cNvPr id="1" name=""/>
        <p:cNvGrpSpPr/>
        <p:nvPr/>
      </p:nvGrpSpPr>
      <p:grpSpPr>
        <a:xfrm>
          <a:off x="0" y="0"/>
          <a:ext cx="0" cy="0"/>
          <a:chOff x="0" y="0"/>
          <a:chExt cx="0" cy="0"/>
        </a:xfrm>
      </p:grpSpPr>
      <p:pic>
        <p:nvPicPr>
          <p:cNvPr id="9" name="Cloud">
            <a:extLst>
              <a:ext uri="{FF2B5EF4-FFF2-40B4-BE49-F238E27FC236}">
                <a16:creationId xmlns:a16="http://schemas.microsoft.com/office/drawing/2014/main" id="{1AB5E956-2EDB-D344-BA59-AB352F62DC2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p>
            <a:fld id="{345D60D9-5372-5F40-9443-0F9AE5BDC3C8}" type="slidenum">
              <a:rPr lang="en-US" smtClean="0"/>
              <a:pPr/>
              <a:t>‹#›</a:t>
            </a:fld>
            <a:endParaRPr lang="en-US" dirty="0"/>
          </a:p>
        </p:txBody>
      </p:sp>
      <p:pic>
        <p:nvPicPr>
          <p:cNvPr id="10" name="Cloud">
            <a:extLst>
              <a:ext uri="{FF2B5EF4-FFF2-40B4-BE49-F238E27FC236}">
                <a16:creationId xmlns:a16="http://schemas.microsoft.com/office/drawing/2014/main" id="{DDB9576D-07AE-3745-BB81-7943C3E7762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34410424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Light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5B8024F8-E03D-9641-AA75-22D1B5C8482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OTag">
            <a:extLst>
              <a:ext uri="{FF2B5EF4-FFF2-40B4-BE49-F238E27FC236}">
                <a16:creationId xmlns:a16="http://schemas.microsoft.com/office/drawing/2014/main" id="{DDE8776E-BE08-D148-AA47-8308E0EAE40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3959A2DB-C5C1-4EE1-AACB-216D980708B8}"/>
              </a:ext>
            </a:extLst>
          </p:cNvPr>
          <p:cNvSpPr>
            <a:spLocks noGrp="1"/>
          </p:cNvSpPr>
          <p:nvPr>
            <p:ph type="dt" sz="half" idx="16"/>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66DC0504-19F8-4069-8B02-83766B3CAF7F}"/>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064D6D2F-6BC7-48B4-B7A5-AD19749245D6}"/>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C6424FC0-98AD-124B-AFBF-F1E4145A38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3" name="Column Divider" descr="Column Divider">
            <a:extLst>
              <a:ext uri="{FF2B5EF4-FFF2-40B4-BE49-F238E27FC236}">
                <a16:creationId xmlns:a16="http://schemas.microsoft.com/office/drawing/2014/main" id="{79CE13F9-41B6-564C-936F-FC5CBBFB64A3}"/>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pic>
        <p:nvPicPr>
          <p:cNvPr id="14" name="OTag">
            <a:extLst>
              <a:ext uri="{FF2B5EF4-FFF2-40B4-BE49-F238E27FC236}">
                <a16:creationId xmlns:a16="http://schemas.microsoft.com/office/drawing/2014/main" id="{6DC39850-2AC9-B14E-84A1-07969DE02FD4}"/>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0152010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Dark - Title 2 Column">
    <p:bg>
      <p:bgRef idx="1001">
        <a:schemeClr val="bg1"/>
      </p:bgRef>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4937DF73-DD65-ED42-A070-3D57E267CD4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575"/>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A5D91B51-6B36-47A4-903E-93C057BB06EB}"/>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17D7F1A-871E-41E8-ADDC-EC649B1827F4}"/>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1835DE06-0B0B-4818-81DB-FDBB019FF7BA}"/>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E8E9DD35-D7A2-054C-A978-08FBCD2F726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2" name="Column Divider" descr="Column Divider">
            <a:extLst>
              <a:ext uri="{FF2B5EF4-FFF2-40B4-BE49-F238E27FC236}">
                <a16:creationId xmlns:a16="http://schemas.microsoft.com/office/drawing/2014/main" id="{7B7E0A9B-6E2E-3C4A-A87A-40BC36FD39A3}"/>
              </a:ext>
            </a:extLst>
          </p:cNvPr>
          <p:cNvCxnSpPr>
            <a:cxnSpLocks/>
          </p:cNvCxnSpPr>
          <p:nvPr userDrawn="1"/>
        </p:nvCxnSpPr>
        <p:spPr>
          <a:xfrm>
            <a:off x="6109577" y="160857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456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Light - Title/Subtitle 2 Column">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F24DF316-2FA6-AE44-AB7A-9E7E86E0BE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8297"/>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B65FA2D-6C94-456B-8DE9-80C7A3BE2C17}"/>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DCD06EC0-4AE6-4D7C-87DE-D393DC47ED94}"/>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594DB29-C2B8-4F61-8419-EEE3D1E837A1}"/>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4C4C4FB3-367C-49DA-9BEF-99BD8CD346F0}"/>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4476665A-F3EB-B245-9DF6-A10BC6291EB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3" name="Column Divider" descr="Column Divider">
            <a:extLst>
              <a:ext uri="{FF2B5EF4-FFF2-40B4-BE49-F238E27FC236}">
                <a16:creationId xmlns:a16="http://schemas.microsoft.com/office/drawing/2014/main" id="{1524F61A-4602-EF4F-BB16-FE6E313A8166}"/>
              </a:ext>
            </a:extLst>
          </p:cNvPr>
          <p:cNvCxnSpPr>
            <a:cxnSpLocks/>
          </p:cNvCxnSpPr>
          <p:nvPr userDrawn="1"/>
        </p:nvCxnSpPr>
        <p:spPr>
          <a:xfrm>
            <a:off x="6108521" y="160829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83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Dark - Title/Subtitle 2 Column">
    <p:bg>
      <p:bgRef idx="1001">
        <a:schemeClr val="bg1"/>
      </p:bgRef>
    </p:bg>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28C366F9-78A6-F740-87C8-B4D59AEB61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6366215" y="1609724"/>
            <a:ext cx="508406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C3662519-4941-4045-9F0E-DBC7AD6CC29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9E807CE-245D-4F0E-ACCB-E3FE7584A0AE}"/>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D5C87038-F332-48C5-BA1A-25E935076236}"/>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40BF160E-FC2C-48A7-921B-3472529A1B06}"/>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1" name="Cloud">
            <a:extLst>
              <a:ext uri="{FF2B5EF4-FFF2-40B4-BE49-F238E27FC236}">
                <a16:creationId xmlns:a16="http://schemas.microsoft.com/office/drawing/2014/main" id="{0DBD6C17-F8B2-564E-A715-3C8F171412B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3" name="Column Divider" descr="Column Divider">
            <a:extLst>
              <a:ext uri="{FF2B5EF4-FFF2-40B4-BE49-F238E27FC236}">
                <a16:creationId xmlns:a16="http://schemas.microsoft.com/office/drawing/2014/main" id="{8EC97EE5-4B07-4942-9842-037004673176}"/>
              </a:ext>
            </a:extLst>
          </p:cNvPr>
          <p:cNvCxnSpPr>
            <a:cxnSpLocks/>
          </p:cNvCxnSpPr>
          <p:nvPr userDrawn="1"/>
        </p:nvCxnSpPr>
        <p:spPr>
          <a:xfrm>
            <a:off x="6108521" y="1608588"/>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0830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Light - Title 3 Column">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CA75903-C10D-E747-B877-6804D65E8A3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D2FFF47-983C-4CE2-9048-1317EB4F32CB}"/>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6D56EEFB-7FCA-4C8C-BD9A-59CFF6BBA9AB}"/>
              </a:ext>
            </a:extLst>
          </p:cNvPr>
          <p:cNvSpPr>
            <a:spLocks noGrp="1"/>
          </p:cNvSpPr>
          <p:nvPr>
            <p:ph type="dt" sz="half" idx="1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DA095ECF-3404-41BC-B49D-2616D73127C4}"/>
              </a:ext>
            </a:extLst>
          </p:cNvPr>
          <p:cNvSpPr>
            <a:spLocks noGrp="1"/>
          </p:cNvSpPr>
          <p:nvPr>
            <p:ph type="ftr" sz="quarter" idx="18"/>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54F9C599-3545-4260-BC77-88BD7619A101}"/>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DF96ABC-B9B9-6940-B1DF-830CEBCDFE3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35CFAD57-49CF-BE42-A557-F8097F52667F}"/>
              </a:ext>
            </a:extLst>
          </p:cNvPr>
          <p:cNvCxnSpPr>
            <a:cxnSpLocks/>
          </p:cNvCxnSpPr>
          <p:nvPr userDrawn="1"/>
        </p:nvCxnSpPr>
        <p:spPr>
          <a:xfrm>
            <a:off x="42634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9" name="Column Divider 2" descr="Column Divider">
            <a:extLst>
              <a:ext uri="{FF2B5EF4-FFF2-40B4-BE49-F238E27FC236}">
                <a16:creationId xmlns:a16="http://schemas.microsoft.com/office/drawing/2014/main" id="{091F830C-3C2F-5245-AE36-5AD7B0726E03}"/>
              </a:ext>
            </a:extLst>
          </p:cNvPr>
          <p:cNvCxnSpPr>
            <a:cxnSpLocks/>
          </p:cNvCxnSpPr>
          <p:nvPr userDrawn="1"/>
        </p:nvCxnSpPr>
        <p:spPr>
          <a:xfrm>
            <a:off x="7951511" y="160972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4304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Dark - Title 3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DCCF0BD7-85D3-194F-9793-E38DD2B8F75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4456971"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8145067" y="1609725"/>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150D675-D1C2-4EC5-AC43-361941EAF0BF}"/>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933D1004-DEA1-4BAF-97C2-F49A471F4E4F}"/>
              </a:ext>
            </a:extLst>
          </p:cNvPr>
          <p:cNvSpPr>
            <a:spLocks noGrp="1"/>
          </p:cNvSpPr>
          <p:nvPr>
            <p:ph type="dt" sz="half" idx="17"/>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8C7C943-7B6D-4881-926B-CD58E0F2AC11}"/>
              </a:ext>
            </a:extLst>
          </p:cNvPr>
          <p:cNvSpPr>
            <a:spLocks noGrp="1"/>
          </p:cNvSpPr>
          <p:nvPr>
            <p:ph type="ftr" sz="quarter" idx="18"/>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A6963952-CC43-4F63-8DDF-47B0F4512883}"/>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5" name="Cloud">
            <a:extLst>
              <a:ext uri="{FF2B5EF4-FFF2-40B4-BE49-F238E27FC236}">
                <a16:creationId xmlns:a16="http://schemas.microsoft.com/office/drawing/2014/main" id="{C5EE4FE9-FFD7-0B40-B5AC-DA02AFB8425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6" name="Column Divider" descr="Column Divider">
            <a:extLst>
              <a:ext uri="{FF2B5EF4-FFF2-40B4-BE49-F238E27FC236}">
                <a16:creationId xmlns:a16="http://schemas.microsoft.com/office/drawing/2014/main" id="{83A6FF12-31CA-104B-8042-CCA95715553B}"/>
              </a:ext>
            </a:extLst>
          </p:cNvPr>
          <p:cNvCxnSpPr>
            <a:cxnSpLocks/>
          </p:cNvCxnSpPr>
          <p:nvPr userDrawn="1"/>
        </p:nvCxnSpPr>
        <p:spPr>
          <a:xfrm>
            <a:off x="4263415" y="161033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9" name="Column Divider 2" descr="Column Divider">
            <a:extLst>
              <a:ext uri="{FF2B5EF4-FFF2-40B4-BE49-F238E27FC236}">
                <a16:creationId xmlns:a16="http://schemas.microsoft.com/office/drawing/2014/main" id="{44961F8B-0155-3945-9AD0-63F3AEFE35FE}"/>
              </a:ext>
            </a:extLst>
          </p:cNvPr>
          <p:cNvCxnSpPr>
            <a:cxnSpLocks/>
          </p:cNvCxnSpPr>
          <p:nvPr userDrawn="1"/>
        </p:nvCxnSpPr>
        <p:spPr>
          <a:xfrm>
            <a:off x="7951511" y="1610335"/>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78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Light - Title/Subtitle 3 Column">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D922B281-CE8B-4E47-889A-38B9D11BA0A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4"/>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F143B4D-C097-3047-9795-9885DFABDC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BA5C8617-4115-664A-B823-57025E484485}"/>
              </a:ext>
            </a:extLst>
          </p:cNvPr>
          <p:cNvCxnSpPr>
            <a:cxnSpLocks/>
          </p:cNvCxnSpPr>
          <p:nvPr userDrawn="1"/>
        </p:nvCxnSpPr>
        <p:spPr>
          <a:xfrm>
            <a:off x="4261915"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7" name="Column Divider 2" descr="Column Divider">
            <a:extLst>
              <a:ext uri="{FF2B5EF4-FFF2-40B4-BE49-F238E27FC236}">
                <a16:creationId xmlns:a16="http://schemas.microsoft.com/office/drawing/2014/main" id="{9F2C5C21-1A4B-5740-8184-6F8653B6F054}"/>
              </a:ext>
            </a:extLst>
          </p:cNvPr>
          <p:cNvCxnSpPr>
            <a:cxnSpLocks/>
          </p:cNvCxnSpPr>
          <p:nvPr userDrawn="1"/>
        </p:nvCxnSpPr>
        <p:spPr>
          <a:xfrm>
            <a:off x="7951236" y="1609724"/>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714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Dark - Title/Subtitle 3 Column">
    <p:bg>
      <p:bgRef idx="1001">
        <a:schemeClr val="bg1"/>
      </p:bgRef>
    </p:bg>
    <p:spTree>
      <p:nvGrpSpPr>
        <p:cNvPr id="1" name=""/>
        <p:cNvGrpSpPr/>
        <p:nvPr/>
      </p:nvGrpSpPr>
      <p:grpSpPr>
        <a:xfrm>
          <a:off x="0" y="0"/>
          <a:ext cx="0" cy="0"/>
          <a:chOff x="0" y="0"/>
          <a:chExt cx="0" cy="0"/>
        </a:xfrm>
      </p:grpSpPr>
      <p:pic>
        <p:nvPicPr>
          <p:cNvPr id="13" name="Cloud">
            <a:extLst>
              <a:ext uri="{FF2B5EF4-FFF2-40B4-BE49-F238E27FC236}">
                <a16:creationId xmlns:a16="http://schemas.microsoft.com/office/drawing/2014/main" id="{B017591D-9CE6-7446-94B7-8CEEEAF691E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4456083"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8145405" y="1609726"/>
            <a:ext cx="330098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6E60902A-4CDA-482D-90DF-ECACF1930986}"/>
              </a:ext>
            </a:extLst>
          </p:cNvPr>
          <p:cNvSpPr>
            <a:spLocks noGrp="1"/>
          </p:cNvSpPr>
          <p:nvPr>
            <p:ph type="title" hasCustomPrompt="1"/>
          </p:nvPr>
        </p:nvSpPr>
        <p:spPr/>
        <p:txBody>
          <a:bodyPr/>
          <a:lstStyle>
            <a:lvl1pPr>
              <a:defRPr/>
            </a:lvl1pPr>
          </a:lstStyle>
          <a:p>
            <a:r>
              <a:rPr lang="en-US" dirty="0"/>
              <a:t>Title</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61C833C-0E65-ED47-A555-651613D8CF1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6" name="Column Divider" descr="Column Divider">
            <a:extLst>
              <a:ext uri="{FF2B5EF4-FFF2-40B4-BE49-F238E27FC236}">
                <a16:creationId xmlns:a16="http://schemas.microsoft.com/office/drawing/2014/main" id="{7CD84C71-EED8-8B44-BD0B-81B9556D01AD}"/>
              </a:ext>
            </a:extLst>
          </p:cNvPr>
          <p:cNvCxnSpPr>
            <a:cxnSpLocks/>
          </p:cNvCxnSpPr>
          <p:nvPr userDrawn="1"/>
        </p:nvCxnSpPr>
        <p:spPr>
          <a:xfrm>
            <a:off x="4261915"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7" name="Column Divider 2" descr="Column Divider">
            <a:extLst>
              <a:ext uri="{FF2B5EF4-FFF2-40B4-BE49-F238E27FC236}">
                <a16:creationId xmlns:a16="http://schemas.microsoft.com/office/drawing/2014/main" id="{57A153CB-0B20-EE4D-AFD9-FA2967DA5CD0}"/>
              </a:ext>
            </a:extLst>
          </p:cNvPr>
          <p:cNvCxnSpPr>
            <a:cxnSpLocks/>
          </p:cNvCxnSpPr>
          <p:nvPr userDrawn="1"/>
        </p:nvCxnSpPr>
        <p:spPr>
          <a:xfrm>
            <a:off x="7951236"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5214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Light - Title 4 Column">
    <p:bg>
      <p:bgRef idx="1001">
        <a:schemeClr val="bg1"/>
      </p:bgRef>
    </p:bg>
    <p:spTree>
      <p:nvGrpSpPr>
        <p:cNvPr id="1" name=""/>
        <p:cNvGrpSpPr/>
        <p:nvPr/>
      </p:nvGrpSpPr>
      <p:grpSpPr>
        <a:xfrm>
          <a:off x="0" y="0"/>
          <a:ext cx="0" cy="0"/>
          <a:chOff x="0" y="0"/>
          <a:chExt cx="0" cy="0"/>
        </a:xfrm>
      </p:grpSpPr>
      <p:pic>
        <p:nvPicPr>
          <p:cNvPr id="20" name="Cloud">
            <a:extLst>
              <a:ext uri="{FF2B5EF4-FFF2-40B4-BE49-F238E27FC236}">
                <a16:creationId xmlns:a16="http://schemas.microsoft.com/office/drawing/2014/main" id="{403EA880-91CB-2F4A-BC00-A9353851358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589524"/>
            <a:ext cx="2478024" cy="452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E665C0AC-7132-4356-88D4-79E4A49B2CE4}"/>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A131A1D-D1FF-4A37-8531-B67D54ED466D}"/>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8EC9026-CA1C-465B-ADD5-AE1F9B7A0775}"/>
              </a:ext>
            </a:extLst>
          </p:cNvPr>
          <p:cNvSpPr>
            <a:spLocks noGrp="1"/>
          </p:cNvSpPr>
          <p:nvPr>
            <p:ph type="ftr" sz="quarter" idx="1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13064CFB-254B-4876-8556-026D173672E6}"/>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4" name="Cloud">
            <a:extLst>
              <a:ext uri="{FF2B5EF4-FFF2-40B4-BE49-F238E27FC236}">
                <a16:creationId xmlns:a16="http://schemas.microsoft.com/office/drawing/2014/main" id="{A4D45B38-837E-AF40-BA13-C241A86DE3F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6" name="Column Divider" descr="Column Divider">
            <a:extLst>
              <a:ext uri="{FF2B5EF4-FFF2-40B4-BE49-F238E27FC236}">
                <a16:creationId xmlns:a16="http://schemas.microsoft.com/office/drawing/2014/main" id="{DADBB75A-17E4-E747-8479-677C40992687}"/>
              </a:ext>
            </a:extLst>
          </p:cNvPr>
          <p:cNvCxnSpPr>
            <a:cxnSpLocks/>
          </p:cNvCxnSpPr>
          <p:nvPr userDrawn="1"/>
        </p:nvCxnSpPr>
        <p:spPr>
          <a:xfrm>
            <a:off x="3374450" y="1590159"/>
            <a:ext cx="0" cy="4525997"/>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1" name="Column Divider 2" descr="Column Divider">
            <a:extLst>
              <a:ext uri="{FF2B5EF4-FFF2-40B4-BE49-F238E27FC236}">
                <a16:creationId xmlns:a16="http://schemas.microsoft.com/office/drawing/2014/main" id="{355755FB-86D6-194F-93E0-05FF566181AE}"/>
              </a:ext>
            </a:extLst>
          </p:cNvPr>
          <p:cNvCxnSpPr>
            <a:cxnSpLocks/>
          </p:cNvCxnSpPr>
          <p:nvPr userDrawn="1"/>
        </p:nvCxnSpPr>
        <p:spPr>
          <a:xfrm>
            <a:off x="6107576"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2F5A3A85-F59B-804F-B2FA-701D392D0DFB}"/>
              </a:ext>
            </a:extLst>
          </p:cNvPr>
          <p:cNvCxnSpPr>
            <a:cxnSpLocks/>
          </p:cNvCxnSpPr>
          <p:nvPr userDrawn="1"/>
        </p:nvCxnSpPr>
        <p:spPr>
          <a:xfrm>
            <a:off x="8840702" y="1590159"/>
            <a:ext cx="0" cy="4525997"/>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320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Dark - Title 4 Column">
    <p:bg>
      <p:bgRef idx="1001">
        <a:schemeClr val="bg1"/>
      </p:bgRef>
    </p:bg>
    <p:spTree>
      <p:nvGrpSpPr>
        <p:cNvPr id="1" name=""/>
        <p:cNvGrpSpPr/>
        <p:nvPr/>
      </p:nvGrpSpPr>
      <p:grpSpPr>
        <a:xfrm>
          <a:off x="0" y="0"/>
          <a:ext cx="0" cy="0"/>
          <a:chOff x="0" y="0"/>
          <a:chExt cx="0" cy="0"/>
        </a:xfrm>
      </p:grpSpPr>
      <p:pic>
        <p:nvPicPr>
          <p:cNvPr id="14" name="Cloud">
            <a:extLst>
              <a:ext uri="{FF2B5EF4-FFF2-40B4-BE49-F238E27FC236}">
                <a16:creationId xmlns:a16="http://schemas.microsoft.com/office/drawing/2014/main" id="{6D31D0E4-AF4F-A542-A6E3-8EBAA9F1BC6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8875"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3" name="Column Divider" descr="Column Divider">
            <a:extLst>
              <a:ext uri="{FF2B5EF4-FFF2-40B4-BE49-F238E27FC236}">
                <a16:creationId xmlns:a16="http://schemas.microsoft.com/office/drawing/2014/main" id="{B228B4F2-5D6F-42F4-B132-F908BB527268}"/>
              </a:ext>
            </a:extLst>
          </p:cNvPr>
          <p:cNvCxnSpPr>
            <a:cxnSpLocks/>
          </p:cNvCxnSpPr>
          <p:nvPr/>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7" name="Content 2">
            <a:extLst>
              <a:ext uri="{FF2B5EF4-FFF2-40B4-BE49-F238E27FC236}">
                <a16:creationId xmlns:a16="http://schemas.microsoft.com/office/drawing/2014/main" id="{B35B41AC-36CF-4A0C-BED4-7D06B0F6E2ED}"/>
              </a:ext>
            </a:extLst>
          </p:cNvPr>
          <p:cNvSpPr>
            <a:spLocks noGrp="1"/>
          </p:cNvSpPr>
          <p:nvPr>
            <p:ph sz="quarter" idx="16"/>
          </p:nvPr>
        </p:nvSpPr>
        <p:spPr>
          <a:xfrm>
            <a:off x="3502001"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Column Divider 2" descr="Column Divider">
            <a:extLst>
              <a:ext uri="{FF2B5EF4-FFF2-40B4-BE49-F238E27FC236}">
                <a16:creationId xmlns:a16="http://schemas.microsoft.com/office/drawing/2014/main" id="{43000B2C-7C76-4F07-AF50-5F3019C384BC}"/>
              </a:ext>
            </a:extLst>
          </p:cNvPr>
          <p:cNvCxnSpPr>
            <a:cxnSpLocks/>
          </p:cNvCxnSpPr>
          <p:nvPr/>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3">
            <a:extLst>
              <a:ext uri="{FF2B5EF4-FFF2-40B4-BE49-F238E27FC236}">
                <a16:creationId xmlns:a16="http://schemas.microsoft.com/office/drawing/2014/main" id="{22A9895A-06CA-46D6-B3EB-7038E6493585}"/>
              </a:ext>
            </a:extLst>
          </p:cNvPr>
          <p:cNvSpPr>
            <a:spLocks noGrp="1"/>
          </p:cNvSpPr>
          <p:nvPr>
            <p:ph sz="quarter" idx="15"/>
          </p:nvPr>
        </p:nvSpPr>
        <p:spPr>
          <a:xfrm>
            <a:off x="6235127"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9" name="Column Divider 3" descr="Column Divider">
            <a:extLst>
              <a:ext uri="{FF2B5EF4-FFF2-40B4-BE49-F238E27FC236}">
                <a16:creationId xmlns:a16="http://schemas.microsoft.com/office/drawing/2014/main" id="{0379F816-270D-4D0F-8838-510AA3E97C28}"/>
              </a:ext>
            </a:extLst>
          </p:cNvPr>
          <p:cNvCxnSpPr>
            <a:cxnSpLocks/>
          </p:cNvCxnSpPr>
          <p:nvPr/>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
        <p:nvSpPr>
          <p:cNvPr id="15" name="Content 4">
            <a:extLst>
              <a:ext uri="{FF2B5EF4-FFF2-40B4-BE49-F238E27FC236}">
                <a16:creationId xmlns:a16="http://schemas.microsoft.com/office/drawing/2014/main" id="{4FB98D34-E09D-43FC-9515-8F7C37635BFF}"/>
              </a:ext>
            </a:extLst>
          </p:cNvPr>
          <p:cNvSpPr>
            <a:spLocks noGrp="1"/>
          </p:cNvSpPr>
          <p:nvPr>
            <p:ph sz="quarter" idx="17"/>
          </p:nvPr>
        </p:nvSpPr>
        <p:spPr>
          <a:xfrm>
            <a:off x="8968254" y="1608575"/>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2AA814CE-3331-469B-8BE8-853F42A03463}"/>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52F26386-047A-407D-BEE4-BF9BC2C4C09F}"/>
              </a:ext>
            </a:extLst>
          </p:cNvPr>
          <p:cNvSpPr>
            <a:spLocks noGrp="1"/>
          </p:cNvSpPr>
          <p:nvPr>
            <p:ph type="dt" sz="half" idx="1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15A8344-82CB-496F-8690-72CF339725D6}"/>
              </a:ext>
            </a:extLst>
          </p:cNvPr>
          <p:cNvSpPr>
            <a:spLocks noGrp="1"/>
          </p:cNvSpPr>
          <p:nvPr>
            <p:ph type="ftr" sz="quarter" idx="1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856EBA4F-FCB4-4B89-BEA0-1B33D86D6DE8}"/>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CAD6C25D-430D-4E4B-BD8F-C3CAF01A6A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20" name="Column Divider" descr="Column Divider">
            <a:extLst>
              <a:ext uri="{FF2B5EF4-FFF2-40B4-BE49-F238E27FC236}">
                <a16:creationId xmlns:a16="http://schemas.microsoft.com/office/drawing/2014/main" id="{B95B36F5-D55E-6247-8BB0-D1B0D2E34DBE}"/>
              </a:ext>
            </a:extLst>
          </p:cNvPr>
          <p:cNvCxnSpPr>
            <a:cxnSpLocks/>
          </p:cNvCxnSpPr>
          <p:nvPr userDrawn="1"/>
        </p:nvCxnSpPr>
        <p:spPr>
          <a:xfrm>
            <a:off x="3374450" y="1609209"/>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1" name="Column Divider 2" descr="Column Divider">
            <a:extLst>
              <a:ext uri="{FF2B5EF4-FFF2-40B4-BE49-F238E27FC236}">
                <a16:creationId xmlns:a16="http://schemas.microsoft.com/office/drawing/2014/main" id="{1FCA6651-9D46-5D42-BD48-0D0CF21B7755}"/>
              </a:ext>
            </a:extLst>
          </p:cNvPr>
          <p:cNvCxnSpPr>
            <a:cxnSpLocks/>
          </p:cNvCxnSpPr>
          <p:nvPr userDrawn="1"/>
        </p:nvCxnSpPr>
        <p:spPr>
          <a:xfrm>
            <a:off x="6107576"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DEBF133F-711D-BD45-9AF2-055EA25232EE}"/>
              </a:ext>
            </a:extLst>
          </p:cNvPr>
          <p:cNvCxnSpPr>
            <a:cxnSpLocks/>
          </p:cNvCxnSpPr>
          <p:nvPr userDrawn="1"/>
        </p:nvCxnSpPr>
        <p:spPr>
          <a:xfrm>
            <a:off x="8840702" y="1609209"/>
            <a:ext cx="0" cy="4507992"/>
          </a:xfrm>
          <a:prstGeom prst="line">
            <a:avLst/>
          </a:prstGeom>
          <a:ln w="19050" cap="flat">
            <a:solidFill>
              <a:srgbClr val="8B8580">
                <a:alpha val="24706"/>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8863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Light - Title/Subtitle 4 Column">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DE68A64E-9177-1E41-B02B-9C94A30A031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5"/>
            <a:ext cx="2478024" cy="4506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72191157-EC2D-4417-9959-2EA7D1DAFF5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2388CBD-B05C-4885-A081-172C87DCAD84}"/>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3CE56F53-8C5C-4F85-9969-353868B64B25}"/>
              </a:ext>
            </a:extLst>
          </p:cNvPr>
          <p:cNvSpPr>
            <a:spLocks noGrp="1"/>
          </p:cNvSpPr>
          <p:nvPr>
            <p:ph type="ftr" sz="quarter" idx="19"/>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589360B9-A253-468B-B3D3-70CC43B07468}"/>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44B571CD-3691-1E48-95E5-5C8E5C92D11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cxnSp>
        <p:nvCxnSpPr>
          <p:cNvPr id="19" name="Column Divider" descr="Column Divider">
            <a:extLst>
              <a:ext uri="{FF2B5EF4-FFF2-40B4-BE49-F238E27FC236}">
                <a16:creationId xmlns:a16="http://schemas.microsoft.com/office/drawing/2014/main" id="{4788DA32-B67D-B542-A8AE-EC9EC418CB1F}"/>
              </a:ext>
            </a:extLst>
          </p:cNvPr>
          <p:cNvCxnSpPr>
            <a:cxnSpLocks/>
          </p:cNvCxnSpPr>
          <p:nvPr userDrawn="1"/>
        </p:nvCxnSpPr>
        <p:spPr>
          <a:xfrm>
            <a:off x="3373924"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0" name="Column Divider 2" descr="Column Divider">
            <a:extLst>
              <a:ext uri="{FF2B5EF4-FFF2-40B4-BE49-F238E27FC236}">
                <a16:creationId xmlns:a16="http://schemas.microsoft.com/office/drawing/2014/main" id="{92F73263-BD8C-534A-AEBF-8149F1AC6362}"/>
              </a:ext>
            </a:extLst>
          </p:cNvPr>
          <p:cNvCxnSpPr>
            <a:cxnSpLocks/>
          </p:cNvCxnSpPr>
          <p:nvPr userDrawn="1"/>
        </p:nvCxnSpPr>
        <p:spPr>
          <a:xfrm>
            <a:off x="6110222"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1086813B-128D-4644-889B-95CF400B9E9D}"/>
              </a:ext>
            </a:extLst>
          </p:cNvPr>
          <p:cNvCxnSpPr>
            <a:cxnSpLocks/>
          </p:cNvCxnSpPr>
          <p:nvPr userDrawn="1"/>
        </p:nvCxnSpPr>
        <p:spPr>
          <a:xfrm>
            <a:off x="8846520" y="1609667"/>
            <a:ext cx="0" cy="4508050"/>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3779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Dark - Title/Subtitle 4 Column">
    <p:bg>
      <p:bgRef idx="1001">
        <a:schemeClr val="bg1"/>
      </p:bgRef>
    </p:bg>
    <p:spTree>
      <p:nvGrpSpPr>
        <p:cNvPr id="1" name=""/>
        <p:cNvGrpSpPr/>
        <p:nvPr/>
      </p:nvGrpSpPr>
      <p:grpSpPr>
        <a:xfrm>
          <a:off x="0" y="0"/>
          <a:ext cx="0" cy="0"/>
          <a:chOff x="0" y="0"/>
          <a:chExt cx="0" cy="0"/>
        </a:xfrm>
      </p:grpSpPr>
      <p:pic>
        <p:nvPicPr>
          <p:cNvPr id="17" name="Cloud">
            <a:extLst>
              <a:ext uri="{FF2B5EF4-FFF2-40B4-BE49-F238E27FC236}">
                <a16:creationId xmlns:a16="http://schemas.microsoft.com/office/drawing/2014/main" id="{6F66DACA-117A-D443-A12C-B547719EC02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3061"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93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5" name="Column Divider 3" descr="Column Divider">
            <a:extLst>
              <a:ext uri="{FF2B5EF4-FFF2-40B4-BE49-F238E27FC236}">
                <a16:creationId xmlns:a16="http://schemas.microsoft.com/office/drawing/2014/main" id="{BE2D13B4-3BF3-4416-B638-87C59A2973BB}"/>
              </a:ext>
            </a:extLst>
          </p:cNvPr>
          <p:cNvCxnSpPr>
            <a:cxnSpLocks/>
          </p:cNvCxnSpPr>
          <p:nvPr/>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4" name="Content 4">
            <a:extLst>
              <a:ext uri="{FF2B5EF4-FFF2-40B4-BE49-F238E27FC236}">
                <a16:creationId xmlns:a16="http://schemas.microsoft.com/office/drawing/2014/main" id="{687CB06A-9B62-47DB-BA7A-177E12DFB17E}"/>
              </a:ext>
            </a:extLst>
          </p:cNvPr>
          <p:cNvSpPr>
            <a:spLocks noGrp="1"/>
          </p:cNvSpPr>
          <p:nvPr>
            <p:ph sz="quarter" idx="17"/>
          </p:nvPr>
        </p:nvSpPr>
        <p:spPr>
          <a:xfrm>
            <a:off x="8975659" y="1609726"/>
            <a:ext cx="2478024"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467A894-8EF4-484B-BF49-DF2E9F970DE5}"/>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CE422C40-A387-420C-B07A-9F6BE08313A1}"/>
              </a:ext>
            </a:extLst>
          </p:cNvPr>
          <p:cNvSpPr>
            <a:spLocks noGrp="1"/>
          </p:cNvSpPr>
          <p:nvPr>
            <p:ph type="dt" sz="half" idx="18"/>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7550E71C-CB99-4BD4-8252-ED7D062329F5}"/>
              </a:ext>
            </a:extLst>
          </p:cNvPr>
          <p:cNvSpPr>
            <a:spLocks noGrp="1"/>
          </p:cNvSpPr>
          <p:nvPr>
            <p:ph type="ftr" sz="quarter" idx="19"/>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D33CF2B-9E35-4547-8232-5DE4CC57C302}"/>
              </a:ext>
            </a:extLst>
          </p:cNvPr>
          <p:cNvSpPr>
            <a:spLocks noGrp="1"/>
          </p:cNvSpPr>
          <p:nvPr>
            <p:ph type="sldNum" sz="quarter" idx="20"/>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34F92401-1E21-F54F-AE7C-FF391E5721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cxnSp>
        <p:nvCxnSpPr>
          <p:cNvPr id="19" name="Column Divider" descr="Column Divider">
            <a:extLst>
              <a:ext uri="{FF2B5EF4-FFF2-40B4-BE49-F238E27FC236}">
                <a16:creationId xmlns:a16="http://schemas.microsoft.com/office/drawing/2014/main" id="{AC9007D6-CEA9-C949-AEED-A0E2EA6E3706}"/>
              </a:ext>
            </a:extLst>
          </p:cNvPr>
          <p:cNvCxnSpPr>
            <a:cxnSpLocks/>
          </p:cNvCxnSpPr>
          <p:nvPr userDrawn="1"/>
        </p:nvCxnSpPr>
        <p:spPr>
          <a:xfrm>
            <a:off x="3373924"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0" name="Column Divider 2" descr="Column Divider">
            <a:extLst>
              <a:ext uri="{FF2B5EF4-FFF2-40B4-BE49-F238E27FC236}">
                <a16:creationId xmlns:a16="http://schemas.microsoft.com/office/drawing/2014/main" id="{C23BF05D-10DE-C348-B66C-FD4AAF046F3E}"/>
              </a:ext>
            </a:extLst>
          </p:cNvPr>
          <p:cNvCxnSpPr>
            <a:cxnSpLocks/>
          </p:cNvCxnSpPr>
          <p:nvPr userDrawn="1"/>
        </p:nvCxnSpPr>
        <p:spPr>
          <a:xfrm>
            <a:off x="6110222"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Column Divider 3" descr="Column Divider">
            <a:extLst>
              <a:ext uri="{FF2B5EF4-FFF2-40B4-BE49-F238E27FC236}">
                <a16:creationId xmlns:a16="http://schemas.microsoft.com/office/drawing/2014/main" id="{D73507A2-E2B4-6E46-83A5-B6E9DE2B02BD}"/>
              </a:ext>
            </a:extLst>
          </p:cNvPr>
          <p:cNvCxnSpPr>
            <a:cxnSpLocks/>
          </p:cNvCxnSpPr>
          <p:nvPr userDrawn="1"/>
        </p:nvCxnSpPr>
        <p:spPr>
          <a:xfrm>
            <a:off x="8846520" y="1609725"/>
            <a:ext cx="0" cy="4507992"/>
          </a:xfrm>
          <a:prstGeom prst="line">
            <a:avLst/>
          </a:prstGeom>
          <a:ln w="1905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453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Light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A646CDE3-61DE-5F4A-A6EA-E5FECEFF07E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endParaRPr lang="en-US" dirty="0"/>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E3EED3DC-3691-46BD-9B48-E2C270C741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8BE0263-5FD6-4DE6-B9D0-79EF81804AF3}"/>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FC6C050F-728D-4BEF-B207-F42452F3527D}"/>
              </a:ext>
            </a:extLst>
          </p:cNvPr>
          <p:cNvSpPr>
            <a:spLocks noGrp="1"/>
          </p:cNvSpPr>
          <p:nvPr>
            <p:ph type="ftr" sz="quarter" idx="28"/>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D446726-6BED-4C16-B2F2-97FDB0765DB8}"/>
              </a:ext>
            </a:extLst>
          </p:cNvPr>
          <p:cNvSpPr>
            <a:spLocks noGrp="1"/>
          </p:cNvSpPr>
          <p:nvPr>
            <p:ph type="sldNum" sz="quarter" idx="29"/>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F8231BDC-0407-9649-8B11-FFD26F80426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3342422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Dark - Title Quad Infographic">
    <p:bg>
      <p:bgRef idx="1001">
        <a:schemeClr val="bg1"/>
      </p:bgRef>
    </p:bg>
    <p:spTree>
      <p:nvGrpSpPr>
        <p:cNvPr id="1" name=""/>
        <p:cNvGrpSpPr/>
        <p:nvPr/>
      </p:nvGrpSpPr>
      <p:grpSpPr>
        <a:xfrm>
          <a:off x="0" y="0"/>
          <a:ext cx="0" cy="0"/>
          <a:chOff x="0" y="0"/>
          <a:chExt cx="0" cy="0"/>
        </a:xfrm>
      </p:grpSpPr>
      <p:pic>
        <p:nvPicPr>
          <p:cNvPr id="15" name="Cloud">
            <a:extLst>
              <a:ext uri="{FF2B5EF4-FFF2-40B4-BE49-F238E27FC236}">
                <a16:creationId xmlns:a16="http://schemas.microsoft.com/office/drawing/2014/main" id="{307F0167-116B-4B46-AC07-0CF33541BDB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8875" y="1609209"/>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209"/>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209"/>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8875" y="4240646"/>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0646"/>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0646"/>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083207C4-681D-4388-B80E-EE2FA349AF02}"/>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EC3EB1D7-DB39-4B87-83A2-C41A68F7435E}"/>
              </a:ext>
            </a:extLst>
          </p:cNvPr>
          <p:cNvSpPr>
            <a:spLocks noGrp="1"/>
          </p:cNvSpPr>
          <p:nvPr>
            <p:ph type="dt" sz="half" idx="27"/>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ABD1DB1E-E699-4B1A-BFD3-5F9D0BCDB864}"/>
              </a:ext>
            </a:extLst>
          </p:cNvPr>
          <p:cNvSpPr>
            <a:spLocks noGrp="1"/>
          </p:cNvSpPr>
          <p:nvPr>
            <p:ph type="ftr" sz="quarter" idx="28"/>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6CF2DF93-F6AF-4392-A308-BFC8349686D0}"/>
              </a:ext>
            </a:extLst>
          </p:cNvPr>
          <p:cNvSpPr>
            <a:spLocks noGrp="1"/>
          </p:cNvSpPr>
          <p:nvPr>
            <p:ph type="sldNum" sz="quarter" idx="29"/>
          </p:nvPr>
        </p:nvSpPr>
        <p:spPr/>
        <p:txBody>
          <a:bodyPr/>
          <a:lstStyle/>
          <a:p>
            <a:fld id="{345D60D9-5372-5F40-9443-0F9AE5BDC3C8}" type="slidenum">
              <a:rPr lang="en-US" smtClean="0"/>
              <a:pPr/>
              <a:t>‹#›</a:t>
            </a:fld>
            <a:endParaRPr lang="en-US" dirty="0"/>
          </a:p>
        </p:txBody>
      </p:sp>
      <p:pic>
        <p:nvPicPr>
          <p:cNvPr id="16" name="Cloud">
            <a:extLst>
              <a:ext uri="{FF2B5EF4-FFF2-40B4-BE49-F238E27FC236}">
                <a16:creationId xmlns:a16="http://schemas.microsoft.com/office/drawing/2014/main" id="{E862FECF-C7BB-AF4C-B125-BB787D1154A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31721687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Light - Numbered Outline">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772F0D4A-0316-9445-9195-4A8FDD2CE0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Tree>
    <p:extLst>
      <p:ext uri="{BB962C8B-B14F-4D97-AF65-F5344CB8AC3E}">
        <p14:creationId xmlns:p14="http://schemas.microsoft.com/office/powerpoint/2010/main" val="1571583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Dark - Numbered Outline">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10687050"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834C713D-04D8-7642-AE9C-FFBA6BE303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Tree>
    <p:extLst>
      <p:ext uri="{BB962C8B-B14F-4D97-AF65-F5344CB8AC3E}">
        <p14:creationId xmlns:p14="http://schemas.microsoft.com/office/powerpoint/2010/main" val="270448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Light - Numbered Outline 2 Column">
    <p:bg>
      <p:bgPr>
        <a:solidFill>
          <a:schemeClr val="bg1"/>
        </a:solidFill>
        <a:effectLst/>
      </p:bgPr>
    </p:bg>
    <p:spTree>
      <p:nvGrpSpPr>
        <p:cNvPr id="1" name=""/>
        <p:cNvGrpSpPr/>
        <p:nvPr/>
      </p:nvGrpSpPr>
      <p:grpSpPr>
        <a:xfrm>
          <a:off x="0" y="0"/>
          <a:ext cx="0" cy="0"/>
          <a:chOff x="0" y="0"/>
          <a:chExt cx="0" cy="0"/>
        </a:xfrm>
      </p:grpSpPr>
      <p:pic>
        <p:nvPicPr>
          <p:cNvPr id="28" name="Cloud">
            <a:extLst>
              <a:ext uri="{FF2B5EF4-FFF2-40B4-BE49-F238E27FC236}">
                <a16:creationId xmlns:a16="http://schemas.microsoft.com/office/drawing/2014/main" id="{3CFD71AD-DED9-6542-9425-0CD364D0453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93AB42C3-C7C2-47CD-8E87-C5D5963E7A0E}"/>
              </a:ext>
            </a:extLst>
          </p:cNvPr>
          <p:cNvSpPr>
            <a:spLocks noGrp="1"/>
          </p:cNvSpPr>
          <p:nvPr>
            <p:ph type="body" sz="quarter" idx="48"/>
          </p:nvPr>
        </p:nvSpPr>
        <p:spPr>
          <a:xfrm>
            <a:off x="6364986" y="1609724"/>
            <a:ext cx="5084064" cy="4505325"/>
          </a:xfrm>
          <a:noFill/>
        </p:spPr>
        <p:txBody>
          <a:bodyPr vert="horz" lIns="0" tIns="0" rIns="0" bIns="0" rtlCol="0">
            <a:noAutofit/>
          </a:bodyPr>
          <a:lstStyle>
            <a:lvl1pPr marL="365125" indent="-365125">
              <a:buClr>
                <a:schemeClr val="accent5"/>
              </a:buClr>
              <a:buFont typeface="+mj-lt"/>
              <a:buAutoNum type="arabicPeriod"/>
              <a:defRPr lang="en-US" dirty="0"/>
            </a:lvl1pPr>
            <a:lvl2pPr marL="548640">
              <a:defRPr lang="en-US" dirty="0"/>
            </a:lvl2pPr>
            <a:lvl3pPr marL="731520">
              <a:defRPr lang="en-US" dirty="0"/>
            </a:lvl3pPr>
            <a:lvl4pPr marL="914400">
              <a:defRPr lang="en-US" dirty="0"/>
            </a:lvl4pPr>
            <a:lvl5pPr marL="109728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Cloud">
            <a:extLst>
              <a:ext uri="{FF2B5EF4-FFF2-40B4-BE49-F238E27FC236}">
                <a16:creationId xmlns:a16="http://schemas.microsoft.com/office/drawing/2014/main" id="{5E5C1AAA-B832-0E44-A51E-31E74C54A7F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552282" y="4403039"/>
            <a:ext cx="6133750" cy="1695012"/>
          </a:xfrm>
          <a:prstGeom prst="rect">
            <a:avLst/>
          </a:prstGeom>
        </p:spPr>
      </p:pic>
    </p:spTree>
    <p:extLst>
      <p:ext uri="{BB962C8B-B14F-4D97-AF65-F5344CB8AC3E}">
        <p14:creationId xmlns:p14="http://schemas.microsoft.com/office/powerpoint/2010/main" val="40317312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Dark - Numbered Outline 2 Column">
    <p:bg>
      <p:bgPr>
        <a:solidFill>
          <a:schemeClr val="tx1"/>
        </a:solidFill>
        <a:effectLst/>
      </p:bgPr>
    </p:bg>
    <p:spTree>
      <p:nvGrpSpPr>
        <p:cNvPr id="1" name=""/>
        <p:cNvGrpSpPr/>
        <p:nvPr/>
      </p:nvGrpSpPr>
      <p:grpSpPr>
        <a:xfrm>
          <a:off x="0" y="0"/>
          <a:ext cx="0" cy="0"/>
          <a:chOff x="0" y="0"/>
          <a:chExt cx="0" cy="0"/>
        </a:xfrm>
      </p:grpSpPr>
      <p:pic>
        <p:nvPicPr>
          <p:cNvPr id="10" name="Cloud">
            <a:extLst>
              <a:ext uri="{FF2B5EF4-FFF2-40B4-BE49-F238E27FC236}">
                <a16:creationId xmlns:a16="http://schemas.microsoft.com/office/drawing/2014/main" id="{EFF16796-4E17-4FE8-979C-14D94935366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
        <p:nvSpPr>
          <p:cNvPr id="4" name="Text Placeholder 3">
            <a:extLst>
              <a:ext uri="{FF2B5EF4-FFF2-40B4-BE49-F238E27FC236}">
                <a16:creationId xmlns:a16="http://schemas.microsoft.com/office/drawing/2014/main" id="{0CACCDE9-9415-4B6A-88C5-02BDAA76AAC8}"/>
              </a:ext>
            </a:extLst>
          </p:cNvPr>
          <p:cNvSpPr>
            <a:spLocks noGrp="1"/>
          </p:cNvSpPr>
          <p:nvPr>
            <p:ph type="body" sz="quarter" idx="43"/>
          </p:nvPr>
        </p:nvSpPr>
        <p:spPr>
          <a:xfrm>
            <a:off x="762000"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C807732-3520-4DBF-9B75-86BA2E562DF0}"/>
              </a:ext>
            </a:extLst>
          </p:cNvPr>
          <p:cNvSpPr>
            <a:spLocks noGrp="1"/>
          </p:cNvSpPr>
          <p:nvPr>
            <p:ph type="title" hasCustomPrompt="1"/>
          </p:nvPr>
        </p:nvSpPr>
        <p:spPr/>
        <p:txBody>
          <a:bodyPr/>
          <a:lstStyle>
            <a:lvl1pPr>
              <a:defRPr>
                <a:solidFill>
                  <a:schemeClr val="bg1"/>
                </a:solidFill>
              </a:defRPr>
            </a:lvl1pPr>
          </a:lstStyle>
          <a:p>
            <a:r>
              <a:rPr lang="en-US" dirty="0"/>
              <a:t>Title</a:t>
            </a:r>
          </a:p>
        </p:txBody>
      </p:sp>
      <p:sp>
        <p:nvSpPr>
          <p:cNvPr id="3" name="Date Placeholder 2">
            <a:extLst>
              <a:ext uri="{FF2B5EF4-FFF2-40B4-BE49-F238E27FC236}">
                <a16:creationId xmlns:a16="http://schemas.microsoft.com/office/drawing/2014/main" id="{2BF46362-5F33-4F04-9B32-535D333E29C7}"/>
              </a:ext>
            </a:extLst>
          </p:cNvPr>
          <p:cNvSpPr>
            <a:spLocks noGrp="1"/>
          </p:cNvSpPr>
          <p:nvPr>
            <p:ph type="dt" sz="half" idx="45"/>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D4561260-593D-4AD6-A0E4-834F8BAAC63D}"/>
              </a:ext>
            </a:extLst>
          </p:cNvPr>
          <p:cNvSpPr>
            <a:spLocks noGrp="1"/>
          </p:cNvSpPr>
          <p:nvPr>
            <p:ph type="ftr" sz="quarter" idx="46"/>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B9B71F68-88E7-48F0-B084-32D91B0A0BEB}"/>
              </a:ext>
            </a:extLst>
          </p:cNvPr>
          <p:cNvSpPr>
            <a:spLocks noGrp="1"/>
          </p:cNvSpPr>
          <p:nvPr>
            <p:ph type="sldNum" sz="quarter" idx="47"/>
          </p:nvPr>
        </p:nvSpPr>
        <p:spPr/>
        <p:txBody>
          <a:bodyPr/>
          <a:lstStyle/>
          <a:p>
            <a:fld id="{345D60D9-5372-5F40-9443-0F9AE5BDC3C8}" type="slidenum">
              <a:rPr lang="en-US" smtClean="0"/>
              <a:pPr/>
              <a:t>‹#›</a:t>
            </a:fld>
            <a:endParaRPr lang="en-US" dirty="0"/>
          </a:p>
        </p:txBody>
      </p:sp>
      <p:sp>
        <p:nvSpPr>
          <p:cNvPr id="9" name="Text Placeholder 3">
            <a:extLst>
              <a:ext uri="{FF2B5EF4-FFF2-40B4-BE49-F238E27FC236}">
                <a16:creationId xmlns:a16="http://schemas.microsoft.com/office/drawing/2014/main" id="{65B0AED4-660C-4741-9A22-50FB3CA4ABA7}"/>
              </a:ext>
            </a:extLst>
          </p:cNvPr>
          <p:cNvSpPr>
            <a:spLocks noGrp="1"/>
          </p:cNvSpPr>
          <p:nvPr>
            <p:ph type="body" sz="quarter" idx="48"/>
          </p:nvPr>
        </p:nvSpPr>
        <p:spPr>
          <a:xfrm>
            <a:off x="6366095" y="1609724"/>
            <a:ext cx="5084064" cy="4505325"/>
          </a:xfrm>
          <a:noFill/>
        </p:spPr>
        <p:txBody>
          <a:bodyPr vert="horz" lIns="0" tIns="0" rIns="0" bIns="0" rtlCol="0">
            <a:noAutofit/>
          </a:bodyPr>
          <a:lstStyle>
            <a:lvl1pPr marL="0" indent="-365760">
              <a:buClr>
                <a:schemeClr val="accent6"/>
              </a:buClr>
              <a:buFont typeface="+mj-lt"/>
              <a:buAutoNum type="arabicPeriod"/>
              <a:defRPr lang="en-US" dirty="0">
                <a:solidFill>
                  <a:schemeClr val="bg1"/>
                </a:solidFill>
              </a:defRPr>
            </a:lvl1pPr>
            <a:lvl2pPr marL="548640">
              <a:defRPr lang="en-US" dirty="0">
                <a:solidFill>
                  <a:schemeClr val="bg1"/>
                </a:solidFill>
              </a:defRPr>
            </a:lvl2pPr>
            <a:lvl3pPr marL="731520">
              <a:defRPr lang="en-US" dirty="0">
                <a:solidFill>
                  <a:schemeClr val="bg1"/>
                </a:solidFill>
              </a:defRPr>
            </a:lvl3pPr>
            <a:lvl4pPr marL="914400">
              <a:defRPr lang="en-US" dirty="0">
                <a:solidFill>
                  <a:schemeClr val="bg1"/>
                </a:solidFill>
              </a:defRPr>
            </a:lvl4pPr>
            <a:lvl5pPr marL="109728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1" name="Cloud">
            <a:extLst>
              <a:ext uri="{FF2B5EF4-FFF2-40B4-BE49-F238E27FC236}">
                <a16:creationId xmlns:a16="http://schemas.microsoft.com/office/drawing/2014/main" id="{20C91565-D4D5-D945-B41F-31CA2160F6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552283" y="4403039"/>
            <a:ext cx="6133748" cy="1695012"/>
          </a:xfrm>
          <a:prstGeom prst="rect">
            <a:avLst/>
          </a:prstGeom>
        </p:spPr>
      </p:pic>
    </p:spTree>
    <p:extLst>
      <p:ext uri="{BB962C8B-B14F-4D97-AF65-F5344CB8AC3E}">
        <p14:creationId xmlns:p14="http://schemas.microsoft.com/office/powerpoint/2010/main" val="63419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Light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2836A0A9-B46B-8E44-BD88-E6FFEC5F942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EA56FC21-9E73-4F6F-9512-715B2F6AE707}"/>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80A4CAAD-4985-4FFF-BE24-1873DC385CA6}"/>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DD6AD3B-D115-41B9-A024-91B560E170AD}"/>
              </a:ext>
            </a:extLst>
          </p:cNvPr>
          <p:cNvSpPr>
            <a:spLocks noGrp="1"/>
          </p:cNvSpPr>
          <p:nvPr>
            <p:ph type="ftr" sz="quarter" idx="29"/>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D5F57306-2538-4D77-8134-400C30C727EE}"/>
              </a:ext>
            </a:extLst>
          </p:cNvPr>
          <p:cNvSpPr>
            <a:spLocks noGrp="1"/>
          </p:cNvSpPr>
          <p:nvPr>
            <p:ph type="sldNum" sz="quarter" idx="30"/>
          </p:nvPr>
        </p:nvSpPr>
        <p:spPr/>
        <p:txBody>
          <a:bodyPr/>
          <a:lstStyle/>
          <a:p>
            <a:fld id="{345D60D9-5372-5F40-9443-0F9AE5BDC3C8}" type="slidenum">
              <a:rPr lang="en-US" smtClean="0"/>
              <a:pPr/>
              <a:t>‹#›</a:t>
            </a:fld>
            <a:endParaRPr lang="en-US" dirty="0"/>
          </a:p>
        </p:txBody>
      </p:sp>
      <p:pic>
        <p:nvPicPr>
          <p:cNvPr id="17" name="Cloud">
            <a:extLst>
              <a:ext uri="{FF2B5EF4-FFF2-40B4-BE49-F238E27FC236}">
                <a16:creationId xmlns:a16="http://schemas.microsoft.com/office/drawing/2014/main" id="{1DB49034-BCDC-364A-B0BF-FE2C43892B0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1823592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Dark - Title/Subtitle Quad Infographic">
    <p:bg>
      <p:bgRef idx="1001">
        <a:schemeClr val="bg1"/>
      </p:bgRef>
    </p:bg>
    <p:spTree>
      <p:nvGrpSpPr>
        <p:cNvPr id="1" name=""/>
        <p:cNvGrpSpPr/>
        <p:nvPr/>
      </p:nvGrpSpPr>
      <p:grpSpPr>
        <a:xfrm>
          <a:off x="0" y="0"/>
          <a:ext cx="0" cy="0"/>
          <a:chOff x="0" y="0"/>
          <a:chExt cx="0" cy="0"/>
        </a:xfrm>
      </p:grpSpPr>
      <p:pic>
        <p:nvPicPr>
          <p:cNvPr id="16" name="Cloud">
            <a:extLst>
              <a:ext uri="{FF2B5EF4-FFF2-40B4-BE49-F238E27FC236}">
                <a16:creationId xmlns:a16="http://schemas.microsoft.com/office/drawing/2014/main" id="{A59691D8-12D1-8E4C-8346-D9FD6743C1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22" name="Subtitle">
            <a:extLst>
              <a:ext uri="{FF2B5EF4-FFF2-40B4-BE49-F238E27FC236}">
                <a16:creationId xmlns:a16="http://schemas.microsoft.com/office/drawing/2014/main" id="{F8627394-C302-DF4A-A2CC-76DC053BE227}"/>
              </a:ext>
            </a:extLst>
          </p:cNvPr>
          <p:cNvSpPr>
            <a:spLocks noGrp="1"/>
          </p:cNvSpPr>
          <p:nvPr>
            <p:ph type="body" sz="quarter" idx="27" hasCustomPrompt="1"/>
          </p:nvPr>
        </p:nvSpPr>
        <p:spPr>
          <a:xfrm>
            <a:off x="766763"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33" name="Picture Placeholder 1">
            <a:extLst>
              <a:ext uri="{FF2B5EF4-FFF2-40B4-BE49-F238E27FC236}">
                <a16:creationId xmlns:a16="http://schemas.microsoft.com/office/drawing/2014/main" id="{DC7ED535-9B24-2444-9E27-765F743C79F0}"/>
              </a:ext>
            </a:extLst>
          </p:cNvPr>
          <p:cNvSpPr>
            <a:spLocks noGrp="1"/>
          </p:cNvSpPr>
          <p:nvPr>
            <p:ph type="pic" sz="quarter" idx="23"/>
          </p:nvPr>
        </p:nvSpPr>
        <p:spPr>
          <a:xfrm>
            <a:off x="766763" y="1609725"/>
            <a:ext cx="1618488" cy="1618488"/>
          </a:xfrm>
          <a:prstGeom prst="rect">
            <a:avLst/>
          </a:prstGeom>
        </p:spPr>
        <p:txBody>
          <a:bodyPr/>
          <a:lstStyle/>
          <a:p>
            <a:r>
              <a:rPr lang="en-US"/>
              <a:t>Click icon to add picture</a:t>
            </a:r>
          </a:p>
        </p:txBody>
      </p:sp>
      <p:sp>
        <p:nvSpPr>
          <p:cNvPr id="25" name="Text Field 1">
            <a:extLst>
              <a:ext uri="{FF2B5EF4-FFF2-40B4-BE49-F238E27FC236}">
                <a16:creationId xmlns:a16="http://schemas.microsoft.com/office/drawing/2014/main" id="{C023883C-5CAF-9849-B009-1426F3585365}"/>
              </a:ext>
            </a:extLst>
          </p:cNvPr>
          <p:cNvSpPr>
            <a:spLocks noGrp="1"/>
          </p:cNvSpPr>
          <p:nvPr>
            <p:ph type="body" sz="quarter" idx="14"/>
          </p:nvPr>
        </p:nvSpPr>
        <p:spPr>
          <a:xfrm>
            <a:off x="2635245"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Picture Placeholder 2">
            <a:extLst>
              <a:ext uri="{FF2B5EF4-FFF2-40B4-BE49-F238E27FC236}">
                <a16:creationId xmlns:a16="http://schemas.microsoft.com/office/drawing/2014/main" id="{422BC426-FCDB-1347-93C5-E0102AEBC39C}"/>
              </a:ext>
            </a:extLst>
          </p:cNvPr>
          <p:cNvSpPr>
            <a:spLocks noGrp="1" noChangeAspect="1"/>
          </p:cNvSpPr>
          <p:nvPr>
            <p:ph type="pic" sz="quarter" idx="25"/>
          </p:nvPr>
        </p:nvSpPr>
        <p:spPr>
          <a:xfrm>
            <a:off x="6350303" y="1609725"/>
            <a:ext cx="1618488" cy="1618488"/>
          </a:xfrm>
          <a:prstGeom prst="rect">
            <a:avLst/>
          </a:prstGeom>
        </p:spPr>
        <p:txBody>
          <a:bodyPr/>
          <a:lstStyle/>
          <a:p>
            <a:r>
              <a:rPr lang="en-US"/>
              <a:t>Click icon to add picture</a:t>
            </a:r>
          </a:p>
        </p:txBody>
      </p:sp>
      <p:sp>
        <p:nvSpPr>
          <p:cNvPr id="31" name="Text Field 2">
            <a:extLst>
              <a:ext uri="{FF2B5EF4-FFF2-40B4-BE49-F238E27FC236}">
                <a16:creationId xmlns:a16="http://schemas.microsoft.com/office/drawing/2014/main" id="{0EDDA99D-1B70-A347-9716-4968C6A671A3}"/>
              </a:ext>
            </a:extLst>
          </p:cNvPr>
          <p:cNvSpPr>
            <a:spLocks noGrp="1"/>
          </p:cNvSpPr>
          <p:nvPr>
            <p:ph type="body" sz="quarter" idx="21"/>
          </p:nvPr>
        </p:nvSpPr>
        <p:spPr>
          <a:xfrm>
            <a:off x="8224823" y="1609725"/>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Picture Placeholder 3">
            <a:extLst>
              <a:ext uri="{FF2B5EF4-FFF2-40B4-BE49-F238E27FC236}">
                <a16:creationId xmlns:a16="http://schemas.microsoft.com/office/drawing/2014/main" id="{B5E51CE6-D9C1-DD40-936F-2F700452F826}"/>
              </a:ext>
            </a:extLst>
          </p:cNvPr>
          <p:cNvSpPr>
            <a:spLocks noGrp="1" noChangeAspect="1"/>
          </p:cNvSpPr>
          <p:nvPr>
            <p:ph type="pic" sz="quarter" idx="24"/>
          </p:nvPr>
        </p:nvSpPr>
        <p:spPr>
          <a:xfrm>
            <a:off x="766763" y="4241162"/>
            <a:ext cx="1618488" cy="1618488"/>
          </a:xfrm>
          <a:prstGeom prst="rect">
            <a:avLst/>
          </a:prstGeom>
        </p:spPr>
        <p:txBody>
          <a:bodyPr/>
          <a:lstStyle/>
          <a:p>
            <a:r>
              <a:rPr lang="en-US"/>
              <a:t>Click icon to add picture</a:t>
            </a:r>
          </a:p>
        </p:txBody>
      </p:sp>
      <p:sp>
        <p:nvSpPr>
          <p:cNvPr id="29" name="Text Field 3">
            <a:extLst>
              <a:ext uri="{FF2B5EF4-FFF2-40B4-BE49-F238E27FC236}">
                <a16:creationId xmlns:a16="http://schemas.microsoft.com/office/drawing/2014/main" id="{031D2CD6-C0D8-8147-83B7-2E2A8E87228F}"/>
              </a:ext>
            </a:extLst>
          </p:cNvPr>
          <p:cNvSpPr>
            <a:spLocks noGrp="1"/>
          </p:cNvSpPr>
          <p:nvPr>
            <p:ph type="body" sz="quarter" idx="20"/>
          </p:nvPr>
        </p:nvSpPr>
        <p:spPr>
          <a:xfrm>
            <a:off x="2635245"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4">
            <a:extLst>
              <a:ext uri="{FF2B5EF4-FFF2-40B4-BE49-F238E27FC236}">
                <a16:creationId xmlns:a16="http://schemas.microsoft.com/office/drawing/2014/main" id="{E401E47D-2565-384E-8A5E-2C02D2EAAAAB}"/>
              </a:ext>
            </a:extLst>
          </p:cNvPr>
          <p:cNvSpPr>
            <a:spLocks noGrp="1" noChangeAspect="1"/>
          </p:cNvSpPr>
          <p:nvPr>
            <p:ph type="pic" sz="quarter" idx="26"/>
          </p:nvPr>
        </p:nvSpPr>
        <p:spPr>
          <a:xfrm>
            <a:off x="6350303" y="4241162"/>
            <a:ext cx="1618488" cy="1618488"/>
          </a:xfrm>
          <a:prstGeom prst="rect">
            <a:avLst/>
          </a:prstGeom>
        </p:spPr>
        <p:txBody>
          <a:bodyPr/>
          <a:lstStyle/>
          <a:p>
            <a:r>
              <a:rPr lang="en-US"/>
              <a:t>Click icon to add picture</a:t>
            </a:r>
          </a:p>
        </p:txBody>
      </p:sp>
      <p:sp>
        <p:nvSpPr>
          <p:cNvPr id="32" name="Text Field 4">
            <a:extLst>
              <a:ext uri="{FF2B5EF4-FFF2-40B4-BE49-F238E27FC236}">
                <a16:creationId xmlns:a16="http://schemas.microsoft.com/office/drawing/2014/main" id="{41923FF5-9A13-1F4B-89D9-62FE2B438352}"/>
              </a:ext>
            </a:extLst>
          </p:cNvPr>
          <p:cNvSpPr>
            <a:spLocks noGrp="1"/>
          </p:cNvSpPr>
          <p:nvPr>
            <p:ph type="body" sz="quarter" idx="22"/>
          </p:nvPr>
        </p:nvSpPr>
        <p:spPr>
          <a:xfrm>
            <a:off x="8224823" y="4241162"/>
            <a:ext cx="3203704" cy="187324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D3F5A0DB-77B7-43EC-848A-C3EEA5F4DC8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1A2928A2-36B1-4B61-82B8-0724A988B968}"/>
              </a:ext>
            </a:extLst>
          </p:cNvPr>
          <p:cNvSpPr>
            <a:spLocks noGrp="1"/>
          </p:cNvSpPr>
          <p:nvPr>
            <p:ph type="dt" sz="half" idx="28"/>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98365B2-9A7D-4291-A052-A65B0C767BBE}"/>
              </a:ext>
            </a:extLst>
          </p:cNvPr>
          <p:cNvSpPr>
            <a:spLocks noGrp="1"/>
          </p:cNvSpPr>
          <p:nvPr>
            <p:ph type="ftr" sz="quarter" idx="29"/>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6761CBF8-87F2-4E8D-9C05-48F5D29D5D78}"/>
              </a:ext>
            </a:extLst>
          </p:cNvPr>
          <p:cNvSpPr>
            <a:spLocks noGrp="1"/>
          </p:cNvSpPr>
          <p:nvPr>
            <p:ph type="sldNum" sz="quarter" idx="30"/>
          </p:nvPr>
        </p:nvSpPr>
        <p:spPr/>
        <p:txBody>
          <a:bodyPr/>
          <a:lstStyle/>
          <a:p>
            <a:fld id="{345D60D9-5372-5F40-9443-0F9AE5BDC3C8}" type="slidenum">
              <a:rPr lang="en-US" smtClean="0"/>
              <a:pPr/>
              <a:t>‹#›</a:t>
            </a:fld>
            <a:endParaRPr lang="en-US" dirty="0"/>
          </a:p>
        </p:txBody>
      </p:sp>
      <p:pic>
        <p:nvPicPr>
          <p:cNvPr id="17" name="Cloud">
            <a:extLst>
              <a:ext uri="{FF2B5EF4-FFF2-40B4-BE49-F238E27FC236}">
                <a16:creationId xmlns:a16="http://schemas.microsoft.com/office/drawing/2014/main" id="{73691905-FB97-4B43-BC0E-366D6AFF251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9315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Light - Blank">
    <p:spTree>
      <p:nvGrpSpPr>
        <p:cNvPr id="1" name=""/>
        <p:cNvGrpSpPr/>
        <p:nvPr/>
      </p:nvGrpSpPr>
      <p:grpSpPr>
        <a:xfrm>
          <a:off x="0" y="0"/>
          <a:ext cx="0" cy="0"/>
          <a:chOff x="0" y="0"/>
          <a:chExt cx="0" cy="0"/>
        </a:xfrm>
      </p:grpSpPr>
      <p:pic>
        <p:nvPicPr>
          <p:cNvPr id="12" name="Cloud">
            <a:extLst>
              <a:ext uri="{FF2B5EF4-FFF2-40B4-BE49-F238E27FC236}">
                <a16:creationId xmlns:a16="http://schemas.microsoft.com/office/drawing/2014/main" id="{8BD8F955-3E3E-4E6E-A650-C4E0C80495A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6" name="OTag">
            <a:extLst>
              <a:ext uri="{FF2B5EF4-FFF2-40B4-BE49-F238E27FC236}">
                <a16:creationId xmlns:a16="http://schemas.microsoft.com/office/drawing/2014/main" id="{0F682282-A332-4D5C-89F4-38480EC33F4D}"/>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0" name="OTag">
            <a:extLst>
              <a:ext uri="{FF2B5EF4-FFF2-40B4-BE49-F238E27FC236}">
                <a16:creationId xmlns:a16="http://schemas.microsoft.com/office/drawing/2014/main" id="{00F1077A-D301-437A-8CE7-A0EA6CDECB51}"/>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B6E29D2F-E9BE-442D-8048-30D82B0FA2D2}"/>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4249E66D-873C-4E3D-B665-952DA3AD6CCF}"/>
              </a:ext>
            </a:extLst>
          </p:cNvPr>
          <p:cNvSpPr>
            <a:spLocks noGrp="1"/>
          </p:cNvSpPr>
          <p:nvPr>
            <p:ph type="ftr" sz="quarter" idx="11"/>
          </p:nvPr>
        </p:nvSpPr>
        <p:spPr/>
        <p:txBody>
          <a:bodyPr/>
          <a:lstStyle/>
          <a:p>
            <a:r>
              <a:rPr lang="en-US" dirty="0"/>
              <a:t>Copyright © 2025, Oracle and/or its affiliates</a:t>
            </a:r>
          </a:p>
        </p:txBody>
      </p:sp>
      <p:sp>
        <p:nvSpPr>
          <p:cNvPr id="5" name="Slide Number Placeholder 4">
            <a:extLst>
              <a:ext uri="{FF2B5EF4-FFF2-40B4-BE49-F238E27FC236}">
                <a16:creationId xmlns:a16="http://schemas.microsoft.com/office/drawing/2014/main" id="{B52D4C26-D77F-4F76-BA95-32055FEC61F8}"/>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CA0BC95C-4F7C-FA45-967B-A4B47869B9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pic>
        <p:nvPicPr>
          <p:cNvPr id="9" name="OTag">
            <a:extLst>
              <a:ext uri="{FF2B5EF4-FFF2-40B4-BE49-F238E27FC236}">
                <a16:creationId xmlns:a16="http://schemas.microsoft.com/office/drawing/2014/main" id="{525E4D30-48EB-1C45-B059-18100041F5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OTag">
            <a:extLst>
              <a:ext uri="{FF2B5EF4-FFF2-40B4-BE49-F238E27FC236}">
                <a16:creationId xmlns:a16="http://schemas.microsoft.com/office/drawing/2014/main" id="{9FA22510-A765-D348-BBB4-2F477ED2D7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4813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Dark - Blank">
    <p:bg>
      <p:bgPr>
        <a:solidFill>
          <a:schemeClr val="bg1"/>
        </a:solidFill>
        <a:effectLst/>
      </p:bgPr>
    </p:bg>
    <p:spTree>
      <p:nvGrpSpPr>
        <p:cNvPr id="1" name=""/>
        <p:cNvGrpSpPr/>
        <p:nvPr/>
      </p:nvGrpSpPr>
      <p:grpSpPr>
        <a:xfrm>
          <a:off x="0" y="0"/>
          <a:ext cx="0" cy="0"/>
          <a:chOff x="0" y="0"/>
          <a:chExt cx="0" cy="0"/>
        </a:xfrm>
      </p:grpSpPr>
      <p:pic>
        <p:nvPicPr>
          <p:cNvPr id="7" name="OTag">
            <a:extLst>
              <a:ext uri="{FF2B5EF4-FFF2-40B4-BE49-F238E27FC236}">
                <a16:creationId xmlns:a16="http://schemas.microsoft.com/office/drawing/2014/main" id="{1CFFF60E-C73F-41DD-B4B9-8792F4C0D80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1" name="Cloud">
            <a:extLst>
              <a:ext uri="{FF2B5EF4-FFF2-40B4-BE49-F238E27FC236}">
                <a16:creationId xmlns:a16="http://schemas.microsoft.com/office/drawing/2014/main" id="{A2A0E6A0-6580-9B4E-8437-9949DBFBF2B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3" name="Date Placeholder 2">
            <a:extLst>
              <a:ext uri="{FF2B5EF4-FFF2-40B4-BE49-F238E27FC236}">
                <a16:creationId xmlns:a16="http://schemas.microsoft.com/office/drawing/2014/main" id="{1DEECACB-46C4-4A42-8159-4ABC00F85DC7}"/>
              </a:ext>
            </a:extLst>
          </p:cNvPr>
          <p:cNvSpPr>
            <a:spLocks noGrp="1"/>
          </p:cNvSpPr>
          <p:nvPr>
            <p:ph type="dt" sz="half" idx="10"/>
          </p:nvPr>
        </p:nvSpPr>
        <p:spPr/>
        <p:txBody>
          <a:bodyPr/>
          <a:lstStyle/>
          <a:p>
            <a:r>
              <a:rPr lang="en-US"/>
              <a:t>[Date]</a:t>
            </a:r>
            <a:endParaRPr lang="en-US" dirty="0"/>
          </a:p>
        </p:txBody>
      </p:sp>
      <p:sp>
        <p:nvSpPr>
          <p:cNvPr id="4" name="Footer Placeholder 3">
            <a:extLst>
              <a:ext uri="{FF2B5EF4-FFF2-40B4-BE49-F238E27FC236}">
                <a16:creationId xmlns:a16="http://schemas.microsoft.com/office/drawing/2014/main" id="{21AED7B6-E930-4B73-845F-99262175EA18}"/>
              </a:ext>
            </a:extLst>
          </p:cNvPr>
          <p:cNvSpPr>
            <a:spLocks noGrp="1"/>
          </p:cNvSpPr>
          <p:nvPr>
            <p:ph type="ftr" sz="quarter" idx="11"/>
          </p:nvPr>
        </p:nvSpPr>
        <p:spPr/>
        <p:txBody>
          <a:bodyPr/>
          <a:lstStyle/>
          <a:p>
            <a:r>
              <a:rPr lang="en-US" dirty="0"/>
              <a:t>Copyright © 2025, Oracle and/or its affiliates</a:t>
            </a:r>
          </a:p>
        </p:txBody>
      </p:sp>
      <p:sp>
        <p:nvSpPr>
          <p:cNvPr id="5" name="Slide Number Placeholder 4">
            <a:extLst>
              <a:ext uri="{FF2B5EF4-FFF2-40B4-BE49-F238E27FC236}">
                <a16:creationId xmlns:a16="http://schemas.microsoft.com/office/drawing/2014/main" id="{83691DFD-B788-4684-96F9-4DD21020B309}"/>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OTag">
            <a:extLst>
              <a:ext uri="{FF2B5EF4-FFF2-40B4-BE49-F238E27FC236}">
                <a16:creationId xmlns:a16="http://schemas.microsoft.com/office/drawing/2014/main" id="{16CA7D53-96EE-4042-BFF4-83235D541D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9" name="Cloud">
            <a:extLst>
              <a:ext uri="{FF2B5EF4-FFF2-40B4-BE49-F238E27FC236}">
                <a16:creationId xmlns:a16="http://schemas.microsoft.com/office/drawing/2014/main" id="{FFC119CD-E459-1948-88E5-6536EF7FC6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9202986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Light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A52109B5-4152-894B-9BF6-17B5458CC9C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2FACE3CE-342E-F64B-8BF6-37A3F0BDCC1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398259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Dark - Title Only">
    <p:spTree>
      <p:nvGrpSpPr>
        <p:cNvPr id="1" name=""/>
        <p:cNvGrpSpPr/>
        <p:nvPr/>
      </p:nvGrpSpPr>
      <p:grpSpPr>
        <a:xfrm>
          <a:off x="0" y="0"/>
          <a:ext cx="0" cy="0"/>
          <a:chOff x="0" y="0"/>
          <a:chExt cx="0" cy="0"/>
        </a:xfrm>
      </p:grpSpPr>
      <p:pic>
        <p:nvPicPr>
          <p:cNvPr id="7" name="Cloud">
            <a:extLst>
              <a:ext uri="{FF2B5EF4-FFF2-40B4-BE49-F238E27FC236}">
                <a16:creationId xmlns:a16="http://schemas.microsoft.com/office/drawing/2014/main" id="{05859F96-E4B3-8747-B027-10CA6EDB3EE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4" name="Title 3">
            <a:extLst>
              <a:ext uri="{FF2B5EF4-FFF2-40B4-BE49-F238E27FC236}">
                <a16:creationId xmlns:a16="http://schemas.microsoft.com/office/drawing/2014/main" id="{F495A570-6FAE-4393-89B0-E6BA7AC6B3F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0792EEA-DB03-4E8E-B6AB-1122F317F95A}"/>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EBB5D96-D6C9-4E8C-9D41-A28C7CED92F8}"/>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D760D253-6DDA-4486-89F6-5D5732868115}"/>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Cloud">
            <a:extLst>
              <a:ext uri="{FF2B5EF4-FFF2-40B4-BE49-F238E27FC236}">
                <a16:creationId xmlns:a16="http://schemas.microsoft.com/office/drawing/2014/main" id="{9144927D-9B24-9641-B623-25622F2A092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3728954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Light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EE127CFA-8D5C-584E-9C61-6685B547993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24235"/>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6526A55-50C7-43D1-9A4E-DE6E31578685}"/>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947ED885-1287-4046-BFFE-E5DEC702C7AE}"/>
              </a:ext>
            </a:extLst>
          </p:cNvPr>
          <p:cNvSpPr>
            <a:spLocks noGrp="1"/>
          </p:cNvSpPr>
          <p:nvPr>
            <p:ph type="ftr" sz="quarter" idx="13"/>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0A9C1380-E61D-4D70-B7A9-EA2CA56D1441}"/>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02980A11-04F6-3C4C-AC93-FB72483AB6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2"/>
          </a:xfrm>
          <a:prstGeom prst="rect">
            <a:avLst/>
          </a:prstGeom>
        </p:spPr>
      </p:pic>
    </p:spTree>
    <p:extLst>
      <p:ext uri="{BB962C8B-B14F-4D97-AF65-F5344CB8AC3E}">
        <p14:creationId xmlns:p14="http://schemas.microsoft.com/office/powerpoint/2010/main" val="411154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Dark - Title/Subtitle">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93BCC98D-F462-9844-9660-2EA01F13EFA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
        <p:nvSpPr>
          <p:cNvPr id="15" name="Subtitle">
            <a:extLst>
              <a:ext uri="{FF2B5EF4-FFF2-40B4-BE49-F238E27FC236}">
                <a16:creationId xmlns:a16="http://schemas.microsoft.com/office/drawing/2014/main" id="{FC0004EB-159B-A345-859C-0E83416ED930}"/>
              </a:ext>
            </a:extLst>
          </p:cNvPr>
          <p:cNvSpPr>
            <a:spLocks noGrp="1"/>
          </p:cNvSpPr>
          <p:nvPr>
            <p:ph type="body" sz="quarter" idx="11" hasCustomPrompt="1"/>
          </p:nvPr>
        </p:nvSpPr>
        <p:spPr>
          <a:xfrm>
            <a:off x="762000" y="1014984"/>
            <a:ext cx="10671048" cy="330540"/>
          </a:xfrm>
          <a:prstGeom prst="rect">
            <a:avLst/>
          </a:prstGeom>
        </p:spPr>
        <p:txBody>
          <a:bodyPr lIns="0">
            <a:noAutofit/>
          </a:bodyPr>
          <a:lstStyle>
            <a:lvl1pPr marL="0" indent="0">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defRPr/>
            </a:lvl1pPr>
          </a:lstStyle>
          <a:p>
            <a:r>
              <a:rPr lang="en-US" dirty="0"/>
              <a:t>Title</a:t>
            </a:r>
          </a:p>
        </p:txBody>
      </p:sp>
      <p:sp>
        <p:nvSpPr>
          <p:cNvPr id="3" name="Date Placeholder 2">
            <a:extLst>
              <a:ext uri="{FF2B5EF4-FFF2-40B4-BE49-F238E27FC236}">
                <a16:creationId xmlns:a16="http://schemas.microsoft.com/office/drawing/2014/main" id="{5159E3D4-8DE9-4EE7-AF46-396CA0361B33}"/>
              </a:ext>
            </a:extLst>
          </p:cNvPr>
          <p:cNvSpPr>
            <a:spLocks noGrp="1"/>
          </p:cNvSpPr>
          <p:nvPr>
            <p:ph type="dt" sz="half" idx="12"/>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A47ABD9F-CF7B-4739-A09B-21C74EE3D7DA}"/>
              </a:ext>
            </a:extLst>
          </p:cNvPr>
          <p:cNvSpPr>
            <a:spLocks noGrp="1"/>
          </p:cNvSpPr>
          <p:nvPr>
            <p:ph type="ftr" sz="quarter" idx="13"/>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2C1326A2-CE99-456C-A450-2DC676458CDB}"/>
              </a:ext>
            </a:extLst>
          </p:cNvPr>
          <p:cNvSpPr>
            <a:spLocks noGrp="1"/>
          </p:cNvSpPr>
          <p:nvPr>
            <p:ph type="sldNum" sz="quarter" idx="14"/>
          </p:nvPr>
        </p:nvSpPr>
        <p:spPr/>
        <p:txBody>
          <a:bodyPr/>
          <a:lstStyle/>
          <a:p>
            <a:fld id="{345D60D9-5372-5F40-9443-0F9AE5BDC3C8}" type="slidenum">
              <a:rPr lang="en-US" smtClean="0"/>
              <a:pPr/>
              <a:t>‹#›</a:t>
            </a:fld>
            <a:endParaRPr lang="en-US" dirty="0"/>
          </a:p>
        </p:txBody>
      </p:sp>
      <p:pic>
        <p:nvPicPr>
          <p:cNvPr id="9" name="Cloud">
            <a:extLst>
              <a:ext uri="{FF2B5EF4-FFF2-40B4-BE49-F238E27FC236}">
                <a16:creationId xmlns:a16="http://schemas.microsoft.com/office/drawing/2014/main" id="{C183F722-8DCD-D644-98B3-CD84B67C07D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705731" y="269359"/>
            <a:ext cx="5080369" cy="1559441"/>
          </a:xfrm>
          <a:prstGeom prst="rect">
            <a:avLst/>
          </a:prstGeom>
        </p:spPr>
      </p:pic>
    </p:spTree>
    <p:extLst>
      <p:ext uri="{BB962C8B-B14F-4D97-AF65-F5344CB8AC3E}">
        <p14:creationId xmlns:p14="http://schemas.microsoft.com/office/powerpoint/2010/main" val="20436476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Light - Metr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90C14E-647D-DE45-A3FE-3E841253B489}"/>
              </a:ext>
            </a:extLst>
          </p:cNvPr>
          <p:cNvPicPr>
            <a:picLocks noChangeAspect="1"/>
          </p:cNvPicPr>
          <p:nvPr/>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23" name="OTag">
            <a:extLst>
              <a:ext uri="{FF2B5EF4-FFF2-40B4-BE49-F238E27FC236}">
                <a16:creationId xmlns:a16="http://schemas.microsoft.com/office/drawing/2014/main" id="{000C5F04-372F-427E-81C5-11434B35699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23900" y="1600200"/>
            <a:ext cx="5072063" cy="2415700"/>
          </a:xfrm>
        </p:spPr>
        <p:txBody>
          <a:bodyPr anchor="b" anchorCtr="0"/>
          <a:lstStyle>
            <a:lvl1pPr>
              <a:defRPr sz="8000" b="1">
                <a:solidFill>
                  <a:srgbClr val="AE562C"/>
                </a:solidFill>
              </a:defRPr>
            </a:lvl1pPr>
          </a:lstStyle>
          <a:p>
            <a:pPr lvl="0"/>
            <a:r>
              <a:rPr lang="en-US" dirty="0"/>
              <a:t>00%</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9" name="Picture 8">
            <a:extLst>
              <a:ext uri="{FF2B5EF4-FFF2-40B4-BE49-F238E27FC236}">
                <a16:creationId xmlns:a16="http://schemas.microsoft.com/office/drawing/2014/main" id="{A8C7D334-3153-634B-9BC1-963E2F1BF1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r="-1"/>
          <a:stretch/>
        </p:blipFill>
        <p:spPr>
          <a:xfrm>
            <a:off x="6095574" y="0"/>
            <a:ext cx="6096425" cy="6858000"/>
          </a:xfrm>
          <a:prstGeom prst="rect">
            <a:avLst/>
          </a:prstGeom>
        </p:spPr>
      </p:pic>
      <p:pic>
        <p:nvPicPr>
          <p:cNvPr id="10" name="OTag">
            <a:extLst>
              <a:ext uri="{FF2B5EF4-FFF2-40B4-BE49-F238E27FC236}">
                <a16:creationId xmlns:a16="http://schemas.microsoft.com/office/drawing/2014/main" id="{26AE3C9B-7648-AC4C-86CE-650D74B03EA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71217" y="6355080"/>
            <a:ext cx="502920" cy="502920"/>
          </a:xfrm>
          <a:prstGeom prst="rect">
            <a:avLst/>
          </a:prstGeom>
        </p:spPr>
      </p:pic>
    </p:spTree>
    <p:extLst>
      <p:ext uri="{BB962C8B-B14F-4D97-AF65-F5344CB8AC3E}">
        <p14:creationId xmlns:p14="http://schemas.microsoft.com/office/powerpoint/2010/main" val="72135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Dark - Metric">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B54DF6-D8D9-3E4B-A5D4-8DB1B36A2111}"/>
              </a:ext>
            </a:extLst>
          </p:cNvPr>
          <p:cNvPicPr>
            <a:picLocks noChangeAspect="1"/>
          </p:cNvPicPr>
          <p:nvPr/>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2" name="OTag">
            <a:extLst>
              <a:ext uri="{FF2B5EF4-FFF2-40B4-BE49-F238E27FC236}">
                <a16:creationId xmlns:a16="http://schemas.microsoft.com/office/drawing/2014/main" id="{E8A7F756-6885-FD4D-8CAC-01911AF996CA}"/>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75225" y="4649788"/>
            <a:ext cx="5072063" cy="1457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23900" y="1600200"/>
            <a:ext cx="5085287" cy="2415700"/>
          </a:xfrm>
        </p:spPr>
        <p:txBody>
          <a:bodyPr anchor="b" anchorCtr="0"/>
          <a:lstStyle>
            <a:lvl1pPr>
              <a:defRPr sz="8000" b="1">
                <a:solidFill>
                  <a:srgbClr val="759C6C"/>
                </a:solidFill>
              </a:defRPr>
            </a:lvl1pPr>
          </a:lstStyle>
          <a:p>
            <a:pPr lvl="0"/>
            <a:r>
              <a:rPr lang="en-US" dirty="0"/>
              <a:t>00%</a:t>
            </a:r>
          </a:p>
        </p:txBody>
      </p:sp>
      <p:sp>
        <p:nvSpPr>
          <p:cNvPr id="3" name="Date Placeholder 2">
            <a:extLst>
              <a:ext uri="{FF2B5EF4-FFF2-40B4-BE49-F238E27FC236}">
                <a16:creationId xmlns:a16="http://schemas.microsoft.com/office/drawing/2014/main" id="{A558375C-46BC-48EA-9DFC-3DF06967D7C3}"/>
              </a:ext>
            </a:extLst>
          </p:cNvPr>
          <p:cNvSpPr>
            <a:spLocks noGrp="1"/>
          </p:cNvSpPr>
          <p:nvPr>
            <p:ph type="dt" sz="half" idx="16"/>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4B2DF6E-494A-4D98-888D-68B724E489C5}"/>
              </a:ext>
            </a:extLst>
          </p:cNvPr>
          <p:cNvSpPr>
            <a:spLocks noGrp="1"/>
          </p:cNvSpPr>
          <p:nvPr>
            <p:ph type="ftr" sz="quarter" idx="1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9BDC2851-E9BE-4691-AE94-635936A66775}"/>
              </a:ext>
            </a:extLst>
          </p:cNvPr>
          <p:cNvSpPr>
            <a:spLocks noGrp="1"/>
          </p:cNvSpPr>
          <p:nvPr>
            <p:ph type="sldNum" sz="quarter" idx="18"/>
          </p:nvPr>
        </p:nvSpPr>
        <p:spPr/>
        <p:txBody>
          <a:bodyPr/>
          <a:lstStyle/>
          <a:p>
            <a:fld id="{345D60D9-5372-5F40-9443-0F9AE5BDC3C8}" type="slidenum">
              <a:rPr lang="en-US" smtClean="0"/>
              <a:pPr/>
              <a:t>‹#›</a:t>
            </a:fld>
            <a:endParaRPr lang="en-US" dirty="0"/>
          </a:p>
        </p:txBody>
      </p:sp>
      <p:pic>
        <p:nvPicPr>
          <p:cNvPr id="10" name="Picture 9">
            <a:extLst>
              <a:ext uri="{FF2B5EF4-FFF2-40B4-BE49-F238E27FC236}">
                <a16:creationId xmlns:a16="http://schemas.microsoft.com/office/drawing/2014/main" id="{4492D290-015E-F742-91F6-6DD08E5CCD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997"/>
          <a:stretch/>
        </p:blipFill>
        <p:spPr>
          <a:xfrm>
            <a:off x="6096000" y="0"/>
            <a:ext cx="6096348" cy="6858000"/>
          </a:xfrm>
          <a:prstGeom prst="rect">
            <a:avLst/>
          </a:prstGeom>
        </p:spPr>
      </p:pic>
      <p:pic>
        <p:nvPicPr>
          <p:cNvPr id="11" name="OTag">
            <a:extLst>
              <a:ext uri="{FF2B5EF4-FFF2-40B4-BE49-F238E27FC236}">
                <a16:creationId xmlns:a16="http://schemas.microsoft.com/office/drawing/2014/main" id="{1289093F-80FC-9E44-B7CD-B64D884AA51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9453159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850F5073-5840-8944-A713-B8697C71F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A05645B7-451A-BE4D-B10F-A58DE45DAD3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9053833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Dark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8B6F3C-673A-2C4F-BDD8-A174DA9D4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C6ADE0F8-03AA-E84C-A08A-799EE14D7CA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Date Placeholder 1">
            <a:extLst>
              <a:ext uri="{FF2B5EF4-FFF2-40B4-BE49-F238E27FC236}">
                <a16:creationId xmlns:a16="http://schemas.microsoft.com/office/drawing/2014/main" id="{A2DF2B49-8199-43EF-9C31-2EE3E2278A8F}"/>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C290A680-202A-4EB8-8426-F81FE6C12DD2}"/>
              </a:ext>
            </a:extLst>
          </p:cNvPr>
          <p:cNvSpPr>
            <a:spLocks noGrp="1"/>
          </p:cNvSpPr>
          <p:nvPr>
            <p:ph type="ftr" sz="quarter" idx="11"/>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81D7B772-BB21-406A-A2FE-5A71474672A4}"/>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Picture 7">
            <a:extLst>
              <a:ext uri="{FF2B5EF4-FFF2-40B4-BE49-F238E27FC236}">
                <a16:creationId xmlns:a16="http://schemas.microsoft.com/office/drawing/2014/main" id="{0D0B1BD4-89E7-F54F-8A43-855D9FE991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858E957D-38CE-EE4D-8DC1-665AB562D2DD}"/>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226150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Light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A9AF7-F5CE-844F-BBE4-0C983CB99B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2CA85150-CFFA-8347-999F-8AF3466DE3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9" name="OTag">
            <a:extLst>
              <a:ext uri="{FF2B5EF4-FFF2-40B4-BE49-F238E27FC236}">
                <a16:creationId xmlns:a16="http://schemas.microsoft.com/office/drawing/2014/main" id="{3C376AF8-C351-D345-B26E-DCFE76FB9C8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111491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Dark - Data Texture 16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AEFC6D54-C363-E14E-9D62-65D291A216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EFFC46AB-84D1-C941-A284-617CB345331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268634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Light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712D2-1637-4940-A323-42EBA61AD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34BA956C-AFD4-4D95-9304-BB81E2E12CC5}"/>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C49782E6-C6D7-4588-8CDE-8BB252C535B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7AD6286E-40B3-4954-877E-F88E2191B41D}"/>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A1CBD0C9-C991-294A-8072-C95F871A8A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C453B0C0-D634-0747-8348-874DB5D686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880139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Dark - Data Texture 19 Blank">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D5B665-2B39-6645-BF1F-C5F9BD830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F4939B61-9B7E-A240-8CE9-7E014F78E016}"/>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8A7CFD62-A920-45CB-9691-083BA5642432}"/>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8C4B8371-BFE0-4C4C-9EC8-651A5979085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BBC47787-CD64-4386-A100-73FB94F88CFA}"/>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7" name="Picture 6">
            <a:extLst>
              <a:ext uri="{FF2B5EF4-FFF2-40B4-BE49-F238E27FC236}">
                <a16:creationId xmlns:a16="http://schemas.microsoft.com/office/drawing/2014/main" id="{8F970E2B-FBDD-D542-8DE9-0556202F12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OTag">
            <a:extLst>
              <a:ext uri="{FF2B5EF4-FFF2-40B4-BE49-F238E27FC236}">
                <a16:creationId xmlns:a16="http://schemas.microsoft.com/office/drawing/2014/main" id="{CD669EC6-4A7B-E946-B425-81D990F36099}"/>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0995940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Light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4" name="Title 3">
            <a:extLst>
              <a:ext uri="{FF2B5EF4-FFF2-40B4-BE49-F238E27FC236}">
                <a16:creationId xmlns:a16="http://schemas.microsoft.com/office/drawing/2014/main" id="{2F13852C-D243-4D5A-B7E1-09812A4D6444}"/>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5C7F3825-1D38-4C39-8F70-C060E9BEE3D2}"/>
              </a:ext>
            </a:extLst>
          </p:cNvPr>
          <p:cNvSpPr>
            <a:spLocks noGrp="1"/>
          </p:cNvSpPr>
          <p:nvPr>
            <p:ph sz="quarter" idx="13"/>
          </p:nvPr>
        </p:nvSpPr>
        <p:spPr>
          <a:xfrm>
            <a:off x="762000" y="1609725"/>
            <a:ext cx="10687050"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133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160">
          <p15:clr>
            <a:srgbClr val="FBAE40"/>
          </p15:clr>
        </p15:guide>
        <p15:guide id="4" pos="48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Dark - Title and Content">
    <p:spTree>
      <p:nvGrpSpPr>
        <p:cNvPr id="1" name=""/>
        <p:cNvGrpSpPr/>
        <p:nvPr/>
      </p:nvGrpSpPr>
      <p:grpSpPr>
        <a:xfrm>
          <a:off x="0" y="0"/>
          <a:ext cx="0" cy="0"/>
          <a:chOff x="0" y="0"/>
          <a:chExt cx="0" cy="0"/>
        </a:xfrm>
      </p:grpSpPr>
      <p:sp>
        <p:nvSpPr>
          <p:cNvPr id="13" name="Slide Number Placeholder">
            <a:extLst>
              <a:ext uri="{FF2B5EF4-FFF2-40B4-BE49-F238E27FC236}">
                <a16:creationId xmlns:a16="http://schemas.microsoft.com/office/drawing/2014/main" id="{649C3E4A-56A6-4657-815D-5F0928FEFE14}"/>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12" name="Footer Placeholder">
            <a:extLst>
              <a:ext uri="{FF2B5EF4-FFF2-40B4-BE49-F238E27FC236}">
                <a16:creationId xmlns:a16="http://schemas.microsoft.com/office/drawing/2014/main" id="{681B7FDB-21AD-43D3-9629-6865ECE7ADC5}"/>
              </a:ext>
            </a:extLst>
          </p:cNvPr>
          <p:cNvSpPr>
            <a:spLocks noGrp="1"/>
          </p:cNvSpPr>
          <p:nvPr>
            <p:ph type="ftr" sz="quarter" idx="11"/>
          </p:nvPr>
        </p:nvSpPr>
        <p:spPr/>
        <p:txBody>
          <a:bodyPr/>
          <a:lstStyle/>
          <a:p>
            <a:r>
              <a:rPr lang="en-US" dirty="0"/>
              <a:t>Copyright © 2025, Oracle and/or its affiliates</a:t>
            </a:r>
          </a:p>
        </p:txBody>
      </p:sp>
      <p:sp>
        <p:nvSpPr>
          <p:cNvPr id="11" name="Date Placeholder">
            <a:extLst>
              <a:ext uri="{FF2B5EF4-FFF2-40B4-BE49-F238E27FC236}">
                <a16:creationId xmlns:a16="http://schemas.microsoft.com/office/drawing/2014/main" id="{2872A553-B5A6-4603-91A2-FF76401D8DFC}"/>
              </a:ext>
            </a:extLst>
          </p:cNvPr>
          <p:cNvSpPr>
            <a:spLocks noGrp="1"/>
          </p:cNvSpPr>
          <p:nvPr>
            <p:ph type="dt" sz="half" idx="10"/>
          </p:nvPr>
        </p:nvSpPr>
        <p:spPr/>
        <p:txBody>
          <a:bodyPr/>
          <a:lstStyle/>
          <a:p>
            <a:r>
              <a:rPr lang="en-US"/>
              <a:t>[Date]</a:t>
            </a:r>
            <a:endParaRPr lang="en-US" dirty="0"/>
          </a:p>
        </p:txBody>
      </p:sp>
      <p:sp>
        <p:nvSpPr>
          <p:cNvPr id="2" name="Title 1">
            <a:extLst>
              <a:ext uri="{FF2B5EF4-FFF2-40B4-BE49-F238E27FC236}">
                <a16:creationId xmlns:a16="http://schemas.microsoft.com/office/drawing/2014/main" id="{12612D05-859A-4FDE-924B-FB91696215EA}"/>
              </a:ext>
            </a:extLst>
          </p:cNvPr>
          <p:cNvSpPr>
            <a:spLocks noGrp="1"/>
          </p:cNvSpPr>
          <p:nvPr>
            <p:ph type="title" hasCustomPrompt="1"/>
          </p:nvPr>
        </p:nvSpPr>
        <p:spPr/>
        <p:txBody>
          <a:bodyPr/>
          <a:lstStyle>
            <a:lvl1pPr>
              <a:defRPr/>
            </a:lvl1pPr>
          </a:lstStyle>
          <a:p>
            <a:r>
              <a:rPr lang="en-US" dirty="0"/>
              <a:t>Title</a:t>
            </a:r>
          </a:p>
        </p:txBody>
      </p:sp>
      <p:sp>
        <p:nvSpPr>
          <p:cNvPr id="6" name="Content Placeholder 5">
            <a:extLst>
              <a:ext uri="{FF2B5EF4-FFF2-40B4-BE49-F238E27FC236}">
                <a16:creationId xmlns:a16="http://schemas.microsoft.com/office/drawing/2014/main" id="{437BB3CE-1E42-4557-A754-EAB09439D6F8}"/>
              </a:ext>
            </a:extLst>
          </p:cNvPr>
          <p:cNvSpPr>
            <a:spLocks noGrp="1"/>
          </p:cNvSpPr>
          <p:nvPr>
            <p:ph sz="quarter" idx="13"/>
          </p:nvPr>
        </p:nvSpPr>
        <p:spPr>
          <a:xfrm>
            <a:off x="762000" y="1609725"/>
            <a:ext cx="10677525" cy="45079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415406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Light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EE69D29-7337-6248-888D-2A0330852627}"/>
              </a:ext>
            </a:extLst>
          </p:cNvPr>
          <p:cNvPicPr>
            <a:picLocks noChangeAspect="1"/>
          </p:cNvPicPr>
          <p:nvPr/>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CE1CF95-2ED4-4044-A052-7E6E1867A5FF}"/>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32F5E131-FF87-4B2F-9DB6-B4DB095B758D}"/>
              </a:ext>
            </a:extLst>
          </p:cNvPr>
          <p:cNvSpPr>
            <a:spLocks noGrp="1"/>
          </p:cNvSpPr>
          <p:nvPr>
            <p:ph type="pic" sz="quarter" idx="20" hasCustomPrompt="1"/>
          </p:nvPr>
        </p:nvSpPr>
        <p:spPr>
          <a:xfrm>
            <a:off x="0" y="0"/>
            <a:ext cx="4876800" cy="6858000"/>
          </a:xfrm>
        </p:spPr>
        <p:txBody>
          <a:bodyPr anchor="ctr" anchorCtr="1"/>
          <a:lstStyle>
            <a:lvl1pPr>
              <a:defRPr/>
            </a:lvl1pPr>
          </a:lstStyle>
          <a:p>
            <a:r>
              <a:rPr lang="en-US" dirty="0"/>
              <a:t>Click to add image</a:t>
            </a:r>
          </a:p>
        </p:txBody>
      </p:sp>
      <p:sp>
        <p:nvSpPr>
          <p:cNvPr id="2" name="Date Placeholder 1">
            <a:extLst>
              <a:ext uri="{FF2B5EF4-FFF2-40B4-BE49-F238E27FC236}">
                <a16:creationId xmlns:a16="http://schemas.microsoft.com/office/drawing/2014/main" id="{BC86FB79-6AF9-4538-98F2-33825A26DEC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4D6A4509-AC78-4360-9126-01A3BC6609AC}"/>
              </a:ext>
            </a:extLst>
          </p:cNvPr>
          <p:cNvSpPr>
            <a:spLocks noGrp="1"/>
          </p:cNvSpPr>
          <p:nvPr>
            <p:ph type="ftr" sz="quarter" idx="22"/>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6C2FCDC2-FBB6-46F4-9BD5-AE85C1DC3F2C}"/>
              </a:ext>
            </a:extLst>
          </p:cNvPr>
          <p:cNvSpPr>
            <a:spLocks noGrp="1"/>
          </p:cNvSpPr>
          <p:nvPr>
            <p:ph type="sldNum" sz="quarter" idx="23"/>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BF81CA17-AEAA-704B-89F5-E488C2A5E3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800" y="0"/>
            <a:ext cx="7315199" cy="6858000"/>
          </a:xfrm>
          <a:prstGeom prst="rect">
            <a:avLst/>
          </a:prstGeom>
        </p:spPr>
      </p:pic>
      <p:pic>
        <p:nvPicPr>
          <p:cNvPr id="12" name="OTag">
            <a:extLst>
              <a:ext uri="{FF2B5EF4-FFF2-40B4-BE49-F238E27FC236}">
                <a16:creationId xmlns:a16="http://schemas.microsoft.com/office/drawing/2014/main" id="{77609CF6-E36C-5445-BE06-DAB7C05C8068}"/>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9901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5385816" y="2351724"/>
            <a:ext cx="6297167" cy="822960"/>
          </a:xfrm>
        </p:spPr>
        <p:txBody>
          <a:bodyPr vert="horz" lIns="0" tIns="0" rIns="0" bIns="0" rtlCol="0" anchor="b">
            <a:noAutofit/>
          </a:bodyPr>
          <a:lstStyle>
            <a:lvl1pPr>
              <a:defRPr lang="en-US" sz="2400" b="1" i="0" baseline="0">
                <a:latin typeface="Oracle Sans Tab" panose="020B0503020204020204" pitchFamily="34" charset="0"/>
                <a:ea typeface="+mn-ea"/>
                <a:cs typeface="Oracle Sans Tab" panose="020B0503020204020204" pitchFamily="34" charset="0"/>
              </a:defRPr>
            </a:lvl1pPr>
          </a:lstStyle>
          <a:p>
            <a:pPr marL="0" lvl="0" indent="0">
              <a:spcBef>
                <a:spcPts val="100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5385816" y="3662156"/>
            <a:ext cx="6297168" cy="1132486"/>
          </a:xfrm>
          <a:prstGeom prst="rect">
            <a:avLst/>
          </a:prstGeom>
        </p:spPr>
        <p:txBody>
          <a:bodyPr lIns="0" tIns="0" rIns="0" bIns="0">
            <a:normAutofit/>
          </a:bodyPr>
          <a:lstStyle>
            <a:lvl1pPr>
              <a:defRPr sz="20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4876800" cy="68580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pic>
        <p:nvPicPr>
          <p:cNvPr id="11" name="Picture 10">
            <a:extLst>
              <a:ext uri="{FF2B5EF4-FFF2-40B4-BE49-F238E27FC236}">
                <a16:creationId xmlns:a16="http://schemas.microsoft.com/office/drawing/2014/main" id="{BE032043-EC54-4344-971C-17F4354CA13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4876798" y="0"/>
            <a:ext cx="7315201" cy="6858000"/>
          </a:xfrm>
          <a:prstGeom prst="rect">
            <a:avLst/>
          </a:prstGeom>
        </p:spPr>
      </p:pic>
      <p:pic>
        <p:nvPicPr>
          <p:cNvPr id="12" name="OTag">
            <a:extLst>
              <a:ext uri="{FF2B5EF4-FFF2-40B4-BE49-F238E27FC236}">
                <a16:creationId xmlns:a16="http://schemas.microsoft.com/office/drawing/2014/main" id="{DCAEDC5B-A9D0-E948-991D-117F0293418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0086601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Light - Quote with Data Texture Background">
    <p:spTree>
      <p:nvGrpSpPr>
        <p:cNvPr id="1" name=""/>
        <p:cNvGrpSpPr/>
        <p:nvPr/>
      </p:nvGrpSpPr>
      <p:grpSpPr>
        <a:xfrm>
          <a:off x="0" y="0"/>
          <a:ext cx="0" cy="0"/>
          <a:chOff x="0" y="0"/>
          <a:chExt cx="0" cy="0"/>
        </a:xfrm>
      </p:grpSpPr>
      <p:pic>
        <p:nvPicPr>
          <p:cNvPr id="26" name="Data Texture Image">
            <a:extLst>
              <a:ext uri="{FF2B5EF4-FFF2-40B4-BE49-F238E27FC236}">
                <a16:creationId xmlns:a16="http://schemas.microsoft.com/office/drawing/2014/main" id="{B04AAB1E-3886-45C0-9EE7-ABD1360D0F2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BA19B719-F896-40D2-A59B-8E51E7D4BB65}"/>
              </a:ext>
            </a:extLst>
          </p:cNvPr>
          <p:cNvSpPr>
            <a:spLocks noGrp="1"/>
          </p:cNvSpPr>
          <p:nvPr>
            <p:ph type="title" hasCustomPrompt="1"/>
          </p:nvPr>
        </p:nvSpPr>
        <p:spPr>
          <a:xfrm>
            <a:off x="768875" y="1828800"/>
            <a:ext cx="8049200" cy="2026447"/>
          </a:xfrm>
          <a:noFill/>
        </p:spPr>
        <p:txBody>
          <a:bodyPr vert="horz" wrap="square" lIns="0" tIns="0" rIns="0" bIns="0" rtlCol="0" anchor="b" anchorCtr="0">
            <a:noAutofit/>
          </a:bodyPr>
          <a:lstStyle>
            <a:lvl1pPr>
              <a:lnSpc>
                <a:spcPct val="100000"/>
              </a:lnSpc>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7" name="Picture Placeholder 6">
            <a:extLst>
              <a:ext uri="{FF2B5EF4-FFF2-40B4-BE49-F238E27FC236}">
                <a16:creationId xmlns:a16="http://schemas.microsoft.com/office/drawing/2014/main" id="{414A2E81-7AA0-4954-BF7E-C076C41AF7C6}"/>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F17ECA2C-4CF8-48ED-893A-2958F9909B90}"/>
              </a:ext>
            </a:extLst>
          </p:cNvPr>
          <p:cNvSpPr>
            <a:spLocks noGrp="1"/>
          </p:cNvSpPr>
          <p:nvPr>
            <p:ph type="dt" sz="half" idx="42"/>
          </p:nvPr>
        </p:nvSpPr>
        <p:spPr/>
        <p:txBody>
          <a:bodyPr/>
          <a:lstStyle/>
          <a:p>
            <a:r>
              <a:rPr lang="en-US"/>
              <a:t>[Date]</a:t>
            </a:r>
            <a:endParaRPr lang="en-US" dirty="0"/>
          </a:p>
        </p:txBody>
      </p:sp>
      <p:sp>
        <p:nvSpPr>
          <p:cNvPr id="8" name="Footer Placeholder 7">
            <a:extLst>
              <a:ext uri="{FF2B5EF4-FFF2-40B4-BE49-F238E27FC236}">
                <a16:creationId xmlns:a16="http://schemas.microsoft.com/office/drawing/2014/main" id="{144FDBCE-E35C-4859-AD9D-93665BD69FD5}"/>
              </a:ext>
            </a:extLst>
          </p:cNvPr>
          <p:cNvSpPr>
            <a:spLocks noGrp="1"/>
          </p:cNvSpPr>
          <p:nvPr>
            <p:ph type="ftr" sz="quarter" idx="43"/>
          </p:nvPr>
        </p:nvSpPr>
        <p:spPr/>
        <p:txBody>
          <a:bodyPr/>
          <a:lstStyle/>
          <a:p>
            <a:r>
              <a:rPr lang="en-US" dirty="0"/>
              <a:t>Copyright © 2025, Oracle and/or its affiliates</a:t>
            </a:r>
          </a:p>
        </p:txBody>
      </p:sp>
      <p:sp>
        <p:nvSpPr>
          <p:cNvPr id="9" name="Slide Number Placeholder 8">
            <a:extLst>
              <a:ext uri="{FF2B5EF4-FFF2-40B4-BE49-F238E27FC236}">
                <a16:creationId xmlns:a16="http://schemas.microsoft.com/office/drawing/2014/main" id="{0F5130C2-E640-4887-BCA9-090F40084C88}"/>
              </a:ext>
            </a:extLst>
          </p:cNvPr>
          <p:cNvSpPr>
            <a:spLocks noGrp="1"/>
          </p:cNvSpPr>
          <p:nvPr>
            <p:ph type="sldNum" sz="quarter" idx="44"/>
          </p:nvPr>
        </p:nvSpPr>
        <p:spPr/>
        <p:txBody>
          <a:bodyPr/>
          <a:lstStyle/>
          <a:p>
            <a:fld id="{345D60D9-5372-5F40-9443-0F9AE5BDC3C8}" type="slidenum">
              <a:rPr lang="en-US" smtClean="0"/>
              <a:pPr/>
              <a:t>‹#›</a:t>
            </a:fld>
            <a:endParaRPr lang="en-US" dirty="0"/>
          </a:p>
        </p:txBody>
      </p:sp>
      <p:pic>
        <p:nvPicPr>
          <p:cNvPr id="11" name="Data Texture Image">
            <a:extLst>
              <a:ext uri="{FF2B5EF4-FFF2-40B4-BE49-F238E27FC236}">
                <a16:creationId xmlns:a16="http://schemas.microsoft.com/office/drawing/2014/main" id="{BE406D1F-1E96-2D48-8B05-0EED650E7A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8"/>
          </a:xfrm>
          <a:prstGeom prst="rect">
            <a:avLst/>
          </a:prstGeom>
          <a:ln>
            <a:noFill/>
          </a:ln>
        </p:spPr>
      </p:pic>
      <p:pic>
        <p:nvPicPr>
          <p:cNvPr id="14" name="OTag">
            <a:extLst>
              <a:ext uri="{FF2B5EF4-FFF2-40B4-BE49-F238E27FC236}">
                <a16:creationId xmlns:a16="http://schemas.microsoft.com/office/drawing/2014/main" id="{0859A2BD-7E43-1547-B9F9-3686A87A9B0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42944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Dark - Quote with Data Texture Background">
    <p:bg>
      <p:bgRef idx="1001">
        <a:schemeClr val="bg1"/>
      </p:bgRef>
    </p:bg>
    <p:spTree>
      <p:nvGrpSpPr>
        <p:cNvPr id="1" name=""/>
        <p:cNvGrpSpPr/>
        <p:nvPr/>
      </p:nvGrpSpPr>
      <p:grpSpPr>
        <a:xfrm>
          <a:off x="0" y="0"/>
          <a:ext cx="0" cy="0"/>
          <a:chOff x="0" y="0"/>
          <a:chExt cx="0" cy="0"/>
        </a:xfrm>
      </p:grpSpPr>
      <p:pic>
        <p:nvPicPr>
          <p:cNvPr id="15" name="Data Texture Image">
            <a:extLst>
              <a:ext uri="{FF2B5EF4-FFF2-40B4-BE49-F238E27FC236}">
                <a16:creationId xmlns:a16="http://schemas.microsoft.com/office/drawing/2014/main" id="{8A6273FB-BF91-403E-A6FD-7515A6D8BFC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30" name="OTag">
            <a:extLst>
              <a:ext uri="{FF2B5EF4-FFF2-40B4-BE49-F238E27FC236}">
                <a16:creationId xmlns:a16="http://schemas.microsoft.com/office/drawing/2014/main" id="{7DC71B8D-1AA8-1D49-9770-9D8CD0F61F95}"/>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Quote">
            <a:extLst>
              <a:ext uri="{FF2B5EF4-FFF2-40B4-BE49-F238E27FC236}">
                <a16:creationId xmlns:a16="http://schemas.microsoft.com/office/drawing/2014/main" id="{70860AE5-51F4-4600-B7C5-0FFE1F5EE8BF}"/>
              </a:ext>
            </a:extLst>
          </p:cNvPr>
          <p:cNvSpPr>
            <a:spLocks noGrp="1"/>
          </p:cNvSpPr>
          <p:nvPr>
            <p:ph type="title" hasCustomPrompt="1"/>
          </p:nvPr>
        </p:nvSpPr>
        <p:spPr>
          <a:xfrm>
            <a:off x="768875" y="1828800"/>
            <a:ext cx="8022040" cy="1963350"/>
          </a:xfrm>
          <a:noFill/>
        </p:spPr>
        <p:txBody>
          <a:bodyPr vert="horz" wrap="square" lIns="0" tIns="0" rIns="0" bIns="0" rtlCol="0" anchor="b" anchorCtr="0">
            <a:noAutofit/>
          </a:bodyPr>
          <a:lstStyle>
            <a:lvl1pPr>
              <a:defRPr lang="en-US" sz="3200" b="0">
                <a:latin typeface="+mj-lt"/>
                <a:cs typeface="Oracle Sans Tab" panose="020B0503020204020204" pitchFamily="34" charset="0"/>
              </a:defRPr>
            </a:lvl1pPr>
          </a:lstStyle>
          <a:p>
            <a:pPr lvl="0"/>
            <a:r>
              <a:rPr lang="en-US" dirty="0"/>
              <a:t>“Click to type customer or partner quote surrounded by quotation marks.” Remove/replace placeholder logo as needed.</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defRPr/>
            </a:lvl1pPr>
          </a:lstStyle>
          <a:p>
            <a:pPr lvl="0"/>
            <a:r>
              <a:rPr lang="en-US" dirty="0"/>
              <a:t>Additional information if needed</a:t>
            </a:r>
          </a:p>
        </p:txBody>
      </p:sp>
      <p:sp>
        <p:nvSpPr>
          <p:cNvPr id="10" name="Picture Placeholder 6">
            <a:extLst>
              <a:ext uri="{FF2B5EF4-FFF2-40B4-BE49-F238E27FC236}">
                <a16:creationId xmlns:a16="http://schemas.microsoft.com/office/drawing/2014/main" id="{CF70D2C9-2534-48AA-9A8A-D82D5A31B2F9}"/>
              </a:ext>
            </a:extLst>
          </p:cNvPr>
          <p:cNvSpPr>
            <a:spLocks noGrp="1"/>
          </p:cNvSpPr>
          <p:nvPr>
            <p:ph type="pic" sz="quarter" idx="41" hasCustomPrompt="1"/>
          </p:nvPr>
        </p:nvSpPr>
        <p:spPr>
          <a:xfrm>
            <a:off x="771067" y="1013988"/>
            <a:ext cx="2944208" cy="814812"/>
          </a:xfrm>
        </p:spPr>
        <p:txBody>
          <a:bodyPr/>
          <a:lstStyle>
            <a:lvl1pPr>
              <a:defRPr/>
            </a:lvl1pPr>
          </a:lstStyle>
          <a:p>
            <a:r>
              <a:rPr lang="en-US" dirty="0"/>
              <a:t>Click to add logo</a:t>
            </a:r>
          </a:p>
        </p:txBody>
      </p:sp>
      <p:sp>
        <p:nvSpPr>
          <p:cNvPr id="6" name="Date Placeholder 5">
            <a:extLst>
              <a:ext uri="{FF2B5EF4-FFF2-40B4-BE49-F238E27FC236}">
                <a16:creationId xmlns:a16="http://schemas.microsoft.com/office/drawing/2014/main" id="{4626C9C3-D9C8-4222-B161-D7AF97BC1F41}"/>
              </a:ext>
            </a:extLst>
          </p:cNvPr>
          <p:cNvSpPr>
            <a:spLocks noGrp="1"/>
          </p:cNvSpPr>
          <p:nvPr>
            <p:ph type="dt" sz="half" idx="42"/>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C64C126A-0D05-424A-A6C2-80119CEAE618}"/>
              </a:ext>
            </a:extLst>
          </p:cNvPr>
          <p:cNvSpPr>
            <a:spLocks noGrp="1"/>
          </p:cNvSpPr>
          <p:nvPr>
            <p:ph type="ftr" sz="quarter" idx="43"/>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E6D685BD-0D80-40FF-88C3-58BBDF890F03}"/>
              </a:ext>
            </a:extLst>
          </p:cNvPr>
          <p:cNvSpPr>
            <a:spLocks noGrp="1"/>
          </p:cNvSpPr>
          <p:nvPr>
            <p:ph type="sldNum" sz="quarter" idx="44"/>
          </p:nvPr>
        </p:nvSpPr>
        <p:spPr/>
        <p:txBody>
          <a:bodyPr/>
          <a:lstStyle/>
          <a:p>
            <a:fld id="{345D60D9-5372-5F40-9443-0F9AE5BDC3C8}" type="slidenum">
              <a:rPr lang="en-US" smtClean="0"/>
              <a:pPr/>
              <a:t>‹#›</a:t>
            </a:fld>
            <a:endParaRPr lang="en-US" dirty="0"/>
          </a:p>
        </p:txBody>
      </p:sp>
      <p:pic>
        <p:nvPicPr>
          <p:cNvPr id="11" name="Data Texture Image">
            <a:extLst>
              <a:ext uri="{FF2B5EF4-FFF2-40B4-BE49-F238E27FC236}">
                <a16:creationId xmlns:a16="http://schemas.microsoft.com/office/drawing/2014/main" id="{F5242C20-4A3B-344C-B0B5-5C7FFA9F82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14" name="OTag">
            <a:extLst>
              <a:ext uri="{FF2B5EF4-FFF2-40B4-BE49-F238E27FC236}">
                <a16:creationId xmlns:a16="http://schemas.microsoft.com/office/drawing/2014/main" id="{21AA12E6-1305-9E45-A894-3B1C567DAB3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5567164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Light - Quote with Picture">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372844" y="2434528"/>
            <a:ext cx="6067096" cy="1846659"/>
          </a:xfrm>
          <a:noFill/>
        </p:spPr>
        <p:txBody>
          <a:bodyPr vert="horz" wrap="square" lIns="0" tIns="0" rIns="0" bIns="0" rtlCol="0" anchor="b" anchorCtr="0">
            <a:spAutoFit/>
          </a:bodyPr>
          <a:lstStyle>
            <a:lvl1pPr>
              <a:lnSpc>
                <a:spcPct val="100000"/>
              </a:lnSpc>
              <a:defRPr lang="en-US" sz="3000" b="0" dirty="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D79573CA-7EF3-46CE-91D4-01D1A2F17BE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6" name="TextBox 5">
            <a:extLst>
              <a:ext uri="{FF2B5EF4-FFF2-40B4-BE49-F238E27FC236}">
                <a16:creationId xmlns:a16="http://schemas.microsoft.com/office/drawing/2014/main" id="{A8F9EF32-2876-8841-ADB8-707F8BDB8530}"/>
              </a:ext>
            </a:extLst>
          </p:cNvPr>
          <p:cNvSpPr txBox="1"/>
          <p:nvPr/>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
        <p:nvSpPr>
          <p:cNvPr id="12" name="Picture Placeholder 6">
            <a:extLst>
              <a:ext uri="{FF2B5EF4-FFF2-40B4-BE49-F238E27FC236}">
                <a16:creationId xmlns:a16="http://schemas.microsoft.com/office/drawing/2014/main" id="{48F56FAF-A389-4DEC-BCB5-7C2BCDEBE166}"/>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0"/>
            <a:ext cx="4876800" cy="6858000"/>
          </a:xfrm>
        </p:spPr>
        <p:txBody>
          <a:bodyPr anchor="ctr" anchorCtr="1"/>
          <a:lstStyle>
            <a:lvl1pPr>
              <a:defRPr/>
            </a:lvl1pPr>
          </a:lstStyle>
          <a:p>
            <a:r>
              <a:rPr lang="en-US" dirty="0"/>
              <a:t>Click to add image</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p>
            <a:fld id="{345D60D9-5372-5F40-9443-0F9AE5BDC3C8}" type="slidenum">
              <a:rPr lang="en-US" smtClean="0"/>
              <a:pPr/>
              <a:t>‹#›</a:t>
            </a:fld>
            <a:endParaRPr lang="en-US" dirty="0"/>
          </a:p>
        </p:txBody>
      </p:sp>
      <p:pic>
        <p:nvPicPr>
          <p:cNvPr id="14" name="OTag">
            <a:extLst>
              <a:ext uri="{FF2B5EF4-FFF2-40B4-BE49-F238E27FC236}">
                <a16:creationId xmlns:a16="http://schemas.microsoft.com/office/drawing/2014/main" id="{9266DBAF-ECB3-3A44-A038-607E28E03F7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6" name="TextBox 15">
            <a:extLst>
              <a:ext uri="{FF2B5EF4-FFF2-40B4-BE49-F238E27FC236}">
                <a16:creationId xmlns:a16="http://schemas.microsoft.com/office/drawing/2014/main" id="{003BB3A8-A6F7-EF4A-9FA4-5641FC90A94D}"/>
              </a:ext>
            </a:extLst>
          </p:cNvPr>
          <p:cNvSpPr txBox="1"/>
          <p:nvPr userDrawn="1"/>
        </p:nvSpPr>
        <p:spPr>
          <a:xfrm>
            <a:off x="1295730" y="3244334"/>
            <a:ext cx="2285339" cy="369332"/>
          </a:xfrm>
          <a:prstGeom prst="rect">
            <a:avLst/>
          </a:prstGeom>
          <a:noFill/>
        </p:spPr>
        <p:txBody>
          <a:bodyPr wrap="square" rtlCol="0">
            <a:spAutoFit/>
          </a:bodyPr>
          <a:lstStyle/>
          <a:p>
            <a:r>
              <a:rPr lang="en-US" dirty="0">
                <a:solidFill>
                  <a:schemeClr val="bg2"/>
                </a:solidFill>
              </a:rPr>
              <a:t>Click to add image</a:t>
            </a:r>
          </a:p>
        </p:txBody>
      </p:sp>
    </p:spTree>
    <p:extLst>
      <p:ext uri="{BB962C8B-B14F-4D97-AF65-F5344CB8AC3E}">
        <p14:creationId xmlns:p14="http://schemas.microsoft.com/office/powerpoint/2010/main" val="265976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Dark - Quote with Picture">
    <p:bg>
      <p:bgRef idx="1001">
        <a:schemeClr val="bg1"/>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E7972264-22BA-4EDF-A0AC-13C683A7DA78}"/>
              </a:ext>
            </a:extLst>
          </p:cNvPr>
          <p:cNvSpPr>
            <a:spLocks noGrp="1"/>
          </p:cNvSpPr>
          <p:nvPr>
            <p:ph type="title" hasCustomPrompt="1"/>
          </p:nvPr>
        </p:nvSpPr>
        <p:spPr>
          <a:xfrm>
            <a:off x="5378728" y="2435027"/>
            <a:ext cx="6051272" cy="1846659"/>
          </a:xfrm>
          <a:noFill/>
        </p:spPr>
        <p:txBody>
          <a:bodyPr vert="horz" wrap="square" lIns="0" tIns="0" rIns="0" bIns="0" rtlCol="0" anchor="b" anchorCtr="0">
            <a:spAutoFit/>
          </a:bodyPr>
          <a:lstStyle>
            <a:lvl1pPr>
              <a:lnSpc>
                <a:spcPct val="100000"/>
              </a:lnSpc>
              <a:defRPr lang="en-US" sz="3000" b="0">
                <a:latin typeface="+mj-lt"/>
                <a:cs typeface="Oracle Sans Tab" panose="020B0503020204020204" pitchFamily="34" charset="0"/>
              </a:defRPr>
            </a:lvl1pPr>
          </a:lstStyle>
          <a:p>
            <a:pPr lvl="0"/>
            <a:r>
              <a:rPr lang="en-US" dirty="0"/>
              <a:t>“Click to type customer or partner quote surrounded by quotation marks.” Remove/replace placeholder image as needed.</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defRPr/>
            </a:lvl1pPr>
          </a:lstStyle>
          <a:p>
            <a:pPr lvl="0"/>
            <a:r>
              <a:rPr lang="en-US" dirty="0"/>
              <a:t>Additional information if needed</a:t>
            </a:r>
          </a:p>
        </p:txBody>
      </p:sp>
      <p:pic>
        <p:nvPicPr>
          <p:cNvPr id="15" name="OTag">
            <a:extLst>
              <a:ext uri="{FF2B5EF4-FFF2-40B4-BE49-F238E27FC236}">
                <a16:creationId xmlns:a16="http://schemas.microsoft.com/office/drawing/2014/main" id="{0D7B12AA-E756-4885-BD64-8DBE9AAC5A1F}"/>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2" name="Picture Placeholder 6">
            <a:extLst>
              <a:ext uri="{FF2B5EF4-FFF2-40B4-BE49-F238E27FC236}">
                <a16:creationId xmlns:a16="http://schemas.microsoft.com/office/drawing/2014/main" id="{B09CBC8C-115F-4556-A4E2-129D0E230A87}"/>
              </a:ext>
            </a:extLst>
          </p:cNvPr>
          <p:cNvSpPr>
            <a:spLocks noGrp="1" noChangeAspect="1"/>
          </p:cNvSpPr>
          <p:nvPr>
            <p:ph type="pic" sz="quarter" idx="41" hasCustomPrompt="1"/>
          </p:nvPr>
        </p:nvSpPr>
        <p:spPr>
          <a:xfrm>
            <a:off x="5434085" y="1206535"/>
            <a:ext cx="2944208" cy="841248"/>
          </a:xfrm>
        </p:spPr>
        <p:txBody>
          <a:bodyPr anchor="ctr" anchorCtr="1"/>
          <a:lstStyle>
            <a:lvl1pPr>
              <a:defRPr/>
            </a:lvl1pPr>
          </a:lstStyle>
          <a:p>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image</a:t>
            </a:r>
          </a:p>
        </p:txBody>
      </p:sp>
      <p:sp>
        <p:nvSpPr>
          <p:cNvPr id="4" name="Date Placeholder 3">
            <a:extLst>
              <a:ext uri="{FF2B5EF4-FFF2-40B4-BE49-F238E27FC236}">
                <a16:creationId xmlns:a16="http://schemas.microsoft.com/office/drawing/2014/main" id="{D906CAD6-29C8-4422-A48D-D8830936B44F}"/>
              </a:ext>
            </a:extLst>
          </p:cNvPr>
          <p:cNvSpPr>
            <a:spLocks noGrp="1"/>
          </p:cNvSpPr>
          <p:nvPr>
            <p:ph type="dt" sz="half" idx="43"/>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7B2E353-DA56-4DDC-BA6A-8DBF5B35499D}"/>
              </a:ext>
            </a:extLst>
          </p:cNvPr>
          <p:cNvSpPr>
            <a:spLocks noGrp="1"/>
          </p:cNvSpPr>
          <p:nvPr>
            <p:ph type="ftr" sz="quarter" idx="44"/>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6C82F77D-AAE1-49E0-8C46-83975B4AC826}"/>
              </a:ext>
            </a:extLst>
          </p:cNvPr>
          <p:cNvSpPr>
            <a:spLocks noGrp="1"/>
          </p:cNvSpPr>
          <p:nvPr>
            <p:ph type="sldNum" sz="quarter" idx="45"/>
          </p:nvPr>
        </p:nvSpPr>
        <p:spPr/>
        <p:txBody>
          <a:bodyPr/>
          <a:lstStyle/>
          <a:p>
            <a:fld id="{345D60D9-5372-5F40-9443-0F9AE5BDC3C8}" type="slidenum">
              <a:rPr lang="en-US" smtClean="0"/>
              <a:pPr/>
              <a:t>‹#›</a:t>
            </a:fld>
            <a:endParaRPr lang="en-US" dirty="0"/>
          </a:p>
        </p:txBody>
      </p:sp>
      <p:pic>
        <p:nvPicPr>
          <p:cNvPr id="14" name="OTag">
            <a:extLst>
              <a:ext uri="{FF2B5EF4-FFF2-40B4-BE49-F238E27FC236}">
                <a16:creationId xmlns:a16="http://schemas.microsoft.com/office/drawing/2014/main" id="{F9485F82-3722-ED45-8B2B-54BB2DCF9B0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2855186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Light - Closing Slide">
    <p:spTree>
      <p:nvGrpSpPr>
        <p:cNvPr id="1" name=""/>
        <p:cNvGrpSpPr/>
        <p:nvPr/>
      </p:nvGrpSpPr>
      <p:grpSpPr>
        <a:xfrm>
          <a:off x="0" y="0"/>
          <a:ext cx="0" cy="0"/>
          <a:chOff x="0" y="0"/>
          <a:chExt cx="0" cy="0"/>
        </a:xfrm>
      </p:grpSpPr>
      <p:pic>
        <p:nvPicPr>
          <p:cNvPr id="3" name="Oracle Logo" descr="Oracle Logo">
            <a:extLst>
              <a:ext uri="{FF2B5EF4-FFF2-40B4-BE49-F238E27FC236}">
                <a16:creationId xmlns:a16="http://schemas.microsoft.com/office/drawing/2014/main" id="{675A5E3C-9B7E-1248-9024-5EE790FC68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4" name="OTag">
            <a:extLst>
              <a:ext uri="{FF2B5EF4-FFF2-40B4-BE49-F238E27FC236}">
                <a16:creationId xmlns:a16="http://schemas.microsoft.com/office/drawing/2014/main" id="{938EEB79-EFA1-4711-804E-DFDFA3AE402D}"/>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5" name="Oracle Logo" descr="Oracle Logo">
            <a:extLst>
              <a:ext uri="{FF2B5EF4-FFF2-40B4-BE49-F238E27FC236}">
                <a16:creationId xmlns:a16="http://schemas.microsoft.com/office/drawing/2014/main" id="{0587A2E3-CA99-5843-8CEB-3A5EC6433EB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7854" y="2915192"/>
            <a:ext cx="4896293" cy="1027617"/>
          </a:xfrm>
          <a:prstGeom prst="rect">
            <a:avLst/>
          </a:prstGeom>
        </p:spPr>
      </p:pic>
      <p:pic>
        <p:nvPicPr>
          <p:cNvPr id="6" name="OTag">
            <a:extLst>
              <a:ext uri="{FF2B5EF4-FFF2-40B4-BE49-F238E27FC236}">
                <a16:creationId xmlns:a16="http://schemas.microsoft.com/office/drawing/2014/main" id="{BD445849-52DA-A94A-A762-53147761CD3C}"/>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3535957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Dark - Closing Slide">
    <p:bg>
      <p:bgRef idx="1001">
        <a:schemeClr val="bg1"/>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3" name="OTag">
            <a:extLst>
              <a:ext uri="{FF2B5EF4-FFF2-40B4-BE49-F238E27FC236}">
                <a16:creationId xmlns:a16="http://schemas.microsoft.com/office/drawing/2014/main" id="{D41E7D90-EFED-4319-B620-7C6158CCE461}"/>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5" name="Oracle Logo" descr="Oracle Logo">
            <a:extLst>
              <a:ext uri="{FF2B5EF4-FFF2-40B4-BE49-F238E27FC236}">
                <a16:creationId xmlns:a16="http://schemas.microsoft.com/office/drawing/2014/main" id="{45960623-7990-6E4F-AF4C-894FB93F19F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3647854" y="2915192"/>
            <a:ext cx="4896292" cy="1027617"/>
          </a:xfrm>
          <a:prstGeom prst="rect">
            <a:avLst/>
          </a:prstGeom>
        </p:spPr>
      </p:pic>
      <p:pic>
        <p:nvPicPr>
          <p:cNvPr id="6" name="OTag">
            <a:extLst>
              <a:ext uri="{FF2B5EF4-FFF2-40B4-BE49-F238E27FC236}">
                <a16:creationId xmlns:a16="http://schemas.microsoft.com/office/drawing/2014/main" id="{6F89F607-C917-6540-8823-5B2A1D62338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1957999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cSld name="Brand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Brand (up to 2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514C4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DF7D2267-8060-4E47-941D-1C718175FB56}"/>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
        <p:nvSpPr>
          <p:cNvPr id="5" name="Date Placeholder 4">
            <a:extLst>
              <a:ext uri="{FF2B5EF4-FFF2-40B4-BE49-F238E27FC236}">
                <a16:creationId xmlns:a16="http://schemas.microsoft.com/office/drawing/2014/main" id="{9089584B-D48B-42DB-A58B-544C997E63CE}"/>
              </a:ext>
            </a:extLst>
          </p:cNvPr>
          <p:cNvSpPr>
            <a:spLocks noGrp="1"/>
          </p:cNvSpPr>
          <p:nvPr>
            <p:ph type="dt" sz="half" idx="36"/>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D8522066-27D4-4B40-9794-1047C9932F4F}"/>
              </a:ext>
            </a:extLst>
          </p:cNvPr>
          <p:cNvSpPr>
            <a:spLocks noGrp="1"/>
          </p:cNvSpPr>
          <p:nvPr>
            <p:ph type="ftr" sz="quarter" idx="37"/>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95E5E672-3E33-44E2-B5BA-B88BAB86607B}"/>
              </a:ext>
            </a:extLst>
          </p:cNvPr>
          <p:cNvSpPr>
            <a:spLocks noGrp="1"/>
          </p:cNvSpPr>
          <p:nvPr>
            <p:ph type="sldNum" sz="quarter" idx="38"/>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08941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cSld name="Brand Dark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Brand (up to 2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EA8A2"/>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A9A65112-7788-4A18-8CF8-4BB5FF137EEB}"/>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2582107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cSld name="Finance / Operations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Finance / Operations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31535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5" name="Picture 14">
            <a:extLst>
              <a:ext uri="{FF2B5EF4-FFF2-40B4-BE49-F238E27FC236}">
                <a16:creationId xmlns:a16="http://schemas.microsoft.com/office/drawing/2014/main" id="{7CDDAA99-266A-4A1C-9F57-ACAD7EE3F259}"/>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75571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cSld name="Finance / Operations  Dark - Title">
    <p:bg>
      <p:bgPr>
        <a:solidFill>
          <a:srgbClr val="1E3133"/>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907690B-2C36-41F6-BA70-4C30E0CC8E0E}"/>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Finance / Operations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9B2B0"/>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15396392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cSld name="Cloud Platform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lnSpc>
                <a:spcPct val="95000"/>
              </a:lnSpc>
              <a:defRPr lang="en-US" sz="4000" b="0" dirty="0">
                <a:latin typeface="+mj-lt"/>
              </a:defRPr>
            </a:lvl1pPr>
          </a:lstStyle>
          <a:p>
            <a:pPr lvl="0">
              <a:lnSpc>
                <a:spcPct val="100000"/>
              </a:lnSpc>
            </a:pPr>
            <a:r>
              <a:rPr lang="en-US" dirty="0"/>
              <a:t>Cloud Platform (up to two lines)</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33553C"/>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C14DD88A-3D12-4ED2-853D-5FBC3094E39D}"/>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9" name="OTag">
            <a:extLst>
              <a:ext uri="{FF2B5EF4-FFF2-40B4-BE49-F238E27FC236}">
                <a16:creationId xmlns:a16="http://schemas.microsoft.com/office/drawing/2014/main" id="{3B392592-9502-694A-8F41-B22FB2DAD04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64CC5274-9FC3-A64B-A3E3-63C48C3CE4C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pic>
        <p:nvPicPr>
          <p:cNvPr id="15" name="Picture 14">
            <a:extLst>
              <a:ext uri="{FF2B5EF4-FFF2-40B4-BE49-F238E27FC236}">
                <a16:creationId xmlns:a16="http://schemas.microsoft.com/office/drawing/2014/main" id="{B13126B9-22B7-FF4F-95BB-1D5728BED929}"/>
              </a:ext>
            </a:extLst>
          </p:cNvPr>
          <p:cNvPicPr preferRelativeResize="0">
            <a:picLocks/>
          </p:cNvPicPr>
          <p:nvPr userDrawn="1"/>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935172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cSld name="Cloud Platform Dark - Title">
    <p:bg>
      <p:bgPr>
        <a:solidFill>
          <a:srgbClr val="1E3224"/>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Cloud Platform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6B59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8AE4CB3D-1E02-49F9-B7FB-C156600EE365}"/>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850524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cSld name="HCM/HR Light - 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A7595F8-74F2-499E-B59F-E0985F8614CA}"/>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HCM/HR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6C3F4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54701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cSld name="HCM/HR Dark - Title">
    <p:bg>
      <p:bgPr>
        <a:solidFill>
          <a:srgbClr val="41242B"/>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059DD4A-B84B-416F-AF67-08673792B601}"/>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0" y="0"/>
            <a:ext cx="192024" cy="6858000"/>
          </a:xfrm>
          <a:prstGeom prst="rect">
            <a:avLst/>
          </a:prstGeom>
        </p:spPr>
      </p:pic>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HCM/HR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CE9BA7"/>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spTree>
    <p:extLst>
      <p:ext uri="{BB962C8B-B14F-4D97-AF65-F5344CB8AC3E}">
        <p14:creationId xmlns:p14="http://schemas.microsoft.com/office/powerpoint/2010/main" val="25805934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cSld name="Database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Database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64F4F"/>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58E6D7C6-18B9-45E9-BC88-5820977E7B1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50221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cSld name="Database Dark - Title">
    <p:bg>
      <p:bgPr>
        <a:solidFill>
          <a:srgbClr val="2A2F2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Database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99ADAE"/>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9A7B6FC1-B09E-452F-B386-FFE592CD500D}"/>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3316842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cSld name="ACX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Advertising and CX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59456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B63FBFA0-AD13-4C12-A92F-20A558F85DA8}"/>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79456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cSld name="ACX Dark - Title">
    <p:bg>
      <p:bgPr>
        <a:solidFill>
          <a:srgbClr val="36293C"/>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Advertising and CX(up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B7A1C4"/>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3CE04FA9-4396-4CBF-B26F-3AB639C77302}"/>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2972569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cSld name="Developer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Developer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94D53"/>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E0666896-EE4D-4940-8EEB-A10853BA5730}"/>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9898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cSld name="Developer Dark - Title">
    <p:bg>
      <p:bgPr>
        <a:solidFill>
          <a:srgbClr val="2B2E32"/>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Developer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2AAB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3C5FB07A-CDEE-4CF0-82CE-4F62D716F81F}"/>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4121187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cSld name="SCM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SCM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713F2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BFFCEEBC-8B55-4779-B6F6-7D71BD467A78}"/>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50494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cSld name="SCM Dark - Title">
    <p:bg>
      <p:bgPr>
        <a:solidFill>
          <a:srgbClr val="442616"/>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SCM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D39F5D"/>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9E93E0DD-58FE-417A-9A40-14FC48E050A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15100977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cSld name="GBU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GBU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464C68"/>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3" name="Picture 12">
            <a:extLst>
              <a:ext uri="{FF2B5EF4-FFF2-40B4-BE49-F238E27FC236}">
                <a16:creationId xmlns:a16="http://schemas.microsoft.com/office/drawing/2014/main" id="{00F17678-159B-4E0C-BDC5-8B50F64CAD9B}"/>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75071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cSld name="GBU Dark - Title">
    <p:bg>
      <p:bgPr>
        <a:solidFill>
          <a:srgbClr val="2A2D3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GBU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A0A9C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2" name="Picture 11">
            <a:extLst>
              <a:ext uri="{FF2B5EF4-FFF2-40B4-BE49-F238E27FC236}">
                <a16:creationId xmlns:a16="http://schemas.microsoft.com/office/drawing/2014/main" id="{75822B96-005B-4C26-BEF1-04D2DE45B6A7}"/>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867950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cSld name="Netsuite Light - Title">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2" name="Oracle Logo" descr="Oracle Logo">
            <a:extLst>
              <a:ext uri="{FF2B5EF4-FFF2-40B4-BE49-F238E27FC236}">
                <a16:creationId xmlns:a16="http://schemas.microsoft.com/office/drawing/2014/main" id="{37E7F181-1615-4A41-B1E8-B9FF5CDED0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49" y="1132368"/>
            <a:ext cx="1524893" cy="32004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NetSuite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baseline="0">
                <a:solidFill>
                  <a:srgbClr val="2C526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14" name="Picture 13">
            <a:extLst>
              <a:ext uri="{FF2B5EF4-FFF2-40B4-BE49-F238E27FC236}">
                <a16:creationId xmlns:a16="http://schemas.microsoft.com/office/drawing/2014/main" id="{746B977C-A1F3-4584-90B9-75B6D9E246A9}"/>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354286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cSld name="Netsuite Dark - Title">
    <p:bg>
      <p:bgPr>
        <a:solidFill>
          <a:srgbClr val="1A2F3F"/>
        </a:solidFill>
        <a:effectLst/>
      </p:bgPr>
    </p:bg>
    <p:spTree>
      <p:nvGrpSpPr>
        <p:cNvPr id="1" name=""/>
        <p:cNvGrpSpPr/>
        <p:nvPr/>
      </p:nvGrpSpPr>
      <p:grpSpPr>
        <a:xfrm>
          <a:off x="0" y="0"/>
          <a:ext cx="0" cy="0"/>
          <a:chOff x="0" y="0"/>
          <a:chExt cx="0" cy="0"/>
        </a:xfrm>
      </p:grpSpPr>
      <p:pic>
        <p:nvPicPr>
          <p:cNvPr id="18" name="OTag">
            <a:extLst>
              <a:ext uri="{FF2B5EF4-FFF2-40B4-BE49-F238E27FC236}">
                <a16:creationId xmlns:a16="http://schemas.microsoft.com/office/drawing/2014/main" id="{7BFEFC66-2347-E947-A49E-DD43E74CCC2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bwMode="invGray">
          <a:xfrm>
            <a:off x="944949" y="1132368"/>
            <a:ext cx="1524893" cy="320039"/>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1018030" y="2148840"/>
            <a:ext cx="10158984" cy="1280160"/>
          </a:xfrm>
          <a:noFill/>
        </p:spPr>
        <p:txBody>
          <a:bodyPr vert="horz" wrap="square" lIns="0" tIns="0" rIns="0" bIns="91440" rtlCol="0" anchor="b">
            <a:noAutofit/>
          </a:bodyPr>
          <a:lstStyle>
            <a:lvl1pPr>
              <a:defRPr lang="en-US" sz="4000" b="0" dirty="0">
                <a:latin typeface="+mj-lt"/>
              </a:defRPr>
            </a:lvl1pPr>
          </a:lstStyle>
          <a:p>
            <a:pPr lvl="0">
              <a:lnSpc>
                <a:spcPct val="100000"/>
              </a:lnSpc>
            </a:pPr>
            <a:r>
              <a:rPr lang="en-US" dirty="0"/>
              <a:t>NetSuite (up to two lines) </a:t>
            </a:r>
            <a:br>
              <a:rPr lang="en-US" dirty="0"/>
            </a:br>
            <a:r>
              <a:rPr lang="en-US" dirty="0"/>
              <a:t>Georgia Regular 40pt</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1018030" y="3519553"/>
            <a:ext cx="10158984" cy="341247"/>
          </a:xfrm>
          <a:prstGeom prst="rect">
            <a:avLst/>
          </a:prstGeom>
          <a:noFill/>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a:solidFill>
                  <a:srgbClr val="81B2C3"/>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1018030" y="4544568"/>
            <a:ext cx="5077970" cy="266291"/>
          </a:xfrm>
          <a:prstGeom prst="rect">
            <a:avLst/>
          </a:prstGeom>
          <a:noFill/>
        </p:spPr>
        <p:txBody>
          <a:bodyPr>
            <a:noAutofit/>
          </a:bodyPr>
          <a:lstStyle>
            <a:lvl1pPr>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1018030" y="4882896"/>
            <a:ext cx="5077970" cy="895181"/>
          </a:xfrm>
          <a:prstGeom prst="rect">
            <a:avLst/>
          </a:prstGeom>
          <a:noFill/>
        </p:spPr>
        <p:txBody>
          <a:bodyPr>
            <a:noAutofit/>
          </a:bodyPr>
          <a:lstStyle>
            <a:lvl1pPr>
              <a:defRPr/>
            </a:lvl1pPr>
          </a:lstStyle>
          <a:p>
            <a:pPr lvl="0"/>
            <a:r>
              <a:rPr lang="en-US" dirty="0"/>
              <a:t>Presenter’s Title</a:t>
            </a:r>
          </a:p>
          <a:p>
            <a:pPr lvl="0"/>
            <a:r>
              <a:rPr lang="en-US" dirty="0"/>
              <a:t>Organization, Division or Business Unit</a:t>
            </a:r>
          </a:p>
          <a:p>
            <a:pPr lvl="0"/>
            <a:r>
              <a:rPr lang="en-US" dirty="0"/>
              <a:t>Month 00, 2019</a:t>
            </a:r>
          </a:p>
        </p:txBody>
      </p:sp>
      <p:pic>
        <p:nvPicPr>
          <p:cNvPr id="27" name="Picture 26">
            <a:extLst>
              <a:ext uri="{FF2B5EF4-FFF2-40B4-BE49-F238E27FC236}">
                <a16:creationId xmlns:a16="http://schemas.microsoft.com/office/drawing/2014/main" id="{C3683683-0F17-A94B-8A8B-9A17453B8495}"/>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0" y="0"/>
            <a:ext cx="192024" cy="6858000"/>
          </a:xfrm>
          <a:prstGeom prst="rect">
            <a:avLst/>
          </a:prstGeom>
        </p:spPr>
      </p:pic>
    </p:spTree>
    <p:extLst>
      <p:ext uri="{BB962C8B-B14F-4D97-AF65-F5344CB8AC3E}">
        <p14:creationId xmlns:p14="http://schemas.microsoft.com/office/powerpoint/2010/main" val="7496732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Light - Divider">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B4D86BA-0324-4CFB-8752-C34AB1C7DA95}"/>
              </a:ext>
            </a:extLst>
          </p:cNvPr>
          <p:cNvSpPr/>
          <p:nvPr/>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C8A9AF7-F5CE-844F-BBE4-0C983CB99B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6" name="Title 5">
            <a:extLst>
              <a:ext uri="{FF2B5EF4-FFF2-40B4-BE49-F238E27FC236}">
                <a16:creationId xmlns:a16="http://schemas.microsoft.com/office/drawing/2014/main" id="{F6BEA035-D7A5-4B84-9F05-5163378E9E57}"/>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9" name="Subhead">
            <a:extLst>
              <a:ext uri="{FF2B5EF4-FFF2-40B4-BE49-F238E27FC236}">
                <a16:creationId xmlns:a16="http://schemas.microsoft.com/office/drawing/2014/main" id="{7CDB1F3E-E2D2-44FE-A725-E3ED1480C83B}"/>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5"/>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10" name="Rectangle 9">
            <a:extLst>
              <a:ext uri="{FF2B5EF4-FFF2-40B4-BE49-F238E27FC236}">
                <a16:creationId xmlns:a16="http://schemas.microsoft.com/office/drawing/2014/main" id="{760C0AE6-8260-254B-AFD0-8B72E864567A}"/>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B3A533B8-9A63-D641-B06D-2C68878FE71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4" name="OTag">
            <a:extLst>
              <a:ext uri="{FF2B5EF4-FFF2-40B4-BE49-F238E27FC236}">
                <a16:creationId xmlns:a16="http://schemas.microsoft.com/office/drawing/2014/main" id="{191D6763-C695-5F49-9768-DBA3B7A0BF93}"/>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857556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Dark - Divider">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CF9FCE-AE1C-564C-8F89-B5CD38A4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OTag">
            <a:extLst>
              <a:ext uri="{FF2B5EF4-FFF2-40B4-BE49-F238E27FC236}">
                <a16:creationId xmlns:a16="http://schemas.microsoft.com/office/drawing/2014/main" id="{82323826-2F7C-DC44-94F9-0225962BEA89}"/>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p:txBody>
          <a:bodyPr/>
          <a:lstStyle/>
          <a:p>
            <a:r>
              <a:rPr lang="en-US" dirty="0"/>
              <a:t>Copyright © 2025, Oracle and/or its affiliates</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p:txBody>
          <a:bodyPr/>
          <a:lstStyle/>
          <a:p>
            <a:fld id="{345D60D9-5372-5F40-9443-0F9AE5BDC3C8}" type="slidenum">
              <a:rPr lang="en-US" smtClean="0"/>
              <a:pPr/>
              <a:t>‹#›</a:t>
            </a:fld>
            <a:endParaRPr lang="en-US" dirty="0"/>
          </a:p>
        </p:txBody>
      </p:sp>
      <p:sp>
        <p:nvSpPr>
          <p:cNvPr id="7" name="Rectangle 6">
            <a:extLst>
              <a:ext uri="{FF2B5EF4-FFF2-40B4-BE49-F238E27FC236}">
                <a16:creationId xmlns:a16="http://schemas.microsoft.com/office/drawing/2014/main" id="{C543FCF3-AE26-4DE7-A6C3-3940B3E78E3F}"/>
              </a:ext>
            </a:extLst>
          </p:cNvPr>
          <p:cNvSpPr/>
          <p:nvPr/>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10158984" cy="1280160"/>
          </a:xfrm>
          <a:noFill/>
        </p:spPr>
        <p:txBody>
          <a:bodyPr vert="horz" wrap="square" lIns="0" tIns="0" rIns="0" bIns="0" rtlCol="0" anchor="b">
            <a:noAutofit/>
          </a:bodyPr>
          <a:lstStyle>
            <a:lvl1pPr>
              <a:lnSpc>
                <a:spcPct val="95000"/>
              </a:lnSpc>
              <a:defRPr lang="en-US" sz="4000" b="0" dirty="0">
                <a:latin typeface="+mj-lt"/>
              </a:defRPr>
            </a:lvl1pPr>
          </a:lstStyle>
          <a:p>
            <a:pPr lvl="0">
              <a:lnSpc>
                <a:spcPct val="100000"/>
              </a:lnSpc>
            </a:pPr>
            <a:r>
              <a:rPr lang="en-US" dirty="0"/>
              <a:t>Click to add divider title (up to 2 lines)</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10158984" cy="681251"/>
          </a:xfrm>
          <a:prstGeom prst="rect">
            <a:avLst/>
          </a:prstGeom>
          <a:noFill/>
        </p:spPr>
        <p:txBody>
          <a:bodyPr>
            <a:noAutofit/>
          </a:bodyPr>
          <a:lstStyle>
            <a:lvl1pPr marL="0" marR="0" indent="0" algn="l" defTabSz="914400" rtl="0" eaLnBrk="1" fontAlgn="auto" latinLnBrk="0" hangingPunct="1">
              <a:lnSpc>
                <a:spcPct val="95000"/>
              </a:lnSpc>
              <a:spcBef>
                <a:spcPts val="600"/>
              </a:spcBef>
              <a:spcAft>
                <a:spcPts val="0"/>
              </a:spcAft>
              <a:buClrTx/>
              <a:buSzTx/>
              <a:buFont typeface="Arial" panose="020B0604020202020204" pitchFamily="34" charset="0"/>
              <a:buNone/>
              <a:tabLst/>
              <a:defRPr sz="1800" b="0">
                <a:solidFill>
                  <a:schemeClr val="accent6"/>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11" name="Picture 10">
            <a:extLst>
              <a:ext uri="{FF2B5EF4-FFF2-40B4-BE49-F238E27FC236}">
                <a16:creationId xmlns:a16="http://schemas.microsoft.com/office/drawing/2014/main" id="{45E46914-2DDA-7E41-B3B7-2D43D79933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OTag">
            <a:extLst>
              <a:ext uri="{FF2B5EF4-FFF2-40B4-BE49-F238E27FC236}">
                <a16:creationId xmlns:a16="http://schemas.microsoft.com/office/drawing/2014/main" id="{B6F81135-2340-FF4A-8324-3692B836E66D}"/>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14" name="Rectangle 13">
            <a:extLst>
              <a:ext uri="{FF2B5EF4-FFF2-40B4-BE49-F238E27FC236}">
                <a16:creationId xmlns:a16="http://schemas.microsoft.com/office/drawing/2014/main" id="{79BA2E60-DF34-974D-ACBD-E108284C4767}"/>
              </a:ext>
            </a:extLst>
          </p:cNvPr>
          <p:cNvSpPr/>
          <p:nvPr userDrawn="1"/>
        </p:nvSpPr>
        <p:spPr>
          <a:xfrm>
            <a:off x="783878" y="3804904"/>
            <a:ext cx="301752"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95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Light - 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090641-BB3E-479D-A754-1B2B6F37AEB9}"/>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1153D77D-CD9E-445C-8F26-904F65B519A3}"/>
              </a:ext>
            </a:extLst>
          </p:cNvPr>
          <p:cNvSpPr>
            <a:spLocks noGrp="1"/>
          </p:cNvSpPr>
          <p:nvPr>
            <p:ph type="dt" sz="half" idx="10"/>
          </p:nvPr>
        </p:nvSpPr>
        <p:spPr/>
        <p:txBody>
          <a:bodyPr/>
          <a:lstStyle/>
          <a:p>
            <a:r>
              <a:rPr lang="en-US"/>
              <a:t>[Date]</a:t>
            </a:r>
            <a:endParaRPr lang="en-US" dirty="0"/>
          </a:p>
        </p:txBody>
      </p:sp>
      <p:sp>
        <p:nvSpPr>
          <p:cNvPr id="5" name="Footer Placeholder 4">
            <a:extLst>
              <a:ext uri="{FF2B5EF4-FFF2-40B4-BE49-F238E27FC236}">
                <a16:creationId xmlns:a16="http://schemas.microsoft.com/office/drawing/2014/main" id="{50DAEFA0-C12C-4365-A532-D29F819542E1}"/>
              </a:ext>
            </a:extLst>
          </p:cNvPr>
          <p:cNvSpPr>
            <a:spLocks noGrp="1"/>
          </p:cNvSpPr>
          <p:nvPr>
            <p:ph type="ftr" sz="quarter" idx="11"/>
          </p:nvPr>
        </p:nvSpPr>
        <p:spPr/>
        <p:txBody>
          <a:bodyPr/>
          <a:lstStyle/>
          <a:p>
            <a:r>
              <a:rPr lang="en-US" dirty="0"/>
              <a:t>Copyright © 2025, Oracle and/or its affiliates</a:t>
            </a:r>
          </a:p>
        </p:txBody>
      </p:sp>
      <p:sp>
        <p:nvSpPr>
          <p:cNvPr id="6" name="Slide Number Placeholder 5">
            <a:extLst>
              <a:ext uri="{FF2B5EF4-FFF2-40B4-BE49-F238E27FC236}">
                <a16:creationId xmlns:a16="http://schemas.microsoft.com/office/drawing/2014/main" id="{9E6038FD-33E0-4C25-AC00-13FEB177A45C}"/>
              </a:ext>
            </a:extLst>
          </p:cNvPr>
          <p:cNvSpPr>
            <a:spLocks noGrp="1"/>
          </p:cNvSpPr>
          <p:nvPr>
            <p:ph type="sldNum" sz="quarter" idx="12"/>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93856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9" Type="http://schemas.openxmlformats.org/officeDocument/2006/relationships/slideLayout" Target="../slideLayouts/slideLayout87.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5" Type="http://schemas.openxmlformats.org/officeDocument/2006/relationships/slideLayout" Target="../slideLayouts/slideLayout63.xml"/><Relationship Id="rId61" Type="http://schemas.openxmlformats.org/officeDocument/2006/relationships/theme" Target="../theme/theme2.xml"/><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62" Type="http://schemas.openxmlformats.org/officeDocument/2006/relationships/image" Target="../media/image1.emf"/><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slideLayout" Target="../slideLayouts/slideLayout11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44.xml"/><Relationship Id="rId21" Type="http://schemas.openxmlformats.org/officeDocument/2006/relationships/slideLayout" Target="../slideLayouts/slideLayout139.xml"/><Relationship Id="rId42" Type="http://schemas.openxmlformats.org/officeDocument/2006/relationships/slideLayout" Target="../slideLayouts/slideLayout160.xml"/><Relationship Id="rId47" Type="http://schemas.openxmlformats.org/officeDocument/2006/relationships/slideLayout" Target="../slideLayouts/slideLayout165.xml"/><Relationship Id="rId63" Type="http://schemas.openxmlformats.org/officeDocument/2006/relationships/slideLayout" Target="../slideLayouts/slideLayout181.xml"/><Relationship Id="rId68" Type="http://schemas.openxmlformats.org/officeDocument/2006/relationships/slideLayout" Target="../slideLayouts/slideLayout186.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9" Type="http://schemas.openxmlformats.org/officeDocument/2006/relationships/slideLayout" Target="../slideLayouts/slideLayout147.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slideLayout" Target="../slideLayouts/slideLayout150.xml"/><Relationship Id="rId37" Type="http://schemas.openxmlformats.org/officeDocument/2006/relationships/slideLayout" Target="../slideLayouts/slideLayout155.xml"/><Relationship Id="rId40" Type="http://schemas.openxmlformats.org/officeDocument/2006/relationships/slideLayout" Target="../slideLayouts/slideLayout158.xml"/><Relationship Id="rId45" Type="http://schemas.openxmlformats.org/officeDocument/2006/relationships/slideLayout" Target="../slideLayouts/slideLayout163.xml"/><Relationship Id="rId53" Type="http://schemas.openxmlformats.org/officeDocument/2006/relationships/slideLayout" Target="../slideLayouts/slideLayout171.xml"/><Relationship Id="rId58" Type="http://schemas.openxmlformats.org/officeDocument/2006/relationships/slideLayout" Target="../slideLayouts/slideLayout176.xml"/><Relationship Id="rId66" Type="http://schemas.openxmlformats.org/officeDocument/2006/relationships/slideLayout" Target="../slideLayouts/slideLayout184.xml"/><Relationship Id="rId74" Type="http://schemas.openxmlformats.org/officeDocument/2006/relationships/theme" Target="../theme/theme3.xml"/><Relationship Id="rId5" Type="http://schemas.openxmlformats.org/officeDocument/2006/relationships/slideLayout" Target="../slideLayouts/slideLayout123.xml"/><Relationship Id="rId61" Type="http://schemas.openxmlformats.org/officeDocument/2006/relationships/slideLayout" Target="../slideLayouts/slideLayout179.xml"/><Relationship Id="rId19" Type="http://schemas.openxmlformats.org/officeDocument/2006/relationships/slideLayout" Target="../slideLayouts/slideLayout13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slideLayout" Target="../slideLayouts/slideLayout148.xml"/><Relationship Id="rId35" Type="http://schemas.openxmlformats.org/officeDocument/2006/relationships/slideLayout" Target="../slideLayouts/slideLayout153.xml"/><Relationship Id="rId43" Type="http://schemas.openxmlformats.org/officeDocument/2006/relationships/slideLayout" Target="../slideLayouts/slideLayout161.xml"/><Relationship Id="rId48" Type="http://schemas.openxmlformats.org/officeDocument/2006/relationships/slideLayout" Target="../slideLayouts/slideLayout166.xml"/><Relationship Id="rId56" Type="http://schemas.openxmlformats.org/officeDocument/2006/relationships/slideLayout" Target="../slideLayouts/slideLayout174.xml"/><Relationship Id="rId64" Type="http://schemas.openxmlformats.org/officeDocument/2006/relationships/slideLayout" Target="../slideLayouts/slideLayout182.xml"/><Relationship Id="rId69" Type="http://schemas.openxmlformats.org/officeDocument/2006/relationships/slideLayout" Target="../slideLayouts/slideLayout187.xml"/><Relationship Id="rId8" Type="http://schemas.openxmlformats.org/officeDocument/2006/relationships/slideLayout" Target="../slideLayouts/slideLayout126.xml"/><Relationship Id="rId51" Type="http://schemas.openxmlformats.org/officeDocument/2006/relationships/slideLayout" Target="../slideLayouts/slideLayout169.xml"/><Relationship Id="rId72" Type="http://schemas.openxmlformats.org/officeDocument/2006/relationships/slideLayout" Target="../slideLayouts/slideLayout190.xml"/><Relationship Id="rId3" Type="http://schemas.openxmlformats.org/officeDocument/2006/relationships/slideLayout" Target="../slideLayouts/slideLayout121.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33" Type="http://schemas.openxmlformats.org/officeDocument/2006/relationships/slideLayout" Target="../slideLayouts/slideLayout151.xml"/><Relationship Id="rId38" Type="http://schemas.openxmlformats.org/officeDocument/2006/relationships/slideLayout" Target="../slideLayouts/slideLayout156.xml"/><Relationship Id="rId46" Type="http://schemas.openxmlformats.org/officeDocument/2006/relationships/slideLayout" Target="../slideLayouts/slideLayout164.xml"/><Relationship Id="rId59" Type="http://schemas.openxmlformats.org/officeDocument/2006/relationships/slideLayout" Target="../slideLayouts/slideLayout177.xml"/><Relationship Id="rId67" Type="http://schemas.openxmlformats.org/officeDocument/2006/relationships/slideLayout" Target="../slideLayouts/slideLayout185.xml"/><Relationship Id="rId20" Type="http://schemas.openxmlformats.org/officeDocument/2006/relationships/slideLayout" Target="../slideLayouts/slideLayout138.xml"/><Relationship Id="rId41" Type="http://schemas.openxmlformats.org/officeDocument/2006/relationships/slideLayout" Target="../slideLayouts/slideLayout159.xml"/><Relationship Id="rId54" Type="http://schemas.openxmlformats.org/officeDocument/2006/relationships/slideLayout" Target="../slideLayouts/slideLayout172.xml"/><Relationship Id="rId62" Type="http://schemas.openxmlformats.org/officeDocument/2006/relationships/slideLayout" Target="../slideLayouts/slideLayout180.xml"/><Relationship Id="rId70" Type="http://schemas.openxmlformats.org/officeDocument/2006/relationships/slideLayout" Target="../slideLayouts/slideLayout188.xml"/><Relationship Id="rId75" Type="http://schemas.openxmlformats.org/officeDocument/2006/relationships/image" Target="../media/image1.emf"/><Relationship Id="rId1" Type="http://schemas.openxmlformats.org/officeDocument/2006/relationships/slideLayout" Target="../slideLayouts/slideLayout119.xml"/><Relationship Id="rId6" Type="http://schemas.openxmlformats.org/officeDocument/2006/relationships/slideLayout" Target="../slideLayouts/slideLayout124.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slideLayout" Target="../slideLayouts/slideLayout146.xml"/><Relationship Id="rId36" Type="http://schemas.openxmlformats.org/officeDocument/2006/relationships/slideLayout" Target="../slideLayouts/slideLayout154.xml"/><Relationship Id="rId49" Type="http://schemas.openxmlformats.org/officeDocument/2006/relationships/slideLayout" Target="../slideLayouts/slideLayout167.xml"/><Relationship Id="rId57" Type="http://schemas.openxmlformats.org/officeDocument/2006/relationships/slideLayout" Target="../slideLayouts/slideLayout175.xml"/><Relationship Id="rId10" Type="http://schemas.openxmlformats.org/officeDocument/2006/relationships/slideLayout" Target="../slideLayouts/slideLayout128.xml"/><Relationship Id="rId31" Type="http://schemas.openxmlformats.org/officeDocument/2006/relationships/slideLayout" Target="../slideLayouts/slideLayout149.xml"/><Relationship Id="rId44" Type="http://schemas.openxmlformats.org/officeDocument/2006/relationships/slideLayout" Target="../slideLayouts/slideLayout162.xml"/><Relationship Id="rId52" Type="http://schemas.openxmlformats.org/officeDocument/2006/relationships/slideLayout" Target="../slideLayouts/slideLayout170.xml"/><Relationship Id="rId60" Type="http://schemas.openxmlformats.org/officeDocument/2006/relationships/slideLayout" Target="../slideLayouts/slideLayout178.xml"/><Relationship Id="rId65" Type="http://schemas.openxmlformats.org/officeDocument/2006/relationships/slideLayout" Target="../slideLayouts/slideLayout183.xml"/><Relationship Id="rId73" Type="http://schemas.openxmlformats.org/officeDocument/2006/relationships/slideLayout" Target="../slideLayouts/slideLayout191.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9" Type="http://schemas.openxmlformats.org/officeDocument/2006/relationships/slideLayout" Target="../slideLayouts/slideLayout157.xml"/><Relationship Id="rId34" Type="http://schemas.openxmlformats.org/officeDocument/2006/relationships/slideLayout" Target="../slideLayouts/slideLayout152.xml"/><Relationship Id="rId50" Type="http://schemas.openxmlformats.org/officeDocument/2006/relationships/slideLayout" Target="../slideLayouts/slideLayout168.xml"/><Relationship Id="rId55" Type="http://schemas.openxmlformats.org/officeDocument/2006/relationships/slideLayout" Target="../slideLayouts/slideLayout173.xml"/><Relationship Id="rId7" Type="http://schemas.openxmlformats.org/officeDocument/2006/relationships/slideLayout" Target="../slideLayouts/slideLayout125.xml"/><Relationship Id="rId71"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0"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dirty="0"/>
              <a:t>Copyright © 2025,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spTree>
    <p:extLst>
      <p:ext uri="{BB962C8B-B14F-4D97-AF65-F5344CB8AC3E}">
        <p14:creationId xmlns:p14="http://schemas.microsoft.com/office/powerpoint/2010/main" val="3632300099"/>
      </p:ext>
    </p:extLst>
  </p:cSld>
  <p:clrMap bg1="lt1" tx1="dk1" bg2="lt2" tx2="dk2" accent1="accent1" accent2="accent2" accent3="accent3" accent4="accent4" accent5="accent5" accent6="accent6" hlink="hlink" folHlink="folHlink"/>
  <p:sldLayoutIdLst>
    <p:sldLayoutId id="2147483746" r:id="rId1"/>
    <p:sldLayoutId id="2147483917" r:id="rId2"/>
    <p:sldLayoutId id="2147483928" r:id="rId3"/>
    <p:sldLayoutId id="2147483893" r:id="rId4"/>
    <p:sldLayoutId id="2147483774" r:id="rId5"/>
    <p:sldLayoutId id="2147483919" r:id="rId6"/>
    <p:sldLayoutId id="2147483922" r:id="rId7"/>
    <p:sldLayoutId id="2147483929" r:id="rId8"/>
    <p:sldLayoutId id="2147483920" r:id="rId9"/>
    <p:sldLayoutId id="2147483930" r:id="rId10"/>
    <p:sldLayoutId id="2147483931" r:id="rId11"/>
    <p:sldLayoutId id="2147483932" r:id="rId12"/>
    <p:sldLayoutId id="2147483936" r:id="rId13"/>
    <p:sldLayoutId id="2147483937" r:id="rId14"/>
    <p:sldLayoutId id="2147483933" r:id="rId15"/>
    <p:sldLayoutId id="2147483935" r:id="rId16"/>
    <p:sldLayoutId id="2147483938" r:id="rId17"/>
    <p:sldLayoutId id="2147483939" r:id="rId18"/>
    <p:sldLayoutId id="2147483761" r:id="rId19"/>
    <p:sldLayoutId id="2147483940" r:id="rId20"/>
    <p:sldLayoutId id="2147483969" r:id="rId21"/>
    <p:sldLayoutId id="2147483970" r:id="rId22"/>
    <p:sldLayoutId id="2147483974" r:id="rId23"/>
    <p:sldLayoutId id="2147483975" r:id="rId24"/>
    <p:sldLayoutId id="2147483781" r:id="rId25"/>
    <p:sldLayoutId id="2147483941" r:id="rId26"/>
    <p:sldLayoutId id="2147483756" r:id="rId27"/>
    <p:sldLayoutId id="2147483914" r:id="rId28"/>
    <p:sldLayoutId id="2147483754" r:id="rId29"/>
    <p:sldLayoutId id="2147483915" r:id="rId30"/>
    <p:sldLayoutId id="2147483778" r:id="rId31"/>
    <p:sldLayoutId id="2147483916" r:id="rId32"/>
    <p:sldLayoutId id="2147483762" r:id="rId33"/>
    <p:sldLayoutId id="2147483942" r:id="rId34"/>
    <p:sldLayoutId id="2147483766" r:id="rId35"/>
    <p:sldLayoutId id="2147483894" r:id="rId36"/>
    <p:sldLayoutId id="2147483769" r:id="rId37"/>
    <p:sldLayoutId id="2147483895" r:id="rId38"/>
    <p:sldLayoutId id="2147483768" r:id="rId39"/>
    <p:sldLayoutId id="2147483897" r:id="rId40"/>
    <p:sldLayoutId id="2147483898" r:id="rId41"/>
    <p:sldLayoutId id="2147483905" r:id="rId42"/>
    <p:sldLayoutId id="2147483749" r:id="rId43"/>
    <p:sldLayoutId id="2147483908" r:id="rId44"/>
    <p:sldLayoutId id="2147483751" r:id="rId45"/>
    <p:sldLayoutId id="2147483945" r:id="rId46"/>
    <p:sldLayoutId id="2147483752" r:id="rId47"/>
    <p:sldLayoutId id="2147483912" r:id="rId48"/>
    <p:sldLayoutId id="2147483763" r:id="rId49"/>
    <p:sldLayoutId id="2147483943" r:id="rId50"/>
    <p:sldLayoutId id="2147483744" r:id="rId51"/>
    <p:sldLayoutId id="2147483944" r:id="rId52"/>
    <p:sldLayoutId id="2147483742" r:id="rId53"/>
    <p:sldLayoutId id="2147483972" r:id="rId54"/>
    <p:sldLayoutId id="2147483973" r:id="rId55"/>
    <p:sldLayoutId id="2147484112" r:id="rId56"/>
    <p:sldLayoutId id="2147484118" r:id="rId57"/>
    <p:sldLayoutId id="2147484122" r:id="rId5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008" userDrawn="1">
          <p15:clr>
            <a:srgbClr val="F26B43"/>
          </p15:clr>
        </p15:guide>
        <p15:guide id="4" orient="horz" pos="3852" userDrawn="1">
          <p15:clr>
            <a:srgbClr val="F26B43"/>
          </p15:clr>
        </p15:guide>
        <p15:guide id="5" pos="480" userDrawn="1">
          <p15:clr>
            <a:srgbClr val="F26B43"/>
          </p15:clr>
        </p15:guide>
        <p15:guide id="6" orient="horz" pos="795" userDrawn="1">
          <p15:clr>
            <a:srgbClr val="F26B43"/>
          </p15:clr>
        </p15:guide>
        <p15:guide id="7" orient="horz" pos="590" userDrawn="1">
          <p15:clr>
            <a:srgbClr val="F26B43"/>
          </p15:clr>
        </p15:guide>
        <p15:guide id="8" pos="72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userDrawn="1"/>
        </p:nvPicPr>
        <p:blipFill>
          <a:blip r:embed="rId62"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a:t>Copyright © 2020, Oracle and/or its affiliates  |  Confidential: Internal/Restricted/Highly Restricted</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p>
        </p:txBody>
      </p:sp>
      <p:sp>
        <p:nvSpPr>
          <p:cNvPr id="8" name="Rectangle 7">
            <a:extLst>
              <a:ext uri="{FF2B5EF4-FFF2-40B4-BE49-F238E27FC236}">
                <a16:creationId xmlns:a16="http://schemas.microsoft.com/office/drawing/2014/main" id="{48926051-BA09-42D6-A922-082E7B442514}"/>
              </a:ext>
            </a:extLst>
          </p:cNvPr>
          <p:cNvSpPr/>
          <p:nvPr userDrawn="1"/>
        </p:nvSpPr>
        <p:spPr>
          <a:xfrm>
            <a:off x="923544" y="12444"/>
            <a:ext cx="792480" cy="9235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CD1791-7989-4E04-A775-D4BA1448FB19}"/>
              </a:ext>
            </a:extLst>
          </p:cNvPr>
          <p:cNvSpPr/>
          <p:nvPr userDrawn="1"/>
        </p:nvSpPr>
        <p:spPr>
          <a:xfrm>
            <a:off x="876300" y="0"/>
            <a:ext cx="552450" cy="1019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3428831"/>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 id="2147483991" r:id="rId15"/>
    <p:sldLayoutId id="2147483992" r:id="rId16"/>
    <p:sldLayoutId id="2147483993" r:id="rId17"/>
    <p:sldLayoutId id="2147483994" r:id="rId18"/>
    <p:sldLayoutId id="2147483995" r:id="rId19"/>
    <p:sldLayoutId id="2147483996" r:id="rId20"/>
    <p:sldLayoutId id="2147483997" r:id="rId21"/>
    <p:sldLayoutId id="2147483998" r:id="rId22"/>
    <p:sldLayoutId id="2147483999" r:id="rId23"/>
    <p:sldLayoutId id="2147484000" r:id="rId24"/>
    <p:sldLayoutId id="2147484001" r:id="rId25"/>
    <p:sldLayoutId id="2147484002" r:id="rId26"/>
    <p:sldLayoutId id="2147484003" r:id="rId27"/>
    <p:sldLayoutId id="2147484004" r:id="rId28"/>
    <p:sldLayoutId id="2147484005" r:id="rId29"/>
    <p:sldLayoutId id="2147484006" r:id="rId30"/>
    <p:sldLayoutId id="2147484007" r:id="rId31"/>
    <p:sldLayoutId id="2147484008" r:id="rId32"/>
    <p:sldLayoutId id="2147484009" r:id="rId33"/>
    <p:sldLayoutId id="2147484010" r:id="rId34"/>
    <p:sldLayoutId id="2147484011" r:id="rId35"/>
    <p:sldLayoutId id="2147484012" r:id="rId36"/>
    <p:sldLayoutId id="2147484013" r:id="rId37"/>
    <p:sldLayoutId id="2147484014" r:id="rId38"/>
    <p:sldLayoutId id="2147484015" r:id="rId39"/>
    <p:sldLayoutId id="2147484016" r:id="rId40"/>
    <p:sldLayoutId id="2147484017" r:id="rId41"/>
    <p:sldLayoutId id="2147484018" r:id="rId42"/>
    <p:sldLayoutId id="2147484019" r:id="rId43"/>
    <p:sldLayoutId id="2147484020" r:id="rId44"/>
    <p:sldLayoutId id="2147484021" r:id="rId45"/>
    <p:sldLayoutId id="2147484022" r:id="rId46"/>
    <p:sldLayoutId id="2147484023" r:id="rId47"/>
    <p:sldLayoutId id="2147484024" r:id="rId48"/>
    <p:sldLayoutId id="2147484025" r:id="rId49"/>
    <p:sldLayoutId id="2147484026" r:id="rId50"/>
    <p:sldLayoutId id="2147484027" r:id="rId51"/>
    <p:sldLayoutId id="2147484028" r:id="rId52"/>
    <p:sldLayoutId id="2147484029" r:id="rId53"/>
    <p:sldLayoutId id="2147484030" r:id="rId54"/>
    <p:sldLayoutId id="2147484031" r:id="rId55"/>
    <p:sldLayoutId id="2147484032" r:id="rId56"/>
    <p:sldLayoutId id="2147484033" r:id="rId57"/>
    <p:sldLayoutId id="2147484035" r:id="rId58"/>
    <p:sldLayoutId id="2147484036" r:id="rId59"/>
    <p:sldLayoutId id="2147484037" r:id="rId60"/>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Arial" panose="020B0604020202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Arial" panose="020B0604020202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Light" panose="020B0403020204020204" pitchFamily="34" charset="0"/>
          <a:ea typeface="+mn-ea"/>
          <a:cs typeface="Oracle Sans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Light" panose="020B0403020204020204" pitchFamily="34" charset="0"/>
          <a:ea typeface="+mn-ea"/>
          <a:cs typeface="Oracle Sans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Light" panose="020B0403020204020204" pitchFamily="34" charset="0"/>
          <a:ea typeface="+mn-ea"/>
          <a:cs typeface="Oracle Sans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1" name="OTag">
            <a:extLst>
              <a:ext uri="{FF2B5EF4-FFF2-40B4-BE49-F238E27FC236}">
                <a16:creationId xmlns:a16="http://schemas.microsoft.com/office/drawing/2014/main" id="{DA16EBAD-93BE-4ACF-A78F-3C1CEDB86021}"/>
              </a:ext>
              <a:ext uri="{C183D7F6-B498-43B3-948B-1728B52AA6E4}">
                <adec:decorative xmlns:adec="http://schemas.microsoft.com/office/drawing/2017/decorative" val="1"/>
              </a:ext>
            </a:extLst>
          </p:cNvPr>
          <p:cNvPicPr>
            <a:picLocks noChangeAspect="1"/>
          </p:cNvPicPr>
          <p:nvPr/>
        </p:nvPicPr>
        <p:blipFill>
          <a:blip r:embed="rId75"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900">
                <a:solidFill>
                  <a:srgbClr val="8B8580"/>
                </a:solidFill>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900">
                <a:solidFill>
                  <a:srgbClr val="8B8580"/>
                </a:solidFill>
              </a:defRPr>
            </a:lvl1pPr>
          </a:lstStyle>
          <a:p>
            <a:r>
              <a:rPr lang="en-US" dirty="0"/>
              <a:t>Copyright © 2025, Oracle and/or its affiliates</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900" smtClean="0">
                <a:solidFill>
                  <a:srgbClr val="8B8580"/>
                </a:solidFill>
              </a:defRPr>
            </a:lvl1pPr>
          </a:lstStyle>
          <a:p>
            <a:r>
              <a:rPr lang="en-US"/>
              <a:t>[Date]</a:t>
            </a:r>
            <a:endParaRPr lang="en-US" dirty="0"/>
          </a:p>
        </p:txBody>
      </p:sp>
      <p:pic>
        <p:nvPicPr>
          <p:cNvPr id="8" name="OTag">
            <a:extLst>
              <a:ext uri="{FF2B5EF4-FFF2-40B4-BE49-F238E27FC236}">
                <a16:creationId xmlns:a16="http://schemas.microsoft.com/office/drawing/2014/main" id="{E574A628-2D9F-D140-B772-059CEB04D8D8}"/>
              </a:ext>
              <a:ext uri="{C183D7F6-B498-43B3-948B-1728B52AA6E4}">
                <adec:decorative xmlns:adec="http://schemas.microsoft.com/office/drawing/2017/decorative" val="1"/>
              </a:ext>
            </a:extLst>
          </p:cNvPr>
          <p:cNvPicPr>
            <a:picLocks noChangeAspect="1"/>
          </p:cNvPicPr>
          <p:nvPr userDrawn="1"/>
        </p:nvPicPr>
        <p:blipFill>
          <a:blip r:embed="rId75" cstate="email">
            <a:extLst>
              <a:ext uri="{28A0092B-C50C-407E-A947-70E740481C1C}">
                <a14:useLocalDpi xmlns:a14="http://schemas.microsoft.com/office/drawing/2010/main" val="0"/>
              </a:ext>
            </a:extLst>
          </a:blip>
          <a:stretch>
            <a:fillRect/>
          </a:stretch>
        </p:blipFill>
        <p:spPr>
          <a:xfrm>
            <a:off x="11183112" y="6355080"/>
            <a:ext cx="502920" cy="502920"/>
          </a:xfrm>
          <a:prstGeom prst="rect">
            <a:avLst/>
          </a:prstGeom>
        </p:spPr>
      </p:pic>
    </p:spTree>
    <p:extLst>
      <p:ext uri="{BB962C8B-B14F-4D97-AF65-F5344CB8AC3E}">
        <p14:creationId xmlns:p14="http://schemas.microsoft.com/office/powerpoint/2010/main" val="2498343549"/>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 id="2147484058" r:id="rId20"/>
    <p:sldLayoutId id="2147484059" r:id="rId21"/>
    <p:sldLayoutId id="2147484060" r:id="rId22"/>
    <p:sldLayoutId id="2147484061" r:id="rId23"/>
    <p:sldLayoutId id="2147484062" r:id="rId24"/>
    <p:sldLayoutId id="2147484063" r:id="rId25"/>
    <p:sldLayoutId id="2147484064" r:id="rId26"/>
    <p:sldLayoutId id="2147484065" r:id="rId27"/>
    <p:sldLayoutId id="2147484066" r:id="rId28"/>
    <p:sldLayoutId id="2147484067" r:id="rId29"/>
    <p:sldLayoutId id="2147484068" r:id="rId30"/>
    <p:sldLayoutId id="2147484069" r:id="rId31"/>
    <p:sldLayoutId id="2147484070" r:id="rId32"/>
    <p:sldLayoutId id="2147484071" r:id="rId33"/>
    <p:sldLayoutId id="2147484072" r:id="rId34"/>
    <p:sldLayoutId id="2147484073" r:id="rId35"/>
    <p:sldLayoutId id="2147484074" r:id="rId36"/>
    <p:sldLayoutId id="2147484075" r:id="rId37"/>
    <p:sldLayoutId id="2147484076" r:id="rId38"/>
    <p:sldLayoutId id="2147484077" r:id="rId39"/>
    <p:sldLayoutId id="2147484078" r:id="rId40"/>
    <p:sldLayoutId id="2147484079" r:id="rId41"/>
    <p:sldLayoutId id="2147484080" r:id="rId42"/>
    <p:sldLayoutId id="2147484081" r:id="rId43"/>
    <p:sldLayoutId id="2147484082" r:id="rId44"/>
    <p:sldLayoutId id="2147484083" r:id="rId45"/>
    <p:sldLayoutId id="2147484084" r:id="rId46"/>
    <p:sldLayoutId id="2147484085" r:id="rId47"/>
    <p:sldLayoutId id="2147484086" r:id="rId48"/>
    <p:sldLayoutId id="2147484087" r:id="rId49"/>
    <p:sldLayoutId id="2147484088" r:id="rId50"/>
    <p:sldLayoutId id="2147484089" r:id="rId51"/>
    <p:sldLayoutId id="2147484090" r:id="rId52"/>
    <p:sldLayoutId id="2147484091" r:id="rId53"/>
    <p:sldLayoutId id="2147484092" r:id="rId54"/>
    <p:sldLayoutId id="2147484093" r:id="rId55"/>
    <p:sldLayoutId id="2147484094" r:id="rId56"/>
    <p:sldLayoutId id="2147484095" r:id="rId57"/>
    <p:sldLayoutId id="2147484096" r:id="rId58"/>
    <p:sldLayoutId id="2147484097" r:id="rId59"/>
    <p:sldLayoutId id="2147484098" r:id="rId60"/>
    <p:sldLayoutId id="2147484099" r:id="rId61"/>
    <p:sldLayoutId id="2147484100" r:id="rId62"/>
    <p:sldLayoutId id="2147484101" r:id="rId63"/>
    <p:sldLayoutId id="2147484102" r:id="rId64"/>
    <p:sldLayoutId id="2147484103" r:id="rId65"/>
    <p:sldLayoutId id="2147484104" r:id="rId66"/>
    <p:sldLayoutId id="2147484105" r:id="rId67"/>
    <p:sldLayoutId id="2147484106" r:id="rId68"/>
    <p:sldLayoutId id="2147484107" r:id="rId69"/>
    <p:sldLayoutId id="2147484108" r:id="rId70"/>
    <p:sldLayoutId id="2147484109" r:id="rId71"/>
    <p:sldLayoutId id="2147484110" r:id="rId72"/>
    <p:sldLayoutId id="2147484111" r:id="rId7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800" b="0" i="0" kern="1200">
          <a:solidFill>
            <a:schemeClr val="tx1"/>
          </a:solidFill>
          <a:latin typeface="+mn-lt"/>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800" b="0" i="0" kern="1200">
          <a:solidFill>
            <a:schemeClr val="tx1"/>
          </a:solidFill>
          <a:latin typeface="+mn-lt"/>
          <a:ea typeface="+mn-ea"/>
          <a:cs typeface="Oracle Sans Tab"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kern="1200">
          <a:solidFill>
            <a:schemeClr val="tx1"/>
          </a:solidFill>
          <a:latin typeface="Oracle Sans Tab Light" panose="020B0403020204020204" pitchFamily="34" charset="0"/>
          <a:ea typeface="+mn-ea"/>
          <a:cs typeface="Oracle Sans Tab Light" panose="020B04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400" kern="1200">
          <a:solidFill>
            <a:schemeClr val="tx1"/>
          </a:solidFill>
          <a:latin typeface="Oracle Sans Tab Light" panose="020B0403020204020204" pitchFamily="34" charset="0"/>
          <a:ea typeface="+mn-ea"/>
          <a:cs typeface="Oracle Sans Tab Light" panose="020B04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200" kern="1200">
          <a:solidFill>
            <a:schemeClr val="tx1"/>
          </a:solidFill>
          <a:latin typeface="Oracle Sans Tab Light" panose="020B0403020204020204" pitchFamily="34" charset="0"/>
          <a:ea typeface="+mn-ea"/>
          <a:cs typeface="Oracle Sans Tab Light" panose="020B04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6pPr>
      <a:lvl7pPr marL="1280160" indent="-182880" algn="l" defTabSz="914400" rtl="0" eaLnBrk="1" latinLnBrk="0" hangingPunct="1">
        <a:lnSpc>
          <a:spcPct val="95000"/>
        </a:lnSpc>
        <a:spcBef>
          <a:spcPts val="400"/>
        </a:spcBef>
        <a:spcAft>
          <a:spcPts val="0"/>
        </a:spcAft>
        <a:buFont typeface="Arial" panose="020B0604020202020204" pitchFamily="34" charset="0"/>
        <a:buChar char="•"/>
        <a:defRPr sz="1200" b="0" i="0" kern="1200">
          <a:solidFill>
            <a:schemeClr val="tx1"/>
          </a:solidFill>
          <a:latin typeface="Oracle Sans Light" panose="020B0403020204020204" pitchFamily="34" charset="0"/>
          <a:ea typeface="+mn-ea"/>
          <a:cs typeface="Oracle Sans Light" panose="020B04030202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1008">
          <p15:clr>
            <a:srgbClr val="F26B43"/>
          </p15:clr>
        </p15:guide>
        <p15:guide id="12" orient="horz" pos="3852">
          <p15:clr>
            <a:srgbClr val="F26B43"/>
          </p15:clr>
        </p15:guide>
        <p15:guide id="13" pos="480">
          <p15:clr>
            <a:srgbClr val="F26B43"/>
          </p15:clr>
        </p15:guide>
        <p15:guide id="14" orient="horz" pos="795">
          <p15:clr>
            <a:srgbClr val="F26B43"/>
          </p15:clr>
        </p15:guide>
        <p15:guide id="15" orient="horz" pos="590">
          <p15:clr>
            <a:srgbClr val="F26B43"/>
          </p15:clr>
        </p15:guide>
        <p15:guide id="16" pos="72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58.xml"/><Relationship Id="rId4" Type="http://schemas.openxmlformats.org/officeDocument/2006/relationships/image" Target="../media/image38.jpeg"/></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hyperlink" Target="https://livelabs.oracle.com/ords/r/dbpm/livelabs/view-workshop?wid=4041&amp;clear=RR,180&amp;session=105837516613556" TargetMode="External"/><Relationship Id="rId2" Type="http://schemas.openxmlformats.org/officeDocument/2006/relationships/hyperlink" Target="https://blogs.oracle.com/cloud-infrastructure/replacing-aws-step-functions" TargetMode="External"/><Relationship Id="rId1" Type="http://schemas.openxmlformats.org/officeDocument/2006/relationships/slideLayout" Target="../slideLayouts/slideLayout9.xml"/><Relationship Id="rId5" Type="http://schemas.openxmlformats.org/officeDocument/2006/relationships/image" Target="../media/image38.jpe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hyperlink" Target="https://www.oracle.com/integration/" TargetMode="External"/><Relationship Id="rId2" Type="http://schemas.openxmlformats.org/officeDocument/2006/relationships/notesSlide" Target="../notesSlides/notesSlide7.xml"/><Relationship Id="rId1" Type="http://schemas.openxmlformats.org/officeDocument/2006/relationships/slideLayout" Target="../slideLayouts/slideLayout57.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08EB-1D99-4634-80B7-73BE3C202CBC}"/>
              </a:ext>
            </a:extLst>
          </p:cNvPr>
          <p:cNvSpPr>
            <a:spLocks noGrp="1"/>
          </p:cNvSpPr>
          <p:nvPr>
            <p:ph type="ctrTitle"/>
          </p:nvPr>
        </p:nvSpPr>
        <p:spPr/>
        <p:txBody>
          <a:bodyPr/>
          <a:lstStyle/>
          <a:p>
            <a:r>
              <a:rPr lang="en-US" dirty="0"/>
              <a:t>Microservices Orchestration and Workflows</a:t>
            </a:r>
          </a:p>
        </p:txBody>
      </p:sp>
      <p:sp>
        <p:nvSpPr>
          <p:cNvPr id="3" name="Text Placeholder 2">
            <a:extLst>
              <a:ext uri="{FF2B5EF4-FFF2-40B4-BE49-F238E27FC236}">
                <a16:creationId xmlns:a16="http://schemas.microsoft.com/office/drawing/2014/main" id="{B5A36C32-79E2-4602-953B-6295D44AB632}"/>
              </a:ext>
            </a:extLst>
          </p:cNvPr>
          <p:cNvSpPr>
            <a:spLocks noGrp="1"/>
          </p:cNvSpPr>
          <p:nvPr>
            <p:ph type="body" sz="quarter" idx="33"/>
          </p:nvPr>
        </p:nvSpPr>
        <p:spPr/>
        <p:txBody>
          <a:bodyPr vert="horz" lIns="0" tIns="0" rIns="0" bIns="0" rtlCol="0" anchor="t">
            <a:noAutofit/>
          </a:bodyPr>
          <a:lstStyle/>
          <a:p>
            <a:r>
              <a:rPr lang="en-US" dirty="0">
                <a:cs typeface="Oracle Sans Tab"/>
              </a:rPr>
              <a:t>AWS Step Functions vs OIC - HL Comparison</a:t>
            </a:r>
          </a:p>
        </p:txBody>
      </p:sp>
      <p:sp>
        <p:nvSpPr>
          <p:cNvPr id="4" name="Text Placeholder 3">
            <a:extLst>
              <a:ext uri="{FF2B5EF4-FFF2-40B4-BE49-F238E27FC236}">
                <a16:creationId xmlns:a16="http://schemas.microsoft.com/office/drawing/2014/main" id="{58002F07-F47E-41EB-939B-67D8313EDF67}"/>
              </a:ext>
            </a:extLst>
          </p:cNvPr>
          <p:cNvSpPr>
            <a:spLocks noGrp="1"/>
          </p:cNvSpPr>
          <p:nvPr>
            <p:ph type="body" sz="quarter" idx="35"/>
          </p:nvPr>
        </p:nvSpPr>
        <p:spPr/>
        <p:txBody>
          <a:bodyPr/>
          <a:lstStyle/>
          <a:p>
            <a:r>
              <a:rPr lang="en-US" dirty="0"/>
              <a:t>Contributors</a:t>
            </a:r>
          </a:p>
        </p:txBody>
      </p:sp>
      <p:sp>
        <p:nvSpPr>
          <p:cNvPr id="5" name="Text Placeholder 4">
            <a:extLst>
              <a:ext uri="{FF2B5EF4-FFF2-40B4-BE49-F238E27FC236}">
                <a16:creationId xmlns:a16="http://schemas.microsoft.com/office/drawing/2014/main" id="{4A5DF299-2024-446B-B0E7-CFF5ACBD7CA1}"/>
              </a:ext>
            </a:extLst>
          </p:cNvPr>
          <p:cNvSpPr>
            <a:spLocks noGrp="1"/>
          </p:cNvSpPr>
          <p:nvPr>
            <p:ph type="body" sz="quarter" idx="34"/>
          </p:nvPr>
        </p:nvSpPr>
        <p:spPr>
          <a:xfrm>
            <a:off x="1018028" y="4883188"/>
            <a:ext cx="10325963" cy="895181"/>
          </a:xfrm>
        </p:spPr>
        <p:txBody>
          <a:bodyPr/>
          <a:lstStyle/>
          <a:p>
            <a:r>
              <a:rPr lang="en-US" dirty="0"/>
              <a:t>Peter Obert  – AI and App Integration, API Mgmt. and Process Automation Black Belt</a:t>
            </a:r>
          </a:p>
          <a:p>
            <a:r>
              <a:rPr lang="en-US" dirty="0"/>
              <a:t>EMEA TE</a:t>
            </a:r>
          </a:p>
          <a:p>
            <a:r>
              <a:rPr lang="en-US" dirty="0"/>
              <a:t>Apr 2026</a:t>
            </a:r>
          </a:p>
        </p:txBody>
      </p:sp>
    </p:spTree>
    <p:extLst>
      <p:ext uri="{BB962C8B-B14F-4D97-AF65-F5344CB8AC3E}">
        <p14:creationId xmlns:p14="http://schemas.microsoft.com/office/powerpoint/2010/main" val="345273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868-2E3B-96EF-C46D-7503A42E78CB}"/>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6114F1C-64BE-8875-7F73-0C5E05B121B0}"/>
              </a:ext>
            </a:extLst>
          </p:cNvPr>
          <p:cNvSpPr>
            <a:spLocks noGrp="1"/>
          </p:cNvSpPr>
          <p:nvPr>
            <p:ph type="sldNum" sz="quarter" idx="12"/>
          </p:nvPr>
        </p:nvSpPr>
        <p:spPr/>
        <p:txBody>
          <a:bodyPr/>
          <a:lstStyle/>
          <a:p>
            <a:fld id="{345D60D9-5372-5F40-9443-0F9AE5BDC3C8}" type="slidenum">
              <a:rPr lang="en-US" smtClean="0"/>
              <a:pPr/>
              <a:t>2</a:t>
            </a:fld>
            <a:endParaRPr lang="en-US" dirty="0"/>
          </a:p>
        </p:txBody>
      </p:sp>
      <p:sp>
        <p:nvSpPr>
          <p:cNvPr id="4" name="Footer Placeholder 3">
            <a:extLst>
              <a:ext uri="{FF2B5EF4-FFF2-40B4-BE49-F238E27FC236}">
                <a16:creationId xmlns:a16="http://schemas.microsoft.com/office/drawing/2014/main" id="{4ED425B0-C051-DDF7-4892-862F30DFA4CC}"/>
              </a:ext>
            </a:extLst>
          </p:cNvPr>
          <p:cNvSpPr>
            <a:spLocks noGrp="1"/>
          </p:cNvSpPr>
          <p:nvPr>
            <p:ph type="ftr" sz="quarter" idx="11"/>
          </p:nvPr>
        </p:nvSpPr>
        <p:spPr/>
        <p:txBody>
          <a:bodyPr/>
          <a:lstStyle/>
          <a:p>
            <a:r>
              <a:rPr lang="en-US" dirty="0"/>
              <a:t>Copyright © 2025, Oracle and/or its affiliates</a:t>
            </a:r>
          </a:p>
        </p:txBody>
      </p:sp>
      <p:sp>
        <p:nvSpPr>
          <p:cNvPr id="5" name="Date Placeholder 4">
            <a:extLst>
              <a:ext uri="{FF2B5EF4-FFF2-40B4-BE49-F238E27FC236}">
                <a16:creationId xmlns:a16="http://schemas.microsoft.com/office/drawing/2014/main" id="{ECD1A6C5-3DBD-6523-7069-94EFFCE40347}"/>
              </a:ext>
            </a:extLst>
          </p:cNvPr>
          <p:cNvSpPr>
            <a:spLocks noGrp="1"/>
          </p:cNvSpPr>
          <p:nvPr>
            <p:ph type="dt" sz="half" idx="10"/>
          </p:nvPr>
        </p:nvSpPr>
        <p:spPr/>
        <p:txBody>
          <a:bodyPr/>
          <a:lstStyle/>
          <a:p>
            <a:r>
              <a:rPr lang="en-US"/>
              <a:t>[Date]</a:t>
            </a:r>
            <a:endParaRPr lang="en-US" dirty="0"/>
          </a:p>
        </p:txBody>
      </p:sp>
    </p:spTree>
    <p:extLst>
      <p:ext uri="{BB962C8B-B14F-4D97-AF65-F5344CB8AC3E}">
        <p14:creationId xmlns:p14="http://schemas.microsoft.com/office/powerpoint/2010/main" val="408206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p15="http://schemas.microsoft.com/office/powerpoint/2012/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04800"/>
            <a:ext cx="10972800" cy="731520"/>
          </a:xfrm>
          <a:prstGeom prst="rect">
            <a:avLst/>
          </a:prstGeom>
          <a:noFill/>
          <a:ln/>
        </p:spPr>
        <p:txBody>
          <a:bodyPr wrap="square" lIns="0" tIns="0" rIns="0" bIns="0" rtlCol="0" anchor="ctr"/>
          <a:lstStyle/>
          <a:p>
            <a:r>
              <a:rPr lang="en-US" sz="4000" b="1" dirty="0">
                <a:solidFill>
                  <a:srgbClr val="1B2A4A"/>
                </a:solidFill>
                <a:latin typeface="Calibri" pitchFamily="34" charset="0"/>
                <a:ea typeface="Calibri" pitchFamily="34" charset="-122"/>
                <a:cs typeface="Calibri" pitchFamily="34" charset="-120"/>
              </a:rPr>
              <a:t>Overview</a:t>
            </a:r>
            <a:endParaRPr lang="en-US" sz="4000" dirty="0"/>
          </a:p>
        </p:txBody>
      </p:sp>
      <p:sp>
        <p:nvSpPr>
          <p:cNvPr id="3" name="Text 1"/>
          <p:cNvSpPr/>
          <p:nvPr/>
        </p:nvSpPr>
        <p:spPr>
          <a:xfrm>
            <a:off x="609600" y="1036320"/>
            <a:ext cx="10972800" cy="426720"/>
          </a:xfrm>
          <a:prstGeom prst="rect">
            <a:avLst/>
          </a:prstGeom>
          <a:noFill/>
          <a:ln/>
        </p:spPr>
        <p:txBody>
          <a:bodyPr wrap="square" lIns="0" tIns="0" rIns="0" bIns="0" rtlCol="0" anchor="ctr"/>
          <a:lstStyle/>
          <a:p>
            <a:r>
              <a:rPr lang="en-US" sz="1867" i="1" dirty="0">
                <a:solidFill>
                  <a:srgbClr val="64748B"/>
                </a:solidFill>
                <a:latin typeface="Calibri" pitchFamily="34" charset="0"/>
                <a:ea typeface="Calibri" pitchFamily="34" charset="-122"/>
                <a:cs typeface="Calibri" pitchFamily="34" charset="-120"/>
              </a:rPr>
              <a:t>Both tools orchestrate workflows — but serve very different purposes</a:t>
            </a:r>
            <a:endParaRPr lang="en-US" sz="1867" dirty="0"/>
          </a:p>
        </p:txBody>
      </p:sp>
      <p:sp>
        <p:nvSpPr>
          <p:cNvPr id="4" name="Shape 2"/>
          <p:cNvSpPr/>
          <p:nvPr/>
        </p:nvSpPr>
        <p:spPr>
          <a:xfrm>
            <a:off x="487680" y="1584960"/>
            <a:ext cx="5364480" cy="438912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5" name="Shape 3"/>
          <p:cNvSpPr/>
          <p:nvPr/>
        </p:nvSpPr>
        <p:spPr>
          <a:xfrm>
            <a:off x="487680" y="1584960"/>
            <a:ext cx="5364480" cy="97536"/>
          </a:xfrm>
          <a:prstGeom prst="rect">
            <a:avLst/>
          </a:prstGeom>
          <a:solidFill>
            <a:srgbClr val="FF9900"/>
          </a:solidFill>
          <a:ln w="12700">
            <a:solidFill>
              <a:srgbClr val="FF9900"/>
            </a:solidFill>
            <a:prstDash val="solid"/>
          </a:ln>
        </p:spPr>
      </p:sp>
      <p:sp>
        <p:nvSpPr>
          <p:cNvPr id="6" name="Text 4"/>
          <p:cNvSpPr/>
          <p:nvPr/>
        </p:nvSpPr>
        <p:spPr>
          <a:xfrm>
            <a:off x="609600" y="1731264"/>
            <a:ext cx="5120640" cy="487680"/>
          </a:xfrm>
          <a:prstGeom prst="rect">
            <a:avLst/>
          </a:prstGeom>
          <a:noFill/>
          <a:ln/>
        </p:spPr>
        <p:txBody>
          <a:bodyPr wrap="square" lIns="0" tIns="0" rIns="0" bIns="0" rtlCol="0" anchor="ctr"/>
          <a:lstStyle/>
          <a:p>
            <a:r>
              <a:rPr lang="en-US" sz="2133" b="1" dirty="0">
                <a:solidFill>
                  <a:srgbClr val="1B2A4A"/>
                </a:solidFill>
                <a:latin typeface="Calibri" pitchFamily="34" charset="0"/>
                <a:ea typeface="Calibri" pitchFamily="34" charset="-122"/>
                <a:cs typeface="Calibri" pitchFamily="34" charset="-120"/>
              </a:rPr>
              <a:t>AWS Step Functions</a:t>
            </a:r>
            <a:endParaRPr lang="en-US" sz="2133" dirty="0"/>
          </a:p>
        </p:txBody>
      </p:sp>
      <p:sp>
        <p:nvSpPr>
          <p:cNvPr id="7" name="Text 5"/>
          <p:cNvSpPr/>
          <p:nvPr/>
        </p:nvSpPr>
        <p:spPr>
          <a:xfrm>
            <a:off x="670560" y="2316480"/>
            <a:ext cx="4998720" cy="3535680"/>
          </a:xfrm>
          <a:prstGeom prst="rect">
            <a:avLst/>
          </a:prstGeom>
          <a:noFill/>
          <a:ln/>
        </p:spPr>
        <p:txBody>
          <a:bodyPr wrap="square" rtlCol="0" anchor="ctr"/>
          <a:lstStyle/>
          <a:p>
            <a:r>
              <a:rPr lang="en-US" sz="1733" dirty="0">
                <a:solidFill>
                  <a:srgbClr val="1E293B"/>
                </a:solidFill>
                <a:latin typeface="Calibri" pitchFamily="34" charset="0"/>
                <a:ea typeface="Calibri" pitchFamily="34" charset="-122"/>
                <a:cs typeface="Calibri" pitchFamily="34" charset="-120"/>
              </a:rPr>
              <a:t>A serverless orchestration service designed to manage workflows between AWS services using JSON-based state machines.</a:t>
            </a:r>
            <a:endParaRPr lang="en-US" sz="1733" dirty="0"/>
          </a:p>
          <a:p>
            <a:endParaRPr lang="en-US" sz="1733" dirty="0"/>
          </a:p>
          <a:p>
            <a:r>
              <a:rPr lang="en-US" sz="1733" b="1" dirty="0">
                <a:solidFill>
                  <a:srgbClr val="1E293B"/>
                </a:solidFill>
                <a:latin typeface="Calibri" pitchFamily="34" charset="0"/>
                <a:ea typeface="Calibri" pitchFamily="34" charset="-122"/>
                <a:cs typeface="Calibri" pitchFamily="34" charset="-120"/>
              </a:rPr>
              <a:t>Key characteristics:</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Native to AWS ecosystem</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Code-heavy (ASL/JSON)</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Highly scalable</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Ideal for microservices architectures</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Per state transition pricing</a:t>
            </a:r>
            <a:endParaRPr lang="en-US" sz="1733" dirty="0"/>
          </a:p>
        </p:txBody>
      </p:sp>
      <p:sp>
        <p:nvSpPr>
          <p:cNvPr id="8" name="Shape 6"/>
          <p:cNvSpPr/>
          <p:nvPr/>
        </p:nvSpPr>
        <p:spPr>
          <a:xfrm>
            <a:off x="6339840" y="1584960"/>
            <a:ext cx="5364480" cy="438912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9" name="Shape 7"/>
          <p:cNvSpPr/>
          <p:nvPr/>
        </p:nvSpPr>
        <p:spPr>
          <a:xfrm>
            <a:off x="6339840" y="1584960"/>
            <a:ext cx="5364480" cy="97536"/>
          </a:xfrm>
          <a:prstGeom prst="rect">
            <a:avLst/>
          </a:prstGeom>
          <a:solidFill>
            <a:srgbClr val="C74634"/>
          </a:solidFill>
          <a:ln w="12700">
            <a:solidFill>
              <a:srgbClr val="C74634"/>
            </a:solidFill>
            <a:prstDash val="solid"/>
          </a:ln>
        </p:spPr>
      </p:sp>
      <p:sp>
        <p:nvSpPr>
          <p:cNvPr id="10" name="Text 8"/>
          <p:cNvSpPr/>
          <p:nvPr/>
        </p:nvSpPr>
        <p:spPr>
          <a:xfrm>
            <a:off x="6461760" y="1731264"/>
            <a:ext cx="5120640" cy="487680"/>
          </a:xfrm>
          <a:prstGeom prst="rect">
            <a:avLst/>
          </a:prstGeom>
          <a:noFill/>
          <a:ln/>
        </p:spPr>
        <p:txBody>
          <a:bodyPr wrap="square" lIns="0" tIns="0" rIns="0" bIns="0" rtlCol="0" anchor="ctr"/>
          <a:lstStyle/>
          <a:p>
            <a:r>
              <a:rPr lang="en-US" sz="2133" b="1" dirty="0">
                <a:solidFill>
                  <a:srgbClr val="1B2A4A"/>
                </a:solidFill>
                <a:latin typeface="Calibri" pitchFamily="34" charset="0"/>
                <a:ea typeface="Calibri" pitchFamily="34" charset="-122"/>
                <a:cs typeface="Calibri" pitchFamily="34" charset="-120"/>
              </a:rPr>
              <a:t>Oracle Integration Cloud (OIC)</a:t>
            </a:r>
            <a:endParaRPr lang="en-US" sz="2133" dirty="0"/>
          </a:p>
        </p:txBody>
      </p:sp>
      <p:sp>
        <p:nvSpPr>
          <p:cNvPr id="11" name="Text 9"/>
          <p:cNvSpPr/>
          <p:nvPr/>
        </p:nvSpPr>
        <p:spPr>
          <a:xfrm>
            <a:off x="6522720" y="2316480"/>
            <a:ext cx="4998720" cy="3535680"/>
          </a:xfrm>
          <a:prstGeom prst="rect">
            <a:avLst/>
          </a:prstGeom>
          <a:noFill/>
          <a:ln/>
        </p:spPr>
        <p:txBody>
          <a:bodyPr wrap="square" rtlCol="0" anchor="ctr"/>
          <a:lstStyle/>
          <a:p>
            <a:r>
              <a:rPr lang="en-US" sz="1733" dirty="0">
                <a:solidFill>
                  <a:srgbClr val="1E293B"/>
                </a:solidFill>
                <a:latin typeface="Calibri" pitchFamily="34" charset="0"/>
                <a:ea typeface="Calibri" pitchFamily="34" charset="-122"/>
                <a:cs typeface="Calibri" pitchFamily="34" charset="-120"/>
              </a:rPr>
              <a:t>A comprehensive Oracle Managed Serverless iPaaS connecting Oracle SaaS applications with on-premises or cloud systems.</a:t>
            </a:r>
            <a:endParaRPr lang="en-US" sz="1733" dirty="0"/>
          </a:p>
          <a:p>
            <a:endParaRPr lang="en-US" sz="1733" dirty="0"/>
          </a:p>
          <a:p>
            <a:r>
              <a:rPr lang="en-US" sz="1733" b="1" dirty="0">
                <a:solidFill>
                  <a:srgbClr val="1E293B"/>
                </a:solidFill>
                <a:latin typeface="Calibri" pitchFamily="34" charset="0"/>
                <a:ea typeface="Calibri" pitchFamily="34" charset="-122"/>
                <a:cs typeface="Calibri" pitchFamily="34" charset="-120"/>
              </a:rPr>
              <a:t>Key characteristics:</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Visual low-code / no-code interface</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Rich pre-built connectors</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Broader platform than Step Functions</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Supports B2B, hybrid cloud, AI orchestration</a:t>
            </a:r>
            <a:endParaRPr lang="en-US" sz="1733" dirty="0"/>
          </a:p>
          <a:p>
            <a:pPr marL="457189" indent="-457189">
              <a:buSzPct val="100000"/>
              <a:buChar char="•"/>
            </a:pPr>
            <a:r>
              <a:rPr lang="en-US" sz="1733" dirty="0">
                <a:solidFill>
                  <a:srgbClr val="1E293B"/>
                </a:solidFill>
                <a:latin typeface="Calibri" pitchFamily="34" charset="0"/>
                <a:ea typeface="Calibri" pitchFamily="34" charset="-122"/>
                <a:cs typeface="Calibri" pitchFamily="34" charset="-120"/>
              </a:rPr>
              <a:t>Per message/activity pricing</a:t>
            </a:r>
            <a:endParaRPr lang="en-US" sz="1733" dirty="0"/>
          </a:p>
        </p:txBody>
      </p:sp>
      <p:pic>
        <p:nvPicPr>
          <p:cNvPr id="1026" name="Picture 2" descr="Understanding AWS Step Functions: Types, Use Cases, and ...">
            <a:extLst>
              <a:ext uri="{FF2B5EF4-FFF2-40B4-BE49-F238E27FC236}">
                <a16:creationId xmlns:a16="http://schemas.microsoft.com/office/drawing/2014/main" id="{AB4545DF-6FA7-5675-6895-DC4F333FC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5410" y="1985679"/>
            <a:ext cx="1175416" cy="66160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stering Data Stitch in OIC: Assign, Append, and Remove | by Harsrita  Mishra | Medium">
            <a:extLst>
              <a:ext uri="{FF2B5EF4-FFF2-40B4-BE49-F238E27FC236}">
                <a16:creationId xmlns:a16="http://schemas.microsoft.com/office/drawing/2014/main" id="{65C99A9F-9545-A47C-2851-BB948B2EB3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23577" y="1715262"/>
            <a:ext cx="1319784" cy="10498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1158240"/>
            <a:ext cx="12192000" cy="73152"/>
          </a:xfrm>
          <a:prstGeom prst="rect">
            <a:avLst/>
          </a:prstGeom>
          <a:solidFill>
            <a:srgbClr val="FF9900"/>
          </a:solidFill>
          <a:ln w="12700">
            <a:solidFill>
              <a:srgbClr val="FF9900"/>
            </a:solidFill>
            <a:prstDash val="solid"/>
          </a:ln>
        </p:spPr>
      </p:sp>
      <p:sp>
        <p:nvSpPr>
          <p:cNvPr id="4" name="Text 2"/>
          <p:cNvSpPr/>
          <p:nvPr/>
        </p:nvSpPr>
        <p:spPr>
          <a:xfrm>
            <a:off x="487680" y="121920"/>
            <a:ext cx="11216640" cy="914400"/>
          </a:xfrm>
          <a:prstGeom prst="rect">
            <a:avLst/>
          </a:prstGeom>
          <a:noFill/>
          <a:ln/>
        </p:spPr>
        <p:txBody>
          <a:bodyPr wrap="square" lIns="0" tIns="0" rIns="0" bIns="0" rtlCol="0" anchor="ctr"/>
          <a:lstStyle/>
          <a:p>
            <a:endParaRPr lang="en-US" sz="3733" dirty="0"/>
          </a:p>
        </p:txBody>
      </p:sp>
      <p:sp>
        <p:nvSpPr>
          <p:cNvPr id="5" name="Shape 3"/>
          <p:cNvSpPr/>
          <p:nvPr/>
        </p:nvSpPr>
        <p:spPr>
          <a:xfrm>
            <a:off x="42672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6" name="Shape 4"/>
          <p:cNvSpPr/>
          <p:nvPr/>
        </p:nvSpPr>
        <p:spPr>
          <a:xfrm>
            <a:off x="426720" y="1463040"/>
            <a:ext cx="85344" cy="2072640"/>
          </a:xfrm>
          <a:prstGeom prst="rect">
            <a:avLst/>
          </a:prstGeom>
          <a:solidFill>
            <a:srgbClr val="FF9900"/>
          </a:solidFill>
          <a:ln w="12700">
            <a:solidFill>
              <a:srgbClr val="FF9900"/>
            </a:solidFill>
            <a:prstDash val="solid"/>
          </a:ln>
        </p:spPr>
      </p:sp>
      <p:sp>
        <p:nvSpPr>
          <p:cNvPr id="7" name="Text 5"/>
          <p:cNvSpPr/>
          <p:nvPr/>
        </p:nvSpPr>
        <p:spPr>
          <a:xfrm>
            <a:off x="60960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Serverless Orchestration</a:t>
            </a:r>
            <a:endParaRPr lang="en-US" sz="1733" dirty="0"/>
          </a:p>
        </p:txBody>
      </p:sp>
      <p:sp>
        <p:nvSpPr>
          <p:cNvPr id="8" name="Text 6"/>
          <p:cNvSpPr/>
          <p:nvPr/>
        </p:nvSpPr>
        <p:spPr>
          <a:xfrm>
            <a:off x="60960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Manages workflows between AWS services (Lambda, DynamoDB, SNS/SQS) without provisioning servers.</a:t>
            </a:r>
            <a:endParaRPr lang="en-US" sz="1533" dirty="0"/>
          </a:p>
        </p:txBody>
      </p:sp>
      <p:sp>
        <p:nvSpPr>
          <p:cNvPr id="9" name="Shape 7"/>
          <p:cNvSpPr/>
          <p:nvPr/>
        </p:nvSpPr>
        <p:spPr>
          <a:xfrm>
            <a:off x="426720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0" name="Shape 8"/>
          <p:cNvSpPr/>
          <p:nvPr/>
        </p:nvSpPr>
        <p:spPr>
          <a:xfrm>
            <a:off x="4267200" y="1463040"/>
            <a:ext cx="85344" cy="2072640"/>
          </a:xfrm>
          <a:prstGeom prst="rect">
            <a:avLst/>
          </a:prstGeom>
          <a:solidFill>
            <a:srgbClr val="FF9900"/>
          </a:solidFill>
          <a:ln w="12700">
            <a:solidFill>
              <a:srgbClr val="FF9900"/>
            </a:solidFill>
            <a:prstDash val="solid"/>
          </a:ln>
        </p:spPr>
      </p:sp>
      <p:sp>
        <p:nvSpPr>
          <p:cNvPr id="11" name="Text 9"/>
          <p:cNvSpPr/>
          <p:nvPr/>
        </p:nvSpPr>
        <p:spPr>
          <a:xfrm>
            <a:off x="445008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State Machine (ASL/JSON)</a:t>
            </a:r>
            <a:endParaRPr lang="en-US" sz="1733" dirty="0"/>
          </a:p>
        </p:txBody>
      </p:sp>
      <p:sp>
        <p:nvSpPr>
          <p:cNvPr id="12" name="Text 10"/>
          <p:cNvSpPr/>
          <p:nvPr/>
        </p:nvSpPr>
        <p:spPr>
          <a:xfrm>
            <a:off x="445008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Workflows defined in Amazon States Language — a JSON-based declarative syntax for complex conditional logic.</a:t>
            </a:r>
            <a:endParaRPr lang="en-US" sz="1533" dirty="0"/>
          </a:p>
        </p:txBody>
      </p:sp>
      <p:sp>
        <p:nvSpPr>
          <p:cNvPr id="13" name="Shape 11"/>
          <p:cNvSpPr/>
          <p:nvPr/>
        </p:nvSpPr>
        <p:spPr>
          <a:xfrm>
            <a:off x="810768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4" name="Shape 12"/>
          <p:cNvSpPr/>
          <p:nvPr/>
        </p:nvSpPr>
        <p:spPr>
          <a:xfrm>
            <a:off x="8107680" y="1463040"/>
            <a:ext cx="85344" cy="2072640"/>
          </a:xfrm>
          <a:prstGeom prst="rect">
            <a:avLst/>
          </a:prstGeom>
          <a:solidFill>
            <a:srgbClr val="FF9900"/>
          </a:solidFill>
          <a:ln w="12700">
            <a:solidFill>
              <a:srgbClr val="FF9900"/>
            </a:solidFill>
            <a:prstDash val="solid"/>
          </a:ln>
        </p:spPr>
      </p:sp>
      <p:sp>
        <p:nvSpPr>
          <p:cNvPr id="15" name="Text 13"/>
          <p:cNvSpPr/>
          <p:nvPr/>
        </p:nvSpPr>
        <p:spPr>
          <a:xfrm>
            <a:off x="829056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AWS Native</a:t>
            </a:r>
            <a:endParaRPr lang="en-US" sz="1733" dirty="0"/>
          </a:p>
        </p:txBody>
      </p:sp>
      <p:sp>
        <p:nvSpPr>
          <p:cNvPr id="16" name="Text 14"/>
          <p:cNvSpPr/>
          <p:nvPr/>
        </p:nvSpPr>
        <p:spPr>
          <a:xfrm>
            <a:off x="829056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Deep integration with the full AWS service catalog including S3, ECS, Glue, Bedrock and more.</a:t>
            </a:r>
            <a:endParaRPr lang="en-US" sz="1533" dirty="0"/>
          </a:p>
        </p:txBody>
      </p:sp>
      <p:sp>
        <p:nvSpPr>
          <p:cNvPr id="17" name="Shape 15"/>
          <p:cNvSpPr/>
          <p:nvPr/>
        </p:nvSpPr>
        <p:spPr>
          <a:xfrm>
            <a:off x="42672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8" name="Shape 16"/>
          <p:cNvSpPr/>
          <p:nvPr/>
        </p:nvSpPr>
        <p:spPr>
          <a:xfrm>
            <a:off x="426720" y="3755136"/>
            <a:ext cx="85344" cy="2072640"/>
          </a:xfrm>
          <a:prstGeom prst="rect">
            <a:avLst/>
          </a:prstGeom>
          <a:solidFill>
            <a:srgbClr val="FF9900"/>
          </a:solidFill>
          <a:ln w="12700">
            <a:solidFill>
              <a:srgbClr val="FF9900"/>
            </a:solidFill>
            <a:prstDash val="solid"/>
          </a:ln>
        </p:spPr>
      </p:sp>
      <p:sp>
        <p:nvSpPr>
          <p:cNvPr id="19" name="Text 17"/>
          <p:cNvSpPr/>
          <p:nvPr/>
        </p:nvSpPr>
        <p:spPr>
          <a:xfrm>
            <a:off x="60960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Standard &amp; Express Workflows</a:t>
            </a:r>
            <a:endParaRPr lang="en-US" sz="1733" dirty="0"/>
          </a:p>
        </p:txBody>
      </p:sp>
      <p:sp>
        <p:nvSpPr>
          <p:cNvPr id="20" name="Text 18"/>
          <p:cNvSpPr/>
          <p:nvPr/>
        </p:nvSpPr>
        <p:spPr>
          <a:xfrm>
            <a:off x="60960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Standard: long-running, auditable. Express: high-volume, short-duration event processing.</a:t>
            </a:r>
            <a:endParaRPr lang="en-US" sz="1533" dirty="0"/>
          </a:p>
        </p:txBody>
      </p:sp>
      <p:sp>
        <p:nvSpPr>
          <p:cNvPr id="21" name="Shape 19"/>
          <p:cNvSpPr/>
          <p:nvPr/>
        </p:nvSpPr>
        <p:spPr>
          <a:xfrm>
            <a:off x="426720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22" name="Shape 20"/>
          <p:cNvSpPr/>
          <p:nvPr/>
        </p:nvSpPr>
        <p:spPr>
          <a:xfrm>
            <a:off x="4267200" y="3755136"/>
            <a:ext cx="85344" cy="2072640"/>
          </a:xfrm>
          <a:prstGeom prst="rect">
            <a:avLst/>
          </a:prstGeom>
          <a:solidFill>
            <a:srgbClr val="FF9900"/>
          </a:solidFill>
          <a:ln w="12700">
            <a:solidFill>
              <a:srgbClr val="FF9900"/>
            </a:solidFill>
            <a:prstDash val="solid"/>
          </a:ln>
        </p:spPr>
      </p:sp>
      <p:sp>
        <p:nvSpPr>
          <p:cNvPr id="23" name="Text 21"/>
          <p:cNvSpPr/>
          <p:nvPr/>
        </p:nvSpPr>
        <p:spPr>
          <a:xfrm>
            <a:off x="445008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High Scalability</a:t>
            </a:r>
            <a:endParaRPr lang="en-US" sz="1733" dirty="0"/>
          </a:p>
        </p:txBody>
      </p:sp>
      <p:sp>
        <p:nvSpPr>
          <p:cNvPr id="24" name="Text 22"/>
          <p:cNvSpPr/>
          <p:nvPr/>
        </p:nvSpPr>
        <p:spPr>
          <a:xfrm>
            <a:off x="445008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Auto-scales to handle thousands of concurrent executions; suited for high-volume microservices.</a:t>
            </a:r>
            <a:endParaRPr lang="en-US" sz="1533" dirty="0"/>
          </a:p>
        </p:txBody>
      </p:sp>
      <p:sp>
        <p:nvSpPr>
          <p:cNvPr id="25" name="Shape 23"/>
          <p:cNvSpPr/>
          <p:nvPr/>
        </p:nvSpPr>
        <p:spPr>
          <a:xfrm>
            <a:off x="810768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26" name="Shape 24"/>
          <p:cNvSpPr/>
          <p:nvPr/>
        </p:nvSpPr>
        <p:spPr>
          <a:xfrm>
            <a:off x="8107680" y="3755136"/>
            <a:ext cx="85344" cy="2072640"/>
          </a:xfrm>
          <a:prstGeom prst="rect">
            <a:avLst/>
          </a:prstGeom>
          <a:solidFill>
            <a:srgbClr val="FF9900"/>
          </a:solidFill>
          <a:ln w="12700">
            <a:solidFill>
              <a:srgbClr val="FF9900"/>
            </a:solidFill>
            <a:prstDash val="solid"/>
          </a:ln>
        </p:spPr>
      </p:sp>
      <p:sp>
        <p:nvSpPr>
          <p:cNvPr id="27" name="Text 25"/>
          <p:cNvSpPr/>
          <p:nvPr/>
        </p:nvSpPr>
        <p:spPr>
          <a:xfrm>
            <a:off x="829056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Developer-Focused</a:t>
            </a:r>
            <a:endParaRPr lang="en-US" sz="1733" dirty="0"/>
          </a:p>
        </p:txBody>
      </p:sp>
      <p:sp>
        <p:nvSpPr>
          <p:cNvPr id="28" name="Text 26"/>
          <p:cNvSpPr/>
          <p:nvPr/>
        </p:nvSpPr>
        <p:spPr>
          <a:xfrm>
            <a:off x="829056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Moderate learning curve requiring knowledge of ASL/JSON. Code-heavy, best for engineering teams.</a:t>
            </a:r>
            <a:endParaRPr lang="en-US" sz="1533" dirty="0"/>
          </a:p>
        </p:txBody>
      </p:sp>
      <p:sp>
        <p:nvSpPr>
          <p:cNvPr id="29" name="Title 28">
            <a:extLst>
              <a:ext uri="{FF2B5EF4-FFF2-40B4-BE49-F238E27FC236}">
                <a16:creationId xmlns:a16="http://schemas.microsoft.com/office/drawing/2014/main" id="{01D162C0-F58E-183E-71CB-0BC3552B402E}"/>
              </a:ext>
            </a:extLst>
          </p:cNvPr>
          <p:cNvSpPr>
            <a:spLocks noGrp="1"/>
          </p:cNvSpPr>
          <p:nvPr>
            <p:ph type="title"/>
          </p:nvPr>
        </p:nvSpPr>
        <p:spPr/>
        <p:txBody>
          <a:bodyPr/>
          <a:lstStyle/>
          <a:p>
            <a:r>
              <a:rPr lang="en-US" sz="2800" b="1" dirty="0">
                <a:latin typeface="Calibri" pitchFamily="34" charset="0"/>
                <a:ea typeface="Calibri" pitchFamily="34" charset="-122"/>
                <a:cs typeface="Calibri" pitchFamily="34" charset="-120"/>
              </a:rPr>
              <a:t>AWS Step Functions</a:t>
            </a:r>
            <a:endParaRPr lang="en-US" sz="2800" dirty="0"/>
          </a:p>
        </p:txBody>
      </p:sp>
      <p:pic>
        <p:nvPicPr>
          <p:cNvPr id="2" name="Picture 2" descr="Understanding AWS Step Functions: Types, Use Cases, and ...">
            <a:extLst>
              <a:ext uri="{FF2B5EF4-FFF2-40B4-BE49-F238E27FC236}">
                <a16:creationId xmlns:a16="http://schemas.microsoft.com/office/drawing/2014/main" id="{D21826D1-CD38-0F7F-DD8C-5F9342D3E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3942" y="390197"/>
            <a:ext cx="1175416" cy="6616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1158240"/>
            <a:ext cx="12192000" cy="73152"/>
          </a:xfrm>
          <a:prstGeom prst="rect">
            <a:avLst/>
          </a:prstGeom>
          <a:solidFill>
            <a:srgbClr val="C74634"/>
          </a:solidFill>
          <a:ln w="12700">
            <a:solidFill>
              <a:srgbClr val="C74634"/>
            </a:solidFill>
            <a:prstDash val="solid"/>
          </a:ln>
        </p:spPr>
      </p:sp>
      <p:sp>
        <p:nvSpPr>
          <p:cNvPr id="4" name="Text 2"/>
          <p:cNvSpPr/>
          <p:nvPr/>
        </p:nvSpPr>
        <p:spPr>
          <a:xfrm>
            <a:off x="487680" y="121920"/>
            <a:ext cx="11216640" cy="914400"/>
          </a:xfrm>
          <a:prstGeom prst="rect">
            <a:avLst/>
          </a:prstGeom>
          <a:noFill/>
          <a:ln/>
        </p:spPr>
        <p:txBody>
          <a:bodyPr wrap="square" lIns="0" tIns="0" rIns="0" bIns="0" rtlCol="0" anchor="ctr"/>
          <a:lstStyle/>
          <a:p>
            <a:endParaRPr lang="en-US" sz="3733" dirty="0"/>
          </a:p>
        </p:txBody>
      </p:sp>
      <p:sp>
        <p:nvSpPr>
          <p:cNvPr id="5" name="Shape 3"/>
          <p:cNvSpPr/>
          <p:nvPr/>
        </p:nvSpPr>
        <p:spPr>
          <a:xfrm>
            <a:off x="42672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6" name="Shape 4"/>
          <p:cNvSpPr/>
          <p:nvPr/>
        </p:nvSpPr>
        <p:spPr>
          <a:xfrm>
            <a:off x="426720" y="1463040"/>
            <a:ext cx="85344" cy="2072640"/>
          </a:xfrm>
          <a:prstGeom prst="rect">
            <a:avLst/>
          </a:prstGeom>
          <a:solidFill>
            <a:srgbClr val="C74634"/>
          </a:solidFill>
          <a:ln w="12700">
            <a:solidFill>
              <a:srgbClr val="C74634"/>
            </a:solidFill>
            <a:prstDash val="solid"/>
          </a:ln>
        </p:spPr>
      </p:sp>
      <p:sp>
        <p:nvSpPr>
          <p:cNvPr id="7" name="Text 5"/>
          <p:cNvSpPr/>
          <p:nvPr/>
        </p:nvSpPr>
        <p:spPr>
          <a:xfrm>
            <a:off x="60960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iPaaS Platform</a:t>
            </a:r>
            <a:endParaRPr lang="en-US" sz="1733" dirty="0"/>
          </a:p>
        </p:txBody>
      </p:sp>
      <p:sp>
        <p:nvSpPr>
          <p:cNvPr id="8" name="Text 6"/>
          <p:cNvSpPr/>
          <p:nvPr/>
        </p:nvSpPr>
        <p:spPr>
          <a:xfrm>
            <a:off x="60960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Comprehensive Integration Platform as a Service — a much broader toolset than a simple orchestration service.</a:t>
            </a:r>
            <a:endParaRPr lang="en-US" sz="1533" dirty="0"/>
          </a:p>
        </p:txBody>
      </p:sp>
      <p:sp>
        <p:nvSpPr>
          <p:cNvPr id="9" name="Shape 7"/>
          <p:cNvSpPr/>
          <p:nvPr/>
        </p:nvSpPr>
        <p:spPr>
          <a:xfrm>
            <a:off x="426720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0" name="Shape 8"/>
          <p:cNvSpPr/>
          <p:nvPr/>
        </p:nvSpPr>
        <p:spPr>
          <a:xfrm>
            <a:off x="4267200" y="1463040"/>
            <a:ext cx="85344" cy="2072640"/>
          </a:xfrm>
          <a:prstGeom prst="rect">
            <a:avLst/>
          </a:prstGeom>
          <a:solidFill>
            <a:srgbClr val="C74634"/>
          </a:solidFill>
          <a:ln w="12700">
            <a:solidFill>
              <a:srgbClr val="C74634"/>
            </a:solidFill>
            <a:prstDash val="solid"/>
          </a:ln>
        </p:spPr>
      </p:sp>
      <p:sp>
        <p:nvSpPr>
          <p:cNvPr id="11" name="Text 9"/>
          <p:cNvSpPr/>
          <p:nvPr/>
        </p:nvSpPr>
        <p:spPr>
          <a:xfrm>
            <a:off x="445008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Visual Low-Code Interface</a:t>
            </a:r>
            <a:endParaRPr lang="en-US" sz="1733" dirty="0"/>
          </a:p>
        </p:txBody>
      </p:sp>
      <p:sp>
        <p:nvSpPr>
          <p:cNvPr id="12" name="Text 10"/>
          <p:cNvSpPr/>
          <p:nvPr/>
        </p:nvSpPr>
        <p:spPr>
          <a:xfrm>
            <a:off x="445008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Drag-and-drop workflow designer makes integration accessible to developers and non-developers alike.</a:t>
            </a:r>
            <a:endParaRPr lang="en-US" sz="1533" dirty="0"/>
          </a:p>
        </p:txBody>
      </p:sp>
      <p:sp>
        <p:nvSpPr>
          <p:cNvPr id="13" name="Shape 11"/>
          <p:cNvSpPr/>
          <p:nvPr/>
        </p:nvSpPr>
        <p:spPr>
          <a:xfrm>
            <a:off x="8107680" y="1463040"/>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4" name="Shape 12"/>
          <p:cNvSpPr/>
          <p:nvPr/>
        </p:nvSpPr>
        <p:spPr>
          <a:xfrm>
            <a:off x="8107680" y="1463040"/>
            <a:ext cx="85344" cy="2072640"/>
          </a:xfrm>
          <a:prstGeom prst="rect">
            <a:avLst/>
          </a:prstGeom>
          <a:solidFill>
            <a:srgbClr val="C74634"/>
          </a:solidFill>
          <a:ln w="12700">
            <a:solidFill>
              <a:srgbClr val="C74634"/>
            </a:solidFill>
            <a:prstDash val="solid"/>
          </a:ln>
        </p:spPr>
      </p:sp>
      <p:sp>
        <p:nvSpPr>
          <p:cNvPr id="15" name="Text 13"/>
          <p:cNvSpPr/>
          <p:nvPr/>
        </p:nvSpPr>
        <p:spPr>
          <a:xfrm>
            <a:off x="8290560" y="1560576"/>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Pre-built Connectors</a:t>
            </a:r>
            <a:endParaRPr lang="en-US" sz="1733" dirty="0"/>
          </a:p>
        </p:txBody>
      </p:sp>
      <p:sp>
        <p:nvSpPr>
          <p:cNvPr id="16" name="Text 14"/>
          <p:cNvSpPr/>
          <p:nvPr/>
        </p:nvSpPr>
        <p:spPr>
          <a:xfrm>
            <a:off x="8290560" y="2011680"/>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Rich library of technology and application adapters: Oracle ERP, SAP, Salesforce, social platforms and more.</a:t>
            </a:r>
            <a:endParaRPr lang="en-US" sz="1533" dirty="0"/>
          </a:p>
        </p:txBody>
      </p:sp>
      <p:sp>
        <p:nvSpPr>
          <p:cNvPr id="17" name="Shape 15"/>
          <p:cNvSpPr/>
          <p:nvPr/>
        </p:nvSpPr>
        <p:spPr>
          <a:xfrm>
            <a:off x="42672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18" name="Shape 16"/>
          <p:cNvSpPr/>
          <p:nvPr/>
        </p:nvSpPr>
        <p:spPr>
          <a:xfrm>
            <a:off x="426720" y="3755136"/>
            <a:ext cx="85344" cy="2072640"/>
          </a:xfrm>
          <a:prstGeom prst="rect">
            <a:avLst/>
          </a:prstGeom>
          <a:solidFill>
            <a:srgbClr val="C74634"/>
          </a:solidFill>
          <a:ln w="12700">
            <a:solidFill>
              <a:srgbClr val="C74634"/>
            </a:solidFill>
            <a:prstDash val="solid"/>
          </a:ln>
        </p:spPr>
      </p:sp>
      <p:sp>
        <p:nvSpPr>
          <p:cNvPr id="19" name="Text 17"/>
          <p:cNvSpPr/>
          <p:nvPr/>
        </p:nvSpPr>
        <p:spPr>
          <a:xfrm>
            <a:off x="60960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B2B &amp; Hybrid Cloud</a:t>
            </a:r>
            <a:endParaRPr lang="en-US" sz="1733" dirty="0"/>
          </a:p>
        </p:txBody>
      </p:sp>
      <p:sp>
        <p:nvSpPr>
          <p:cNvPr id="20" name="Text 18"/>
          <p:cNvSpPr/>
          <p:nvPr/>
        </p:nvSpPr>
        <p:spPr>
          <a:xfrm>
            <a:off x="60960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Supports EDI-based B2B integrations, on-premises connectivity, and complex hybrid cloud architectures.</a:t>
            </a:r>
            <a:endParaRPr lang="en-US" sz="1533" dirty="0"/>
          </a:p>
        </p:txBody>
      </p:sp>
      <p:sp>
        <p:nvSpPr>
          <p:cNvPr id="21" name="Shape 19"/>
          <p:cNvSpPr/>
          <p:nvPr/>
        </p:nvSpPr>
        <p:spPr>
          <a:xfrm>
            <a:off x="426720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22" name="Shape 20"/>
          <p:cNvSpPr/>
          <p:nvPr/>
        </p:nvSpPr>
        <p:spPr>
          <a:xfrm>
            <a:off x="4267200" y="3755136"/>
            <a:ext cx="85344" cy="2072640"/>
          </a:xfrm>
          <a:prstGeom prst="rect">
            <a:avLst/>
          </a:prstGeom>
          <a:solidFill>
            <a:srgbClr val="C74634"/>
          </a:solidFill>
          <a:ln w="12700">
            <a:solidFill>
              <a:srgbClr val="C74634"/>
            </a:solidFill>
            <a:prstDash val="solid"/>
          </a:ln>
        </p:spPr>
      </p:sp>
      <p:sp>
        <p:nvSpPr>
          <p:cNvPr id="23" name="Text 21"/>
          <p:cNvSpPr/>
          <p:nvPr/>
        </p:nvSpPr>
        <p:spPr>
          <a:xfrm>
            <a:off x="445008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AI &amp; Agentic Orchestration</a:t>
            </a:r>
            <a:endParaRPr lang="en-US" sz="1733" dirty="0"/>
          </a:p>
        </p:txBody>
      </p:sp>
      <p:sp>
        <p:nvSpPr>
          <p:cNvPr id="24" name="Text 22"/>
          <p:cNvSpPr/>
          <p:nvPr/>
        </p:nvSpPr>
        <p:spPr>
          <a:xfrm>
            <a:off x="445008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Enables AI services orchestration and exposes Integrations as AI Tools (MCP Servers) for agentic AI use cases.</a:t>
            </a:r>
            <a:endParaRPr lang="en-US" sz="1533" dirty="0"/>
          </a:p>
        </p:txBody>
      </p:sp>
      <p:sp>
        <p:nvSpPr>
          <p:cNvPr id="25" name="Shape 23"/>
          <p:cNvSpPr/>
          <p:nvPr/>
        </p:nvSpPr>
        <p:spPr>
          <a:xfrm>
            <a:off x="8107680" y="3755136"/>
            <a:ext cx="3657600" cy="2072640"/>
          </a:xfrm>
          <a:prstGeom prst="rect">
            <a:avLst/>
          </a:prstGeom>
          <a:solidFill>
            <a:srgbClr val="FFFFFF"/>
          </a:solidFill>
          <a:ln w="12700">
            <a:solidFill>
              <a:srgbClr val="E8ECF0"/>
            </a:solidFill>
            <a:prstDash val="solid"/>
          </a:ln>
          <a:effectLst>
            <a:outerShdw blurRad="101600" dist="38100" dir="8100000" algn="bl" rotWithShape="0">
              <a:srgbClr val="000000">
                <a:alpha val="10000"/>
              </a:srgbClr>
            </a:outerShdw>
          </a:effectLst>
        </p:spPr>
      </p:sp>
      <p:sp>
        <p:nvSpPr>
          <p:cNvPr id="26" name="Shape 24"/>
          <p:cNvSpPr/>
          <p:nvPr/>
        </p:nvSpPr>
        <p:spPr>
          <a:xfrm>
            <a:off x="8107680" y="3755136"/>
            <a:ext cx="85344" cy="2072640"/>
          </a:xfrm>
          <a:prstGeom prst="rect">
            <a:avLst/>
          </a:prstGeom>
          <a:solidFill>
            <a:srgbClr val="C74634"/>
          </a:solidFill>
          <a:ln w="12700">
            <a:solidFill>
              <a:srgbClr val="C74634"/>
            </a:solidFill>
            <a:prstDash val="solid"/>
          </a:ln>
        </p:spPr>
      </p:sp>
      <p:sp>
        <p:nvSpPr>
          <p:cNvPr id="27" name="Text 25"/>
          <p:cNvSpPr/>
          <p:nvPr/>
        </p:nvSpPr>
        <p:spPr>
          <a:xfrm>
            <a:off x="8290560" y="3852672"/>
            <a:ext cx="3413760" cy="426720"/>
          </a:xfrm>
          <a:prstGeom prst="rect">
            <a:avLst/>
          </a:prstGeom>
          <a:noFill/>
          <a:ln/>
        </p:spPr>
        <p:txBody>
          <a:bodyPr wrap="square" lIns="0" tIns="0" rIns="0" bIns="0" rtlCol="0" anchor="ctr"/>
          <a:lstStyle/>
          <a:p>
            <a:r>
              <a:rPr lang="en-US" sz="1733" b="1" dirty="0">
                <a:solidFill>
                  <a:srgbClr val="1B2A4A"/>
                </a:solidFill>
                <a:latin typeface="Calibri" pitchFamily="34" charset="0"/>
                <a:ea typeface="Calibri" pitchFamily="34" charset="-122"/>
                <a:cs typeface="Calibri" pitchFamily="34" charset="-120"/>
              </a:rPr>
              <a:t>Oracle Ecosystem First</a:t>
            </a:r>
            <a:endParaRPr lang="en-US" sz="1733" dirty="0"/>
          </a:p>
        </p:txBody>
      </p:sp>
      <p:sp>
        <p:nvSpPr>
          <p:cNvPr id="28" name="Text 26"/>
          <p:cNvSpPr/>
          <p:nvPr/>
        </p:nvSpPr>
        <p:spPr>
          <a:xfrm>
            <a:off x="8290560" y="4303776"/>
            <a:ext cx="3413760" cy="1402080"/>
          </a:xfrm>
          <a:prstGeom prst="rect">
            <a:avLst/>
          </a:prstGeom>
          <a:noFill/>
          <a:ln/>
        </p:spPr>
        <p:txBody>
          <a:bodyPr wrap="square" lIns="0" tIns="0" rIns="0" bIns="0" rtlCol="0" anchor="ctr"/>
          <a:lstStyle/>
          <a:p>
            <a:r>
              <a:rPr lang="en-US" sz="1533" dirty="0">
                <a:solidFill>
                  <a:srgbClr val="1E293B"/>
                </a:solidFill>
                <a:latin typeface="Calibri" pitchFamily="34" charset="0"/>
                <a:ea typeface="Calibri" pitchFamily="34" charset="-122"/>
                <a:cs typeface="Calibri" pitchFamily="34" charset="-120"/>
              </a:rPr>
              <a:t>Best-in-class for Oracle SaaS apps (ERP Cloud, HCM, CX) and extending Oracle application workflows.</a:t>
            </a:r>
            <a:endParaRPr lang="en-US" sz="1533" dirty="0"/>
          </a:p>
        </p:txBody>
      </p:sp>
      <p:sp>
        <p:nvSpPr>
          <p:cNvPr id="29" name="Title 28">
            <a:extLst>
              <a:ext uri="{FF2B5EF4-FFF2-40B4-BE49-F238E27FC236}">
                <a16:creationId xmlns:a16="http://schemas.microsoft.com/office/drawing/2014/main" id="{A9A049B9-3386-4A3D-847D-AD77C36122EE}"/>
              </a:ext>
            </a:extLst>
          </p:cNvPr>
          <p:cNvSpPr>
            <a:spLocks noGrp="1"/>
          </p:cNvSpPr>
          <p:nvPr>
            <p:ph type="title"/>
          </p:nvPr>
        </p:nvSpPr>
        <p:spPr/>
        <p:txBody>
          <a:bodyPr/>
          <a:lstStyle/>
          <a:p>
            <a:r>
              <a:rPr lang="en-US" sz="2800" b="1" dirty="0">
                <a:latin typeface="Calibri" pitchFamily="34" charset="0"/>
                <a:ea typeface="Calibri" pitchFamily="34" charset="-122"/>
                <a:cs typeface="Calibri" pitchFamily="34" charset="-120"/>
              </a:rPr>
              <a:t>Oracle Integration Cloud (OIC)</a:t>
            </a:r>
            <a:endParaRPr lang="en-US" sz="2800" dirty="0"/>
          </a:p>
        </p:txBody>
      </p:sp>
      <p:pic>
        <p:nvPicPr>
          <p:cNvPr id="2" name="Picture 2" descr="Mastering Data Stitch in OIC: Assign, Append, and Remove | by Harsrita  Mishra | Medium">
            <a:extLst>
              <a:ext uri="{FF2B5EF4-FFF2-40B4-BE49-F238E27FC236}">
                <a16:creationId xmlns:a16="http://schemas.microsoft.com/office/drawing/2014/main" id="{46141CFB-248D-E8F2-2900-AD3F64FFE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39463" y="102108"/>
            <a:ext cx="1297055" cy="10317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0972800" cy="670560"/>
          </a:xfrm>
          <a:prstGeom prst="rect">
            <a:avLst/>
          </a:prstGeom>
          <a:noFill/>
          <a:ln/>
        </p:spPr>
        <p:txBody>
          <a:bodyPr wrap="square" lIns="0" tIns="0" rIns="0" bIns="0" rtlCol="0" anchor="ctr"/>
          <a:lstStyle/>
          <a:p>
            <a:endParaRPr lang="en-US" sz="4000" dirty="0"/>
          </a:p>
        </p:txBody>
      </p:sp>
      <p:graphicFrame>
        <p:nvGraphicFramePr>
          <p:cNvPr id="6" name="Table 0"/>
          <p:cNvGraphicFramePr>
            <a:graphicFrameLocks noGrp="1"/>
          </p:cNvGraphicFramePr>
          <p:nvPr>
            <p:extLst>
              <p:ext uri="{D42A27DB-BD31-4B8C-83A1-F6EECF244321}">
                <p14:modId xmlns:p14="http://schemas.microsoft.com/office/powerpoint/2010/main" val="382750332"/>
              </p:ext>
            </p:extLst>
          </p:nvPr>
        </p:nvGraphicFramePr>
        <p:xfrm>
          <a:off x="252239" y="1347216"/>
          <a:ext cx="11704320" cy="4949952"/>
        </p:xfrm>
        <a:graphic>
          <a:graphicData uri="http://schemas.openxmlformats.org/drawingml/2006/table">
            <a:tbl>
              <a:tblPr/>
              <a:tblGrid>
                <a:gridCol w="243840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4632960">
                  <a:extLst>
                    <a:ext uri="{9D8B030D-6E8A-4147-A177-3AD203B41FA5}">
                      <a16:colId xmlns:a16="http://schemas.microsoft.com/office/drawing/2014/main" val="20002"/>
                    </a:ext>
                  </a:extLst>
                </a:gridCol>
              </a:tblGrid>
              <a:tr h="707136">
                <a:tc>
                  <a:txBody>
                    <a:bodyPr/>
                    <a:lstStyle/>
                    <a:p>
                      <a:pPr marL="0" indent="0">
                        <a:buNone/>
                      </a:pPr>
                      <a:r>
                        <a:rPr lang="en-US" sz="1700" b="1" dirty="0">
                          <a:solidFill>
                            <a:srgbClr val="FFFFFF"/>
                          </a:solidFill>
                        </a:rPr>
                        <a:t>Feature</a:t>
                      </a:r>
                      <a:endParaRPr lang="en-US" sz="17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002060"/>
                    </a:solidFill>
                  </a:tcPr>
                </a:tc>
                <a:tc>
                  <a:txBody>
                    <a:bodyPr/>
                    <a:lstStyle/>
                    <a:p>
                      <a:pPr marL="0" indent="0">
                        <a:buNone/>
                      </a:pPr>
                      <a:r>
                        <a:rPr lang="en-US" sz="1700" b="1" dirty="0">
                          <a:solidFill>
                            <a:srgbClr val="FFFFFF"/>
                          </a:solidFill>
                        </a:rPr>
                        <a:t>AWS Step Functions</a:t>
                      </a:r>
                      <a:endParaRPr lang="en-US" sz="17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002060"/>
                    </a:solidFill>
                  </a:tcPr>
                </a:tc>
                <a:tc>
                  <a:txBody>
                    <a:bodyPr/>
                    <a:lstStyle/>
                    <a:p>
                      <a:pPr marL="0" indent="0">
                        <a:buNone/>
                      </a:pPr>
                      <a:r>
                        <a:rPr lang="en-US" sz="1700" b="1" dirty="0">
                          <a:solidFill>
                            <a:srgbClr val="FFFFFF"/>
                          </a:solidFill>
                        </a:rPr>
                        <a:t>Oracle OIC</a:t>
                      </a:r>
                      <a:endParaRPr lang="en-US" sz="17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07136">
                <a:tc>
                  <a:txBody>
                    <a:bodyPr/>
                    <a:lstStyle/>
                    <a:p>
                      <a:pPr marL="0" indent="0">
                        <a:buNone/>
                      </a:pPr>
                      <a:r>
                        <a:rPr lang="en-US" sz="1600" b="1" dirty="0">
                          <a:solidFill>
                            <a:srgbClr val="1E293B"/>
                          </a:solidFill>
                        </a:rPr>
                        <a:t>Primary Focus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Serverless microservices orchestration within AWS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Enterprise Application Integration &amp; business services orchestration</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7136">
                <a:tc>
                  <a:txBody>
                    <a:bodyPr/>
                    <a:lstStyle/>
                    <a:p>
                      <a:pPr marL="0" indent="0">
                        <a:buNone/>
                      </a:pPr>
                      <a:r>
                        <a:rPr lang="en-US" sz="1600" b="1" dirty="0">
                          <a:solidFill>
                            <a:srgbClr val="1E293B"/>
                          </a:solidFill>
                        </a:rPr>
                        <a:t>Development Style</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Code-heavy (ASL / JSON)</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Visual Low-Code / No-Code</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7136">
                <a:tc>
                  <a:txBody>
                    <a:bodyPr/>
                    <a:lstStyle/>
                    <a:p>
                      <a:pPr marL="0" indent="0">
                        <a:buNone/>
                      </a:pPr>
                      <a:r>
                        <a:rPr lang="en-US" sz="1600" b="1" dirty="0">
                          <a:solidFill>
                            <a:srgbClr val="1E293B"/>
                          </a:solidFill>
                        </a:rPr>
                        <a:t>Integrations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Best for AWS services (Lambda, SQS, S3)</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Rich pre-built adapters: Oracle ERP, SAP, Salesforce, social &amp; more</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7136">
                <a:tc>
                  <a:txBody>
                    <a:bodyPr/>
                    <a:lstStyle/>
                    <a:p>
                      <a:pPr marL="0" indent="0">
                        <a:buNone/>
                      </a:pPr>
                      <a:r>
                        <a:rPr lang="en-US" sz="1600" b="1" dirty="0">
                          <a:solidFill>
                            <a:srgbClr val="1E293B"/>
                          </a:solidFill>
                        </a:rPr>
                        <a:t>Best For</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Complex logic, high-volume serverless workloads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App extensions, B2B, hybrid cloud, AI orchestration, MCP Servers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7136">
                <a:tc>
                  <a:txBody>
                    <a:bodyPr/>
                    <a:lstStyle/>
                    <a:p>
                      <a:pPr marL="0" indent="0">
                        <a:buNone/>
                      </a:pPr>
                      <a:r>
                        <a:rPr lang="en-US" sz="1600" b="1" dirty="0">
                          <a:solidFill>
                            <a:srgbClr val="1E293B"/>
                          </a:solidFill>
                        </a:rPr>
                        <a:t>Pricing Model</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Per state transition (Standard / Express)</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Per Message / Activity</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07136">
                <a:tc>
                  <a:txBody>
                    <a:bodyPr/>
                    <a:lstStyle/>
                    <a:p>
                      <a:pPr marL="0" indent="0">
                        <a:buNone/>
                      </a:pPr>
                      <a:r>
                        <a:rPr lang="en-US" sz="1600" b="1" dirty="0">
                          <a:solidFill>
                            <a:srgbClr val="1E293B"/>
                          </a:solidFill>
                        </a:rPr>
                        <a:t>Learning Curve</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EEF2F7"/>
                    </a:solidFill>
                  </a:tcPr>
                </a:tc>
                <a:tc>
                  <a:txBody>
                    <a:bodyPr/>
                    <a:lstStyle/>
                    <a:p>
                      <a:pPr marL="0" indent="0">
                        <a:buNone/>
                      </a:pPr>
                      <a:r>
                        <a:rPr lang="en-US" sz="1600" dirty="0">
                          <a:solidFill>
                            <a:srgbClr val="1E293B"/>
                          </a:solidFill>
                        </a:rPr>
                        <a:t>Moderate — requires ASL knowledge</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tc>
                  <a:txBody>
                    <a:bodyPr/>
                    <a:lstStyle/>
                    <a:p>
                      <a:pPr marL="0" indent="0">
                        <a:buNone/>
                      </a:pPr>
                      <a:r>
                        <a:rPr lang="en-US" sz="1600" dirty="0">
                          <a:solidFill>
                            <a:srgbClr val="1E293B"/>
                          </a:solidFill>
                        </a:rPr>
                        <a:t>Low to Moderate — drag-and-drop designer</a:t>
                      </a:r>
                      <a:endParaRPr lang="en-US" sz="1600" dirty="0"/>
                    </a:p>
                  </a:txBody>
                  <a:tcPr marL="135467" marR="135467" marT="101600" marB="101600" anchor="ctr">
                    <a:lnL w="12700" cap="flat" cmpd="sng" algn="ctr">
                      <a:solidFill>
                        <a:srgbClr val="D0D7E0"/>
                      </a:solidFill>
                      <a:prstDash val="solid"/>
                      <a:round/>
                      <a:headEnd type="none" w="med" len="med"/>
                      <a:tailEnd type="none" w="med" len="med"/>
                    </a:lnL>
                    <a:lnR w="12700" cap="flat" cmpd="sng" algn="ctr">
                      <a:solidFill>
                        <a:srgbClr val="D0D7E0"/>
                      </a:solidFill>
                      <a:prstDash val="solid"/>
                      <a:round/>
                      <a:headEnd type="none" w="med" len="med"/>
                      <a:tailEnd type="none" w="med" len="med"/>
                    </a:lnR>
                    <a:lnT w="12700" cap="flat" cmpd="sng" algn="ctr">
                      <a:solidFill>
                        <a:srgbClr val="D0D7E0"/>
                      </a:solidFill>
                      <a:prstDash val="solid"/>
                      <a:round/>
                      <a:headEnd type="none" w="med" len="med"/>
                      <a:tailEnd type="none" w="med" len="med"/>
                    </a:lnT>
                    <a:lnB w="12700" cap="flat" cmpd="sng" algn="ctr">
                      <a:solidFill>
                        <a:srgbClr val="D0D7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itle 8">
            <a:extLst>
              <a:ext uri="{FF2B5EF4-FFF2-40B4-BE49-F238E27FC236}">
                <a16:creationId xmlns:a16="http://schemas.microsoft.com/office/drawing/2014/main" id="{E3553881-10D8-8A75-FE83-9FB53EA88497}"/>
              </a:ext>
            </a:extLst>
          </p:cNvPr>
          <p:cNvSpPr>
            <a:spLocks noGrp="1"/>
          </p:cNvSpPr>
          <p:nvPr>
            <p:ph type="title"/>
          </p:nvPr>
        </p:nvSpPr>
        <p:spPr/>
        <p:txBody>
          <a:bodyPr/>
          <a:lstStyle/>
          <a:p>
            <a:r>
              <a:rPr lang="en-US" sz="2800" b="1" dirty="0">
                <a:solidFill>
                  <a:srgbClr val="1B2A4A"/>
                </a:solidFill>
                <a:latin typeface="Calibri" pitchFamily="34" charset="0"/>
                <a:ea typeface="Calibri" pitchFamily="34" charset="-122"/>
                <a:cs typeface="Calibri" pitchFamily="34" charset="-120"/>
              </a:rPr>
              <a:t>Key Differences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0972800" cy="731520"/>
          </a:xfrm>
          <a:prstGeom prst="rect">
            <a:avLst/>
          </a:prstGeom>
          <a:noFill/>
          <a:ln/>
        </p:spPr>
        <p:txBody>
          <a:bodyPr wrap="square" lIns="0" tIns="0" rIns="0" bIns="0" rtlCol="0" anchor="ctr"/>
          <a:lstStyle/>
          <a:p>
            <a:r>
              <a:rPr lang="en-US" sz="2800" b="1" dirty="0">
                <a:latin typeface="Calibri" pitchFamily="34" charset="0"/>
                <a:ea typeface="Calibri" pitchFamily="34" charset="-122"/>
                <a:cs typeface="Calibri" pitchFamily="34" charset="-120"/>
              </a:rPr>
              <a:t>When to Choose Each?</a:t>
            </a:r>
            <a:endParaRPr lang="en-US" sz="2800" dirty="0"/>
          </a:p>
        </p:txBody>
      </p:sp>
      <p:sp>
        <p:nvSpPr>
          <p:cNvPr id="3" name="Text 1"/>
          <p:cNvSpPr/>
          <p:nvPr/>
        </p:nvSpPr>
        <p:spPr>
          <a:xfrm>
            <a:off x="609600" y="950976"/>
            <a:ext cx="10972800" cy="426720"/>
          </a:xfrm>
          <a:prstGeom prst="rect">
            <a:avLst/>
          </a:prstGeom>
          <a:noFill/>
          <a:ln/>
        </p:spPr>
        <p:txBody>
          <a:bodyPr wrap="square" lIns="0" tIns="0" rIns="0" bIns="0" rtlCol="0" anchor="ctr"/>
          <a:lstStyle/>
          <a:p>
            <a:r>
              <a:rPr lang="en-US" sz="1867" i="1" dirty="0">
                <a:latin typeface="Calibri" pitchFamily="34" charset="0"/>
                <a:ea typeface="Calibri" pitchFamily="34" charset="-122"/>
                <a:cs typeface="Calibri" pitchFamily="34" charset="-120"/>
              </a:rPr>
              <a:t>Match the tool to your architecture and integration needs</a:t>
            </a:r>
            <a:endParaRPr lang="en-US" sz="1867" dirty="0"/>
          </a:p>
        </p:txBody>
      </p:sp>
      <p:sp>
        <p:nvSpPr>
          <p:cNvPr id="4" name="Shape 2"/>
          <p:cNvSpPr/>
          <p:nvPr/>
        </p:nvSpPr>
        <p:spPr>
          <a:xfrm>
            <a:off x="426720" y="1524000"/>
            <a:ext cx="5364480" cy="4693920"/>
          </a:xfrm>
          <a:prstGeom prst="rect">
            <a:avLst/>
          </a:prstGeom>
          <a:solidFill>
            <a:srgbClr val="243756"/>
          </a:solidFill>
          <a:ln w="12700">
            <a:solidFill>
              <a:srgbClr val="334D70"/>
            </a:solidFill>
            <a:prstDash val="solid"/>
          </a:ln>
          <a:effectLst>
            <a:outerShdw blurRad="101600" dist="38100" dir="8100000" algn="bl" rotWithShape="0">
              <a:srgbClr val="000000">
                <a:alpha val="10000"/>
              </a:srgbClr>
            </a:outerShdw>
          </a:effectLst>
        </p:spPr>
      </p:sp>
      <p:sp>
        <p:nvSpPr>
          <p:cNvPr id="5" name="Shape 3"/>
          <p:cNvSpPr/>
          <p:nvPr/>
        </p:nvSpPr>
        <p:spPr>
          <a:xfrm>
            <a:off x="426720" y="1524000"/>
            <a:ext cx="5364480" cy="670560"/>
          </a:xfrm>
          <a:prstGeom prst="rect">
            <a:avLst/>
          </a:prstGeom>
          <a:solidFill>
            <a:srgbClr val="FF9900"/>
          </a:solidFill>
          <a:ln w="12700">
            <a:solidFill>
              <a:srgbClr val="FF9900"/>
            </a:solidFill>
            <a:prstDash val="solid"/>
          </a:ln>
        </p:spPr>
      </p:sp>
      <p:sp>
        <p:nvSpPr>
          <p:cNvPr id="6" name="Text 4"/>
          <p:cNvSpPr/>
          <p:nvPr/>
        </p:nvSpPr>
        <p:spPr>
          <a:xfrm>
            <a:off x="609600" y="1584960"/>
            <a:ext cx="4998720" cy="548640"/>
          </a:xfrm>
          <a:prstGeom prst="rect">
            <a:avLst/>
          </a:prstGeom>
          <a:noFill/>
          <a:ln/>
        </p:spPr>
        <p:txBody>
          <a:bodyPr wrap="square" lIns="0" tIns="0" rIns="0" bIns="0" rtlCol="0" anchor="ctr"/>
          <a:lstStyle/>
          <a:p>
            <a:r>
              <a:rPr lang="en-US" sz="1867" b="1" dirty="0">
                <a:solidFill>
                  <a:srgbClr val="1B2A4A"/>
                </a:solidFill>
                <a:latin typeface="Calibri" pitchFamily="34" charset="0"/>
                <a:ea typeface="Calibri" pitchFamily="34" charset="-122"/>
                <a:cs typeface="Calibri" pitchFamily="34" charset="-120"/>
              </a:rPr>
              <a:t>Choose AWS Step Functions when…</a:t>
            </a:r>
            <a:endParaRPr lang="en-US" sz="1867" dirty="0"/>
          </a:p>
        </p:txBody>
      </p:sp>
      <p:sp>
        <p:nvSpPr>
          <p:cNvPr id="7" name="Text 5"/>
          <p:cNvSpPr/>
          <p:nvPr/>
        </p:nvSpPr>
        <p:spPr>
          <a:xfrm>
            <a:off x="609600" y="2316480"/>
            <a:ext cx="4937760" cy="3657600"/>
          </a:xfrm>
          <a:prstGeom prst="rect">
            <a:avLst/>
          </a:prstGeom>
          <a:noFill/>
          <a:ln/>
        </p:spPr>
        <p:txBody>
          <a:bodyPr wrap="square" rtlCol="0" anchor="ctr"/>
          <a:lstStyle/>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are fully invested in the AWS ecosystem</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Your workflows are tightly coupled to Lambda / AWS services</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need high-throughput, low-latency event processing</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Your team is comfortable with ASL / JSON coding</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are building complex microservices with branching logic</a:t>
            </a:r>
            <a:endParaRPr lang="en-US" sz="1667" dirty="0"/>
          </a:p>
        </p:txBody>
      </p:sp>
      <p:sp>
        <p:nvSpPr>
          <p:cNvPr id="8" name="Shape 6"/>
          <p:cNvSpPr/>
          <p:nvPr/>
        </p:nvSpPr>
        <p:spPr>
          <a:xfrm>
            <a:off x="6400800" y="1524000"/>
            <a:ext cx="5364480" cy="4693920"/>
          </a:xfrm>
          <a:prstGeom prst="rect">
            <a:avLst/>
          </a:prstGeom>
          <a:solidFill>
            <a:srgbClr val="243756"/>
          </a:solidFill>
          <a:ln w="12700">
            <a:solidFill>
              <a:srgbClr val="334D70"/>
            </a:solidFill>
            <a:prstDash val="solid"/>
          </a:ln>
          <a:effectLst>
            <a:outerShdw blurRad="101600" dist="38100" dir="8100000" algn="bl" rotWithShape="0">
              <a:srgbClr val="000000">
                <a:alpha val="10000"/>
              </a:srgbClr>
            </a:outerShdw>
          </a:effectLst>
        </p:spPr>
      </p:sp>
      <p:sp>
        <p:nvSpPr>
          <p:cNvPr id="9" name="Shape 7"/>
          <p:cNvSpPr/>
          <p:nvPr/>
        </p:nvSpPr>
        <p:spPr>
          <a:xfrm>
            <a:off x="6400800" y="1524000"/>
            <a:ext cx="5364480" cy="670560"/>
          </a:xfrm>
          <a:prstGeom prst="rect">
            <a:avLst/>
          </a:prstGeom>
          <a:solidFill>
            <a:srgbClr val="C74634"/>
          </a:solidFill>
          <a:ln w="12700">
            <a:solidFill>
              <a:srgbClr val="C74634"/>
            </a:solidFill>
            <a:prstDash val="solid"/>
          </a:ln>
        </p:spPr>
      </p:sp>
      <p:sp>
        <p:nvSpPr>
          <p:cNvPr id="10" name="Text 8"/>
          <p:cNvSpPr/>
          <p:nvPr/>
        </p:nvSpPr>
        <p:spPr>
          <a:xfrm>
            <a:off x="6583680" y="1584960"/>
            <a:ext cx="4998720" cy="548640"/>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Choose Oracle OIC when…</a:t>
            </a:r>
            <a:endParaRPr lang="en-US" sz="1867" dirty="0"/>
          </a:p>
        </p:txBody>
      </p:sp>
      <p:sp>
        <p:nvSpPr>
          <p:cNvPr id="11" name="Text 9"/>
          <p:cNvSpPr/>
          <p:nvPr/>
        </p:nvSpPr>
        <p:spPr>
          <a:xfrm>
            <a:off x="6583680" y="2316480"/>
            <a:ext cx="4937760" cy="3657600"/>
          </a:xfrm>
          <a:prstGeom prst="rect">
            <a:avLst/>
          </a:prstGeom>
          <a:noFill/>
          <a:ln/>
        </p:spPr>
        <p:txBody>
          <a:bodyPr wrap="square" rtlCol="0" anchor="ctr"/>
          <a:lstStyle/>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use Oracle SaaS apps (ERP, HCM, CX Cloud)</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need to connect to business services or applications like SAP, Salesforce, or legacy on-premises systems</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Your team prefers a visual, low-code approach</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require B2B/EDI integrations or hybrid cloud connectivity</a:t>
            </a:r>
            <a:endParaRPr lang="en-US" sz="1667" dirty="0"/>
          </a:p>
          <a:p>
            <a:pPr marL="457189" indent="-457189">
              <a:buSzPct val="100000"/>
              <a:buChar char="•"/>
            </a:pPr>
            <a:r>
              <a:rPr lang="en-US" sz="1667" dirty="0">
                <a:solidFill>
                  <a:srgbClr val="D6E4F5"/>
                </a:solidFill>
                <a:latin typeface="Calibri" pitchFamily="34" charset="0"/>
                <a:ea typeface="Calibri" pitchFamily="34" charset="-122"/>
                <a:cs typeface="Calibri" pitchFamily="34" charset="-120"/>
              </a:rPr>
              <a:t>You want AI/agentic orchestration and MCP Server exposure</a:t>
            </a:r>
            <a:endParaRPr lang="en-US" sz="1667" dirty="0"/>
          </a:p>
        </p:txBody>
      </p:sp>
      <p:pic>
        <p:nvPicPr>
          <p:cNvPr id="2050" name="Picture 2" descr="Mastering Data Stitch in OIC: Assign, Append, and Remove | by Harsrita  Mishra | Medium">
            <a:extLst>
              <a:ext uri="{FF2B5EF4-FFF2-40B4-BE49-F238E27FC236}">
                <a16:creationId xmlns:a16="http://schemas.microsoft.com/office/drawing/2014/main" id="{4E2DD883-E9C1-FE0D-9D21-E46B2D4E00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9081" y="483108"/>
            <a:ext cx="1297055" cy="10317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E5EE38A-F386-5442-1130-B975484897F4}"/>
              </a:ext>
            </a:extLst>
          </p:cNvPr>
          <p:cNvSpPr>
            <a:spLocks noGrp="1"/>
          </p:cNvSpPr>
          <p:nvPr>
            <p:ph sz="quarter" idx="15"/>
          </p:nvPr>
        </p:nvSpPr>
        <p:spPr/>
        <p:txBody>
          <a:bodyPr/>
          <a:lstStyle/>
          <a:p>
            <a:pPr algn="l"/>
            <a:r>
              <a:rPr lang="en-US" b="1" i="0" dirty="0">
                <a:solidFill>
                  <a:srgbClr val="161513"/>
                </a:solidFill>
                <a:effectLst/>
                <a:latin typeface="OracleSansVF"/>
              </a:rPr>
              <a:t>Why/When to Replace AWS Step Functions?</a:t>
            </a:r>
          </a:p>
          <a:p>
            <a:pPr algn="l"/>
            <a:r>
              <a:rPr lang="en-US" b="0" i="1" dirty="0">
                <a:solidFill>
                  <a:srgbClr val="161513"/>
                </a:solidFill>
                <a:effectLst/>
                <a:latin typeface="OracleSansVF"/>
              </a:rPr>
              <a:t>Amazon’s Step Functions enable coordination of distributed applications using </a:t>
            </a:r>
            <a:r>
              <a:rPr lang="en-US" b="0" i="1" dirty="0">
                <a:solidFill>
                  <a:srgbClr val="161513"/>
                </a:solidFill>
                <a:effectLst/>
                <a:highlight>
                  <a:srgbClr val="C0C0C0"/>
                </a:highlight>
                <a:latin typeface="OracleSansVF"/>
              </a:rPr>
              <a:t>functions or microservices as steps in a workflow</a:t>
            </a:r>
            <a:r>
              <a:rPr lang="en-US" b="0" i="1" dirty="0">
                <a:solidFill>
                  <a:srgbClr val="161513"/>
                </a:solidFill>
                <a:effectLst/>
                <a:latin typeface="OracleSansVF"/>
              </a:rPr>
              <a:t>. However, this approach can result in tightly coupled orchestration logic that’s difficult to port across clouds and is dependent on AWS Lambda, which is itself a proprietary and cloud-specific compute service.</a:t>
            </a:r>
          </a:p>
          <a:p>
            <a:pPr algn="l"/>
            <a:r>
              <a:rPr lang="en-US" b="0" i="0" dirty="0">
                <a:solidFill>
                  <a:srgbClr val="161513"/>
                </a:solidFill>
                <a:effectLst/>
                <a:latin typeface="OracleSansVF"/>
              </a:rPr>
              <a:t>The challenges:</a:t>
            </a:r>
          </a:p>
          <a:p>
            <a:pPr algn="l">
              <a:buFont typeface="Arial" panose="020B0604020202020204" pitchFamily="34" charset="0"/>
              <a:buChar char="•"/>
            </a:pPr>
            <a:r>
              <a:rPr lang="en-US" b="1" i="0" dirty="0">
                <a:solidFill>
                  <a:srgbClr val="161513"/>
                </a:solidFill>
                <a:effectLst/>
                <a:latin typeface="OracleSansVF"/>
              </a:rPr>
              <a:t> Vendor Lock-In</a:t>
            </a:r>
            <a:r>
              <a:rPr lang="en-US" b="0" i="0" dirty="0">
                <a:solidFill>
                  <a:srgbClr val="161513"/>
                </a:solidFill>
                <a:effectLst/>
                <a:latin typeface="OracleSansVF"/>
              </a:rPr>
              <a:t>: AWS Step Functions and Lambda are only available on AWS.</a:t>
            </a:r>
          </a:p>
          <a:p>
            <a:pPr algn="l">
              <a:buFont typeface="Arial" panose="020B0604020202020204" pitchFamily="34" charset="0"/>
              <a:buChar char="•"/>
            </a:pPr>
            <a:r>
              <a:rPr lang="en-US" b="1" i="0" dirty="0">
                <a:solidFill>
                  <a:srgbClr val="161513"/>
                </a:solidFill>
                <a:effectLst/>
                <a:latin typeface="OracleSansVF"/>
              </a:rPr>
              <a:t> Limited Portability</a:t>
            </a:r>
            <a:r>
              <a:rPr lang="en-US" b="0" i="0" dirty="0">
                <a:solidFill>
                  <a:srgbClr val="161513"/>
                </a:solidFill>
                <a:effectLst/>
                <a:latin typeface="OracleSansVF"/>
              </a:rPr>
              <a:t>: Function code can’t be easily moved to other cloud environments.</a:t>
            </a:r>
          </a:p>
          <a:p>
            <a:pPr algn="l">
              <a:buFont typeface="Arial" panose="020B0604020202020204" pitchFamily="34" charset="0"/>
              <a:buChar char="•"/>
            </a:pPr>
            <a:r>
              <a:rPr lang="en-US" b="1" i="0" dirty="0">
                <a:solidFill>
                  <a:srgbClr val="161513"/>
                </a:solidFill>
                <a:effectLst/>
                <a:latin typeface="OracleSansVF"/>
              </a:rPr>
              <a:t> Complexity</a:t>
            </a:r>
            <a:r>
              <a:rPr lang="en-US" b="0" i="0" dirty="0">
                <a:solidFill>
                  <a:srgbClr val="161513"/>
                </a:solidFill>
                <a:effectLst/>
                <a:latin typeface="OracleSansVF"/>
              </a:rPr>
              <a:t>: </a:t>
            </a:r>
            <a:r>
              <a:rPr lang="en-US" b="0" i="0" dirty="0">
                <a:solidFill>
                  <a:srgbClr val="161513"/>
                </a:solidFill>
                <a:effectLst/>
                <a:highlight>
                  <a:srgbClr val="C0C0C0"/>
                </a:highlight>
                <a:latin typeface="OracleSansVF"/>
              </a:rPr>
              <a:t>As workflows grow, Step Function definitions can become difficult to maintain and evolve.</a:t>
            </a:r>
          </a:p>
          <a:p>
            <a:endParaRPr lang="en-US" dirty="0"/>
          </a:p>
        </p:txBody>
      </p:sp>
      <p:sp>
        <p:nvSpPr>
          <p:cNvPr id="5" name="Title 4">
            <a:extLst>
              <a:ext uri="{FF2B5EF4-FFF2-40B4-BE49-F238E27FC236}">
                <a16:creationId xmlns:a16="http://schemas.microsoft.com/office/drawing/2014/main" id="{D2442290-F57E-06F5-14C2-7FF1E471BC06}"/>
              </a:ext>
            </a:extLst>
          </p:cNvPr>
          <p:cNvSpPr>
            <a:spLocks noGrp="1"/>
          </p:cNvSpPr>
          <p:nvPr>
            <p:ph type="title"/>
          </p:nvPr>
        </p:nvSpPr>
        <p:spPr/>
        <p:txBody>
          <a:bodyPr/>
          <a:lstStyle/>
          <a:p>
            <a:r>
              <a:rPr lang="en-US" b="1" i="0" dirty="0">
                <a:solidFill>
                  <a:srgbClr val="161513"/>
                </a:solidFill>
                <a:effectLst/>
                <a:latin typeface="OracleSansVF"/>
              </a:rPr>
              <a:t>Replace AWS Step Functions with OCI Services</a:t>
            </a:r>
            <a:endParaRPr lang="en-US" dirty="0"/>
          </a:p>
        </p:txBody>
      </p:sp>
      <p:sp>
        <p:nvSpPr>
          <p:cNvPr id="11" name="TextBox 10">
            <a:extLst>
              <a:ext uri="{FF2B5EF4-FFF2-40B4-BE49-F238E27FC236}">
                <a16:creationId xmlns:a16="http://schemas.microsoft.com/office/drawing/2014/main" id="{CC383CAE-8E74-76BC-010F-BF9872BC3B30}"/>
              </a:ext>
            </a:extLst>
          </p:cNvPr>
          <p:cNvSpPr txBox="1"/>
          <p:nvPr/>
        </p:nvSpPr>
        <p:spPr>
          <a:xfrm>
            <a:off x="741721" y="3429000"/>
            <a:ext cx="5084065" cy="280076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See:</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sng" strike="noStrike" cap="none" normalizeH="0" baseline="0" dirty="0">
                <a:ln>
                  <a:noFill/>
                </a:ln>
                <a:solidFill>
                  <a:srgbClr val="0000FF"/>
                </a:solidFill>
                <a:effectLst/>
                <a:latin typeface="Arial" panose="020B0604020202020204" pitchFamily="34" charset="0"/>
                <a:ea typeface="Times New Roman" panose="02020603050405020304" pitchFamily="18" charset="0"/>
                <a:hlinkClick r:id="rId2"/>
              </a:rPr>
              <a:t>Modernizing Cloud Workflows: Replacing AWS Step Functions with OCI Functions and Oracle Integration Cloud</a:t>
            </a:r>
            <a:r>
              <a:rPr kumimoji="0" lang="en-US" altLang="en-US" sz="18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sng" strike="noStrike" cap="none" normalizeH="0" baseline="0" dirty="0">
                <a:ln>
                  <a:noFill/>
                </a:ln>
                <a:solidFill>
                  <a:srgbClr val="0000FF"/>
                </a:solidFill>
                <a:effectLst/>
                <a:latin typeface="Arial" panose="020B0604020202020204" pitchFamily="34" charset="0"/>
                <a:ea typeface="Times New Roman" panose="02020603050405020304" pitchFamily="18" charset="0"/>
                <a:hlinkClick r:id="rId3"/>
              </a:rPr>
              <a:t>Oracle Integration 3 - Using OIC Native Actions to Harness OCI Services(OIC + OCI Functions) </a:t>
            </a:r>
            <a:r>
              <a:rPr kumimoji="0" lang="en-US" altLang="en-US" sz="1800" b="1" i="0" u="sng" strike="noStrike" cap="none" normalizeH="0" baseline="0" dirty="0" err="1">
                <a:ln>
                  <a:noFill/>
                </a:ln>
                <a:solidFill>
                  <a:srgbClr val="0000FF"/>
                </a:solidFill>
                <a:effectLst/>
                <a:latin typeface="Arial" panose="020B0604020202020204" pitchFamily="34" charset="0"/>
                <a:ea typeface="Times New Roman" panose="02020603050405020304" pitchFamily="18" charset="0"/>
                <a:hlinkClick r:id="rId3"/>
              </a:rPr>
              <a:t>livelab</a:t>
            </a:r>
            <a:r>
              <a:rPr kumimoji="0" lang="en-US" altLang="en-US" sz="18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13" name="AutoShape 5" descr="OCI Function with a custom image | Enrico Pesce's blog">
            <a:extLst>
              <a:ext uri="{FF2B5EF4-FFF2-40B4-BE49-F238E27FC236}">
                <a16:creationId xmlns:a16="http://schemas.microsoft.com/office/drawing/2014/main" id="{B31EA23A-FCDD-B521-158F-F2D0790E27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21019A01-61C8-06E4-FCD2-3E705A5F0BCC}"/>
              </a:ext>
            </a:extLst>
          </p:cNvPr>
          <p:cNvPicPr>
            <a:picLocks noChangeAspect="1"/>
          </p:cNvPicPr>
          <p:nvPr/>
        </p:nvPicPr>
        <p:blipFill>
          <a:blip r:embed="rId4"/>
          <a:stretch>
            <a:fillRect/>
          </a:stretch>
        </p:blipFill>
        <p:spPr>
          <a:xfrm>
            <a:off x="2278650" y="1998073"/>
            <a:ext cx="2297037" cy="882019"/>
          </a:xfrm>
          <a:prstGeom prst="rect">
            <a:avLst/>
          </a:prstGeom>
        </p:spPr>
      </p:pic>
      <p:pic>
        <p:nvPicPr>
          <p:cNvPr id="15" name="Picture 2" descr="Mastering Data Stitch in OIC: Assign, Append, and Remove | by Harsrita  Mishra | Medium">
            <a:extLst>
              <a:ext uri="{FF2B5EF4-FFF2-40B4-BE49-F238E27FC236}">
                <a16:creationId xmlns:a16="http://schemas.microsoft.com/office/drawing/2014/main" id="{D2E9C3A0-F97B-7AEE-359F-DB9AEB6A9B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875" y="1902110"/>
            <a:ext cx="1404170" cy="111695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E50BBCEA-FABC-7BCB-408C-AE5A02954250}"/>
              </a:ext>
            </a:extLst>
          </p:cNvPr>
          <p:cNvGrpSpPr/>
          <p:nvPr/>
        </p:nvGrpSpPr>
        <p:grpSpPr>
          <a:xfrm>
            <a:off x="2124654" y="2266948"/>
            <a:ext cx="387275" cy="387275"/>
            <a:chOff x="2694789" y="1323191"/>
            <a:chExt cx="387275" cy="387275"/>
          </a:xfrm>
        </p:grpSpPr>
        <p:sp>
          <p:nvSpPr>
            <p:cNvPr id="16" name="Rectangle 15">
              <a:extLst>
                <a:ext uri="{FF2B5EF4-FFF2-40B4-BE49-F238E27FC236}">
                  <a16:creationId xmlns:a16="http://schemas.microsoft.com/office/drawing/2014/main" id="{E4D2FD67-2C92-911F-9A70-D6F538FD351B}"/>
                </a:ext>
              </a:extLst>
            </p:cNvPr>
            <p:cNvSpPr/>
            <p:nvPr/>
          </p:nvSpPr>
          <p:spPr>
            <a:xfrm>
              <a:off x="2850776" y="1323191"/>
              <a:ext cx="75304" cy="387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53F7C2-549F-46A3-B745-499999D17B25}"/>
                </a:ext>
              </a:extLst>
            </p:cNvPr>
            <p:cNvSpPr/>
            <p:nvPr/>
          </p:nvSpPr>
          <p:spPr>
            <a:xfrm rot="5400000">
              <a:off x="2850775" y="1324626"/>
              <a:ext cx="75304" cy="387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893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00AB-D727-EA48-8A56-C323EF169337}"/>
              </a:ext>
            </a:extLst>
          </p:cNvPr>
          <p:cNvSpPr>
            <a:spLocks noGrp="1"/>
          </p:cNvSpPr>
          <p:nvPr>
            <p:ph type="title"/>
          </p:nvPr>
        </p:nvSpPr>
        <p:spPr/>
        <p:txBody>
          <a:bodyPr/>
          <a:lstStyle/>
          <a:p>
            <a:r>
              <a:rPr lang="en-US" dirty="0"/>
              <a:t>Learn more</a:t>
            </a:r>
          </a:p>
        </p:txBody>
      </p:sp>
      <p:sp>
        <p:nvSpPr>
          <p:cNvPr id="3" name="Text Placeholder 2">
            <a:extLst>
              <a:ext uri="{FF2B5EF4-FFF2-40B4-BE49-F238E27FC236}">
                <a16:creationId xmlns:a16="http://schemas.microsoft.com/office/drawing/2014/main" id="{693311D5-8DFA-C743-93D5-491DC8E9EB1D}"/>
              </a:ext>
            </a:extLst>
          </p:cNvPr>
          <p:cNvSpPr>
            <a:spLocks noGrp="1"/>
          </p:cNvSpPr>
          <p:nvPr>
            <p:ph type="body" idx="1"/>
          </p:nvPr>
        </p:nvSpPr>
        <p:spPr>
          <a:xfrm>
            <a:off x="762000" y="5928787"/>
            <a:ext cx="9887835" cy="365760"/>
          </a:xfrm>
        </p:spPr>
        <p:txBody>
          <a:bodyPr/>
          <a:lstStyle/>
          <a:p>
            <a:pPr marL="285750" indent="-285750">
              <a:buFont typeface="Arial" panose="020B0604020202020204" pitchFamily="34" charset="0"/>
              <a:buChar char="•"/>
            </a:pPr>
            <a:r>
              <a:rPr lang="en-US" dirty="0"/>
              <a:t>Visit </a:t>
            </a:r>
            <a:r>
              <a:rPr lang="en-US" dirty="0">
                <a:hlinkClick r:id="rId3"/>
              </a:rPr>
              <a:t>https://www.oracle.com/integration/</a:t>
            </a:r>
            <a:r>
              <a:rPr lang="en-US" dirty="0"/>
              <a:t> </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Footer Placeholder 3">
            <a:extLst>
              <a:ext uri="{FF2B5EF4-FFF2-40B4-BE49-F238E27FC236}">
                <a16:creationId xmlns:a16="http://schemas.microsoft.com/office/drawing/2014/main" id="{CF8128F9-8A79-FF4A-A46A-95524692591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8580"/>
                </a:solidFill>
                <a:effectLst/>
                <a:uLnTx/>
                <a:uFillTx/>
                <a:latin typeface="Oracle Sans"/>
                <a:ea typeface="+mn-ea"/>
                <a:cs typeface="+mn-cs"/>
              </a:rPr>
              <a:t>Copyright © 2025, Oracle and/or its affiliates</a:t>
            </a:r>
          </a:p>
        </p:txBody>
      </p:sp>
      <p:sp>
        <p:nvSpPr>
          <p:cNvPr id="5" name="Slide Number Placeholder 4">
            <a:extLst>
              <a:ext uri="{FF2B5EF4-FFF2-40B4-BE49-F238E27FC236}">
                <a16:creationId xmlns:a16="http://schemas.microsoft.com/office/drawing/2014/main" id="{04ECE854-C03F-2F44-B2B3-298B10F6523C}"/>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371504-33D9-B044-8C50-620C44A06CB1}" type="slidenum">
              <a:rPr kumimoji="0" lang="en-US" sz="1000" b="0" i="0" u="none" strike="noStrike" kern="1200" cap="none" spc="0" normalizeH="0" baseline="0" noProof="0" smtClean="0">
                <a:ln>
                  <a:noFill/>
                </a:ln>
                <a:solidFill>
                  <a:srgbClr val="8B8580"/>
                </a:solidFill>
                <a:effectLst/>
                <a:uLnTx/>
                <a:uFillTx/>
                <a:latin typeface="Oracle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dirty="0">
              <a:ln>
                <a:noFill/>
              </a:ln>
              <a:solidFill>
                <a:srgbClr val="8B8580"/>
              </a:solidFill>
              <a:effectLst/>
              <a:uLnTx/>
              <a:uFillTx/>
              <a:latin typeface="Oracle Sans"/>
              <a:ea typeface="+mn-ea"/>
              <a:cs typeface="+mn-cs"/>
            </a:endParaRPr>
          </a:p>
        </p:txBody>
      </p:sp>
      <p:pic>
        <p:nvPicPr>
          <p:cNvPr id="8" name="Picture 7">
            <a:extLst>
              <a:ext uri="{FF2B5EF4-FFF2-40B4-BE49-F238E27FC236}">
                <a16:creationId xmlns:a16="http://schemas.microsoft.com/office/drawing/2014/main" id="{BD65ABCD-942F-3DB3-801B-23CA3786BFCF}"/>
              </a:ext>
            </a:extLst>
          </p:cNvPr>
          <p:cNvPicPr>
            <a:picLocks noChangeAspect="1"/>
          </p:cNvPicPr>
          <p:nvPr/>
        </p:nvPicPr>
        <p:blipFill>
          <a:blip r:embed="rId4"/>
          <a:stretch>
            <a:fillRect/>
          </a:stretch>
        </p:blipFill>
        <p:spPr>
          <a:xfrm>
            <a:off x="2834640" y="1004584"/>
            <a:ext cx="8753856" cy="4924044"/>
          </a:xfrm>
          <a:prstGeom prst="rect">
            <a:avLst/>
          </a:prstGeom>
        </p:spPr>
      </p:pic>
    </p:spTree>
    <p:extLst>
      <p:ext uri="{BB962C8B-B14F-4D97-AF65-F5344CB8AC3E}">
        <p14:creationId xmlns:p14="http://schemas.microsoft.com/office/powerpoint/2010/main" val="241626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CA8604-E0CD-4C95-8EAF-3E4531F4806C}"/>
              </a:ext>
            </a:extLst>
          </p:cNvPr>
          <p:cNvSpPr>
            <a:spLocks noGrp="1"/>
          </p:cNvSpPr>
          <p:nvPr>
            <p:ph type="title"/>
          </p:nvPr>
        </p:nvSpPr>
        <p:spPr/>
        <p:txBody>
          <a:bodyPr/>
          <a:lstStyle/>
          <a:p>
            <a:r>
              <a:rPr lang="en-US" dirty="0"/>
              <a:t>Thank you</a:t>
            </a:r>
          </a:p>
        </p:txBody>
      </p:sp>
      <p:sp>
        <p:nvSpPr>
          <p:cNvPr id="10" name="Text Placeholder 9">
            <a:extLst>
              <a:ext uri="{FF2B5EF4-FFF2-40B4-BE49-F238E27FC236}">
                <a16:creationId xmlns:a16="http://schemas.microsoft.com/office/drawing/2014/main" id="{AD6C5BA7-B57A-4D52-81D4-9093F7D6072C}"/>
              </a:ext>
            </a:extLst>
          </p:cNvPr>
          <p:cNvSpPr>
            <a:spLocks noGrp="1"/>
          </p:cNvSpPr>
          <p:nvPr>
            <p:ph type="body" sz="quarter" idx="37"/>
          </p:nvPr>
        </p:nvSpPr>
        <p:spPr/>
        <p:txBody>
          <a:bodyPr/>
          <a:lstStyle/>
          <a:p>
            <a:endParaRPr lang="en-US"/>
          </a:p>
        </p:txBody>
      </p:sp>
      <p:sp>
        <p:nvSpPr>
          <p:cNvPr id="9" name="Text Placeholder 8">
            <a:extLst>
              <a:ext uri="{FF2B5EF4-FFF2-40B4-BE49-F238E27FC236}">
                <a16:creationId xmlns:a16="http://schemas.microsoft.com/office/drawing/2014/main" id="{923BF3B0-A520-45DA-AB6E-1B89CD72EA20}"/>
              </a:ext>
            </a:extLst>
          </p:cNvPr>
          <p:cNvSpPr>
            <a:spLocks noGrp="1"/>
          </p:cNvSpPr>
          <p:nvPr>
            <p:ph type="body" sz="quarter" idx="36"/>
          </p:nvPr>
        </p:nvSpPr>
        <p:spPr/>
        <p:txBody>
          <a:bodyPr/>
          <a:lstStyle/>
          <a:p>
            <a:endParaRPr lang="en-US" dirty="0"/>
          </a:p>
        </p:txBody>
      </p:sp>
      <p:sp>
        <p:nvSpPr>
          <p:cNvPr id="5" name="Date Placeholder 4">
            <a:extLst>
              <a:ext uri="{FF2B5EF4-FFF2-40B4-BE49-F238E27FC236}">
                <a16:creationId xmlns:a16="http://schemas.microsoft.com/office/drawing/2014/main" id="{DEF8AD19-9D8C-4C45-8733-4D57E72A2CD4}"/>
              </a:ext>
            </a:extLst>
          </p:cNvPr>
          <p:cNvSpPr>
            <a:spLocks noGrp="1"/>
          </p:cNvSpPr>
          <p:nvPr>
            <p:ph type="dt" sz="half" idx="38"/>
          </p:nvPr>
        </p:nvSpPr>
        <p:spPr/>
        <p:txBody>
          <a:bodyPr/>
          <a:lstStyle/>
          <a:p>
            <a:r>
              <a:rPr lang="en-US" dirty="0"/>
              <a:t>[July 2025]</a:t>
            </a:r>
          </a:p>
        </p:txBody>
      </p:sp>
      <p:sp>
        <p:nvSpPr>
          <p:cNvPr id="6" name="Footer Placeholder 5">
            <a:extLst>
              <a:ext uri="{FF2B5EF4-FFF2-40B4-BE49-F238E27FC236}">
                <a16:creationId xmlns:a16="http://schemas.microsoft.com/office/drawing/2014/main" id="{9BBCE16F-4A58-4C9B-8327-1DE2BDFE8B99}"/>
              </a:ext>
            </a:extLst>
          </p:cNvPr>
          <p:cNvSpPr>
            <a:spLocks noGrp="1"/>
          </p:cNvSpPr>
          <p:nvPr>
            <p:ph type="ftr" sz="quarter" idx="39"/>
          </p:nvPr>
        </p:nvSpPr>
        <p:spPr/>
        <p:txBody>
          <a:bodyPr/>
          <a:lstStyle/>
          <a:p>
            <a:r>
              <a:rPr lang="en-US" dirty="0"/>
              <a:t>Copyright © 2025, Oracle and/or its affiliates</a:t>
            </a:r>
          </a:p>
        </p:txBody>
      </p:sp>
      <p:sp>
        <p:nvSpPr>
          <p:cNvPr id="7" name="Slide Number Placeholder 6">
            <a:extLst>
              <a:ext uri="{FF2B5EF4-FFF2-40B4-BE49-F238E27FC236}">
                <a16:creationId xmlns:a16="http://schemas.microsoft.com/office/drawing/2014/main" id="{F4552861-DBFC-4334-824A-1E13314F041F}"/>
              </a:ext>
            </a:extLst>
          </p:cNvPr>
          <p:cNvSpPr>
            <a:spLocks noGrp="1"/>
          </p:cNvSpPr>
          <p:nvPr>
            <p:ph type="sldNum" sz="quarter" idx="40"/>
          </p:nvPr>
        </p:nvSpPr>
        <p:spPr/>
        <p:txBody>
          <a:bodyPr/>
          <a:lstStyle/>
          <a:p>
            <a:fld id="{345D60D9-5372-5F40-9443-0F9AE5BDC3C8}" type="slidenum">
              <a:rPr lang="en-US" smtClean="0"/>
              <a:pPr/>
              <a:t>10</a:t>
            </a:fld>
            <a:endParaRPr lang="en-US" dirty="0"/>
          </a:p>
        </p:txBody>
      </p:sp>
    </p:spTree>
    <p:extLst>
      <p:ext uri="{BB962C8B-B14F-4D97-AF65-F5344CB8AC3E}">
        <p14:creationId xmlns:p14="http://schemas.microsoft.com/office/powerpoint/2010/main" val="1060144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25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svg="http://schemas.microsoft.com/office/drawing/2016/SVG/main" xmlns:a14="http://schemas.microsoft.com/office/drawing/2010/main" xmlns:a16="http://schemas.microsoft.com/office/drawing/2014/main" xmlns="">
      <p:transition spd="med">
        <p:fade/>
      </p:transition>
    </mc:Fallback>
  </mc:AlternateContent>
</p:sld>
</file>

<file path=ppt/theme/theme1.xml><?xml version="1.0" encoding="utf-8"?>
<a:theme xmlns:a="http://schemas.openxmlformats.org/drawingml/2006/main" name="Parent Master Pillars">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Redwood Modern v1.2" id="{91D5594C-572C-3D46-8656-1C1959C7DC0F}" vid="{79831EF4-9A9E-1944-869B-2008F807A50B}"/>
    </a:ext>
  </a:extLst>
</a:theme>
</file>

<file path=ppt/theme/theme2.xml><?xml version="1.0" encoding="utf-8"?>
<a:theme xmlns:a="http://schemas.openxmlformats.org/drawingml/2006/main" name="1_Parent Master Pillars">
  <a:themeElements>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1EFED"/>
        </a:solidFill>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R="0" algn="l" defTabSz="914400" rtl="0" eaLnBrk="1" fontAlgn="auto" latinLnBrk="0" hangingPunct="1">
          <a:lnSpc>
            <a:spcPct val="110000"/>
          </a:lnSpc>
          <a:spcBef>
            <a:spcPts val="0"/>
          </a:spcBef>
          <a:spcAft>
            <a:spcPts val="1200"/>
          </a:spcAft>
          <a:buClrTx/>
          <a:buSzTx/>
          <a:tabLst/>
          <a:defRPr kumimoji="0" sz="1400" b="0" i="0" u="none" strike="noStrike" kern="1200" cap="none" spc="0" normalizeH="0" baseline="0" noProof="0" dirty="0">
            <a:ln>
              <a:noFill/>
            </a:ln>
            <a:solidFill>
              <a:srgbClr val="000000"/>
            </a:solidFill>
            <a:effectLst/>
            <a:uLnTx/>
            <a:uFillTx/>
            <a:cs typeface="Arial" panose="020B0604020202020204" pitchFamily="34" charset="0"/>
          </a:defRPr>
        </a:defPPr>
      </a:lstStyle>
    </a:spDef>
    <a:txDef>
      <a:spPr/>
      <a:bodyPr wrap="square" lIns="0" tIns="0" rIns="0" bIns="0">
        <a:noAutofit/>
      </a:bodyPr>
      <a:lstStyle>
        <a:defPPr algn="l">
          <a:defRPr dirty="0"/>
        </a:defPPr>
      </a:lstStyle>
    </a:tx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ACD62"/>
    </a:custClr>
    <a:custClr name="Highlight/numbered list light theme">
      <a:srgbClr val="AE562C"/>
    </a:custClr>
    <a:custClr name="Hyperlink light theme (default)">
      <a:srgbClr val="2C5967"/>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Redwood Modern v1.2a.potx" id="{2DCB3DD6-FF32-4C5B-94C6-FEEEE0758C80}" vid="{10848349-FBFC-4443-B9C7-92936F04B5AC}"/>
    </a:ext>
  </a:extLst>
</a:theme>
</file>

<file path=ppt/theme/theme3.xml><?xml version="1.0" encoding="utf-8"?>
<a:theme xmlns:a="http://schemas.openxmlformats.org/drawingml/2006/main" name="Oracle 042821 Modern v1.1">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racle Sans Tabular">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 name="Position 6">
      <a:srgbClr val="FFFFFF"/>
    </a:custClr>
    <a:custClr name="Highlight/hyperlink dark theme">
      <a:srgbClr val="F0CC71"/>
    </a:custClr>
    <a:custClr name="Highlight/numbered list light theme">
      <a:srgbClr val="AE562C"/>
    </a:custClr>
    <a:custClr name="Hyperlink light theme (default)">
      <a:srgbClr val="00688C"/>
    </a:custClr>
    <a:custClr name="Numbered list dark theme">
      <a:srgbClr val="759C6C"/>
    </a:custClr>
    <a:custClr name="Brand: Neutral 30">
      <a:srgbClr val="F1EFED"/>
    </a:custClr>
    <a:custClr name="Developer: Pebble 30">
      <a:srgbClr val="E7F0FD"/>
    </a:custClr>
    <a:custClr name="Database: Slate 30">
      <a:srgbClr val="E7F2F2"/>
    </a:custClr>
    <a:custClr name="Cloud Platform: Pine 30">
      <a:srgbClr val="E0F5E7"/>
    </a:custClr>
    <a:custClr name="Finance / Operations: Teal 30">
      <a:srgbClr val="E8F1F0"/>
    </a:custClr>
    <a:custClr name="NetSuite: Ocean 30">
      <a:srgbClr val="E7F2F5"/>
    </a:custClr>
    <a:custClr name="GBU: Lilac 30">
      <a:srgbClr val="EBEFFE"/>
    </a:custClr>
    <a:custClr name="CX/Marketing: Plum 30">
      <a:srgbClr val="F5ECFB"/>
    </a:custClr>
    <a:custClr name="HCM/HR: Rose 30">
      <a:srgbClr val="FBECEF"/>
    </a:custClr>
    <a:custClr name="SCM: Sienna 30">
      <a:srgbClr val="FCEDD9"/>
    </a:custClr>
    <a:custClr name="Brand: Neutral 70">
      <a:srgbClr val="AEA8A2"/>
    </a:custClr>
    <a:custClr name="Developer: Pebble 70">
      <a:srgbClr val="A2AAB6"/>
    </a:custClr>
    <a:custClr name="Database: Slate 70">
      <a:srgbClr val="99ADAE"/>
    </a:custClr>
    <a:custClr name="Cloud Platform: Pine 70">
      <a:srgbClr val="86B596"/>
    </a:custClr>
    <a:custClr name="Finance / Operations: Teal 70">
      <a:srgbClr val="89B2B0"/>
    </a:custClr>
    <a:custClr name="NetSuite: Ocean 70">
      <a:srgbClr val="81B2C3"/>
    </a:custClr>
    <a:custClr name="GBU: Lilac 70">
      <a:srgbClr val="A0A9C5"/>
    </a:custClr>
    <a:custClr name="CX/Marketing: Plum 70">
      <a:srgbClr val="B7A1C4"/>
    </a:custClr>
    <a:custClr name="HCM/HR: Rose 70">
      <a:srgbClr val="CE9BA7"/>
    </a:custClr>
    <a:custClr name="SCM: Sienna 70">
      <a:srgbClr val="D39F5D"/>
    </a:custClr>
    <a:custClr name="Brand: Neutral 140">
      <a:srgbClr val="514C47"/>
    </a:custClr>
    <a:custClr name="Developer: Pebble 140">
      <a:srgbClr val="494D53"/>
    </a:custClr>
    <a:custClr name="Database: Slate 140">
      <a:srgbClr val="464F4F"/>
    </a:custClr>
    <a:custClr name="Cloud Platform: Pine 140">
      <a:srgbClr val="33553C"/>
    </a:custClr>
    <a:custClr name="Finance / Operations: Teal 140">
      <a:srgbClr val="315357"/>
    </a:custClr>
    <a:custClr name="NetSuite: Ocean 140">
      <a:srgbClr val="2C5266"/>
    </a:custClr>
    <a:custClr name="GBU: Lilac 140">
      <a:srgbClr val="464C68"/>
    </a:custClr>
    <a:custClr name="CX/Marketing: Plum 140">
      <a:srgbClr val="594564"/>
    </a:custClr>
    <a:custClr name="HCM/HR: Rose 140">
      <a:srgbClr val="6C3F49"/>
    </a:custClr>
    <a:custClr name="SCM: Sienna 140">
      <a:srgbClr val="713F25"/>
    </a:custClr>
    <a:custClr name="Brand: Neutral 170">
      <a:srgbClr val="312D2A"/>
    </a:custClr>
    <a:custClr name="Developer: Pebble 170">
      <a:srgbClr val="2B2E32"/>
    </a:custClr>
    <a:custClr name="Database: Slate 170">
      <a:srgbClr val="2A2F2F"/>
    </a:custClr>
    <a:custClr name="Cloud Platform: Pine 170">
      <a:srgbClr val="1E3224"/>
    </a:custClr>
    <a:custClr name="Finance / Operations: Teal 170">
      <a:srgbClr val="1E3133"/>
    </a:custClr>
    <a:custClr name="NetSuite: Ocean 170">
      <a:srgbClr val="1A2F3F"/>
    </a:custClr>
    <a:custClr name="GBU: Lilac 170">
      <a:srgbClr val="2A2D3F"/>
    </a:custClr>
    <a:custClr name="CX/Marketing: Plum 170">
      <a:srgbClr val="36293C"/>
    </a:custClr>
    <a:custClr name="HCM/HR: Rose 170">
      <a:srgbClr val="41242B"/>
    </a:custClr>
    <a:custClr name="SCM: Sienna 170">
      <a:srgbClr val="442616"/>
    </a:custClr>
  </a:custClrLst>
  <a:extLst>
    <a:ext uri="{05A4C25C-085E-4340-85A3-A5531E510DB2}">
      <thm15:themeFamily xmlns:thm15="http://schemas.microsoft.com/office/thememl/2012/main" name="Oracle 042821 Modern v1.1" id="{B6B88F1C-38D5-FD46-A72A-38E201A453FC}" vid="{8F717743-E7FC-DB42-860D-2F7964FD704C}"/>
    </a:ext>
  </a:extLst>
</a:theme>
</file>

<file path=ppt/theme/theme4.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racle 1.13 original colors">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ppt/theme/themeOverride2.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ppt/theme/themeOverride3.xml><?xml version="1.0" encoding="utf-8"?>
<a:themeOverride xmlns:a="http://schemas.openxmlformats.org/drawingml/2006/main">
  <a:clrScheme name="Oracle Redwood 0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7E067267C41E4F928072D31B235A1E" ma:contentTypeVersion="18" ma:contentTypeDescription="Create a new document." ma:contentTypeScope="" ma:versionID="3d28caa4f3cc9f722d8655fc559353c6">
  <xsd:schema xmlns:xsd="http://www.w3.org/2001/XMLSchema" xmlns:xs="http://www.w3.org/2001/XMLSchema" xmlns:p="http://schemas.microsoft.com/office/2006/metadata/properties" xmlns:ns1="http://schemas.microsoft.com/sharepoint/v3" xmlns:ns2="73149256-34ff-44ac-bf26-39603c895ff6" xmlns:ns3="91be1493-8498-4e91-b3ef-e8237501b9e6" targetNamespace="http://schemas.microsoft.com/office/2006/metadata/properties" ma:root="true" ma:fieldsID="9183f66b5e4d7332ae6d96fd234f4c76" ns1:_="" ns2:_="" ns3:_="">
    <xsd:import namespace="http://schemas.microsoft.com/sharepoint/v3"/>
    <xsd:import namespace="73149256-34ff-44ac-bf26-39603c895ff6"/>
    <xsd:import namespace="91be1493-8498-4e91-b3ef-e8237501b9e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MediaServiceObjectDetectorVersion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_Flow_SignoffStatus" minOccurs="0"/>
                <xsd:element ref="ns2:Tip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149256-34ff-44ac-bf26-39603c895f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4b6b08d2-6182-4197-8221-8710a9404ce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_Flow_SignoffStatus" ma:index="23" nillable="true" ma:displayName="Sign-off status" ma:internalName="_x0024_Resources_x003a_core_x002c_Signoff_Status">
      <xsd:simpleType>
        <xsd:restriction base="dms:Text"/>
      </xsd:simpleType>
    </xsd:element>
    <xsd:element name="Tips" ma:index="24" nillable="true" ma:displayName="Tips" ma:description="Tips to using sample app" ma:format="Dropdown" ma:internalName="Tips">
      <xsd:simpleType>
        <xsd:restriction base="dms:Note">
          <xsd:maxLength value="255"/>
        </xsd:restriction>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be1493-8498-4e91-b3ef-e8237501b9e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3e799d93-7d4e-4622-aa84-c920bf75f5da}" ma:internalName="TaxCatchAll" ma:showField="CatchAllData" ma:web="91be1493-8498-4e91-b3ef-e8237501b9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Flow_SignoffStatus xmlns="73149256-34ff-44ac-bf26-39603c895ff6" xsi:nil="true"/>
    <lcf76f155ced4ddcb4097134ff3c332f xmlns="73149256-34ff-44ac-bf26-39603c895ff6">
      <Terms xmlns="http://schemas.microsoft.com/office/infopath/2007/PartnerControls"/>
    </lcf76f155ced4ddcb4097134ff3c332f>
    <_ip_UnifiedCompliancePolicyProperties xmlns="http://schemas.microsoft.com/sharepoint/v3" xsi:nil="true"/>
    <Tips xmlns="73149256-34ff-44ac-bf26-39603c895ff6" xsi:nil="true"/>
    <TaxCatchAll xmlns="91be1493-8498-4e91-b3ef-e8237501b9e6" xsi:nil="true"/>
  </documentManagement>
</p:properties>
</file>

<file path=customXml/itemProps1.xml><?xml version="1.0" encoding="utf-8"?>
<ds:datastoreItem xmlns:ds="http://schemas.openxmlformats.org/officeDocument/2006/customXml" ds:itemID="{D4637B7B-8826-4138-90F6-38BACBBCDC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149256-34ff-44ac-bf26-39603c895ff6"/>
    <ds:schemaRef ds:uri="91be1493-8498-4e91-b3ef-e8237501b9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A1DE50-E232-4091-AD17-383639D37D33}">
  <ds:schemaRefs>
    <ds:schemaRef ds:uri="http://schemas.microsoft.com/sharepoint/v3/contenttype/forms"/>
  </ds:schemaRefs>
</ds:datastoreItem>
</file>

<file path=customXml/itemProps3.xml><?xml version="1.0" encoding="utf-8"?>
<ds:datastoreItem xmlns:ds="http://schemas.openxmlformats.org/officeDocument/2006/customXml" ds:itemID="{AB4B6083-9BD8-467B-9CB2-3E5BEF761437}">
  <ds:schemaRefs>
    <ds:schemaRef ds:uri="http://schemas.microsoft.com/office/2006/metadata/properties"/>
    <ds:schemaRef ds:uri="http://schemas.microsoft.com/office/infopath/2007/PartnerControls"/>
    <ds:schemaRef ds:uri="http://schemas.microsoft.com/sharepoint/v3"/>
    <ds:schemaRef ds:uri="73149256-34ff-44ac-bf26-39603c895ff6"/>
    <ds:schemaRef ds:uri="91be1493-8498-4e91-b3ef-e8237501b9e6"/>
  </ds:schemaRefs>
</ds:datastoreItem>
</file>

<file path=docMetadata/LabelInfo.xml><?xml version="1.0" encoding="utf-8"?>
<clbl:labelList xmlns:clbl="http://schemas.microsoft.com/office/2020/mipLabelMetadata">
  <clbl:label id="{3c76ce46-357f-46de-88d6-77b9bbb83c46}" enabled="1" method="Privileged" siteId="{4e2c6054-71cb-48f1-bd6c-3a9705aca71b}" contentBits="0" removed="0"/>
</clbl:labelList>
</file>

<file path=docProps/app.xml><?xml version="1.0" encoding="utf-8"?>
<Properties xmlns="http://schemas.openxmlformats.org/officeDocument/2006/extended-properties" xmlns:vt="http://schemas.openxmlformats.org/officeDocument/2006/docPropsVTypes">
  <Template>Oracle Redwood Modern v1.1 2021-04-07</Template>
  <TotalTime>4287</TotalTime>
  <Words>871</Words>
  <Application>Microsoft Office PowerPoint</Application>
  <PresentationFormat>Widescreen</PresentationFormat>
  <Paragraphs>120</Paragraphs>
  <Slides>11</Slides>
  <Notes>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11</vt:i4>
      </vt:variant>
    </vt:vector>
  </HeadingPairs>
  <TitlesOfParts>
    <vt:vector size="24" baseType="lpstr">
      <vt:lpstr>Arial</vt:lpstr>
      <vt:lpstr>Calibri</vt:lpstr>
      <vt:lpstr>Georgia</vt:lpstr>
      <vt:lpstr>Oracle Sans</vt:lpstr>
      <vt:lpstr>Oracle Sans Light</vt:lpstr>
      <vt:lpstr>Oracle Sans Tab</vt:lpstr>
      <vt:lpstr>Oracle Sans Tab Light</vt:lpstr>
      <vt:lpstr>OracleSansVF</vt:lpstr>
      <vt:lpstr>System Font Regular</vt:lpstr>
      <vt:lpstr>Visby CF Medium</vt:lpstr>
      <vt:lpstr>Parent Master Pillars</vt:lpstr>
      <vt:lpstr>1_Parent Master Pillars</vt:lpstr>
      <vt:lpstr>Oracle 042821 Modern v1.1</vt:lpstr>
      <vt:lpstr>Microservices Orchestration and Workflows</vt:lpstr>
      <vt:lpstr>PowerPoint Presentation</vt:lpstr>
      <vt:lpstr>PowerPoint Presentation</vt:lpstr>
      <vt:lpstr>AWS Step Functions</vt:lpstr>
      <vt:lpstr>Oracle Integration Cloud (OIC)</vt:lpstr>
      <vt:lpstr>Key Differences</vt:lpstr>
      <vt:lpstr>PowerPoint Presentation</vt:lpstr>
      <vt:lpstr>Replace AWS Step Functions with OCI Services</vt:lpstr>
      <vt:lpstr>Learn more</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different about this template?</dc:title>
  <dc:creator>Valeria Chiran</dc:creator>
  <cp:lastModifiedBy>Peter Obert</cp:lastModifiedBy>
  <cp:revision>315</cp:revision>
  <dcterms:created xsi:type="dcterms:W3CDTF">2021-06-23T08:11:01Z</dcterms:created>
  <dcterms:modified xsi:type="dcterms:W3CDTF">2026-04-21T08:28:17Z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2231507</vt:lpwstr>
  </property>
  <property fmtid="{D5CDD505-2E9C-101B-9397-08002B2CF9AE}" pid="3" name="NXPowerLiteSettings">
    <vt:lpwstr>C700052003A000</vt:lpwstr>
  </property>
  <property fmtid="{D5CDD505-2E9C-101B-9397-08002B2CF9AE}" pid="4" name="NXPowerLiteVersion">
    <vt:lpwstr>D8.0.11</vt:lpwstr>
  </property>
  <property fmtid="{D5CDD505-2E9C-101B-9397-08002B2CF9AE}" pid="5" name="ClassificationContentMarkingFooterLocations">
    <vt:lpwstr>Parent Master Pillars:7\1_Parent Master Pillars:7\Oracle 042821 Modern v1.1:7</vt:lpwstr>
  </property>
  <property fmtid="{D5CDD505-2E9C-101B-9397-08002B2CF9AE}" pid="6" name="ClassificationContentMarkingFooterText">
    <vt:lpwstr>Confidential - Oracle Restricted</vt:lpwstr>
  </property>
  <property fmtid="{D5CDD505-2E9C-101B-9397-08002B2CF9AE}" pid="7" name="ClassificationContentMarkingHeaderLocations">
    <vt:lpwstr>Parent Master Pillars:6\1_Parent Master Pillars:6\Oracle 042821 Modern v1.1:6</vt:lpwstr>
  </property>
  <property fmtid="{D5CDD505-2E9C-101B-9397-08002B2CF9AE}" pid="8" name="ClassificationContentMarkingHeaderText">
    <vt:lpwstr>Confidential - Oracle Restricted</vt:lpwstr>
  </property>
  <property fmtid="{D5CDD505-2E9C-101B-9397-08002B2CF9AE}" pid="9" name="MSIP_Label_3c76ce46-357f-46de-88d6-77b9bbb83c46_Enabled">
    <vt:lpwstr>true</vt:lpwstr>
  </property>
  <property fmtid="{D5CDD505-2E9C-101B-9397-08002B2CF9AE}" pid="10" name="MSIP_Label_3c76ce46-357f-46de-88d6-77b9bbb83c46_SetDate">
    <vt:lpwstr>2025-09-16T12:05:25Z</vt:lpwstr>
  </property>
  <property fmtid="{D5CDD505-2E9C-101B-9397-08002B2CF9AE}" pid="11" name="MSIP_Label_3c76ce46-357f-46de-88d6-77b9bbb83c46_Method">
    <vt:lpwstr>Privileged</vt:lpwstr>
  </property>
  <property fmtid="{D5CDD505-2E9C-101B-9397-08002B2CF9AE}" pid="12" name="MSIP_Label_3c76ce46-357f-46de-88d6-77b9bbb83c46_Name">
    <vt:lpwstr>Public</vt:lpwstr>
  </property>
  <property fmtid="{D5CDD505-2E9C-101B-9397-08002B2CF9AE}" pid="13" name="MSIP_Label_3c76ce46-357f-46de-88d6-77b9bbb83c46_SiteId">
    <vt:lpwstr>4e2c6054-71cb-48f1-bd6c-3a9705aca71b</vt:lpwstr>
  </property>
  <property fmtid="{D5CDD505-2E9C-101B-9397-08002B2CF9AE}" pid="14" name="MSIP_Label_3c76ce46-357f-46de-88d6-77b9bbb83c46_ActionId">
    <vt:lpwstr>9fe2a875-2c3d-476c-8adc-9a5f5241ef14</vt:lpwstr>
  </property>
  <property fmtid="{D5CDD505-2E9C-101B-9397-08002B2CF9AE}" pid="15" name="MSIP_Label_3c76ce46-357f-46de-88d6-77b9bbb83c46_ContentBits">
    <vt:lpwstr>0</vt:lpwstr>
  </property>
  <property fmtid="{D5CDD505-2E9C-101B-9397-08002B2CF9AE}" pid="16" name="ContentTypeId">
    <vt:lpwstr>0x010100BB7E067267C41E4F928072D31B235A1E</vt:lpwstr>
  </property>
  <property fmtid="{D5CDD505-2E9C-101B-9397-08002B2CF9AE}" pid="17" name="MediaServiceImageTags">
    <vt:lpwstr/>
  </property>
</Properties>
</file>