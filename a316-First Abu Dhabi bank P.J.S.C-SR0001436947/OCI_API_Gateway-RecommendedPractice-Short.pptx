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API Gateway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 &amp;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· Serverless · Zero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Infrastructure  |  API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OCI API Gateway?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API Gateway is a fully managed, serverless service that publishes APIs with private or public endpoints — with zero infrastructure to manage.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8308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90195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3591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by OCI — no servers to provision, patch, or scale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78308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90195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23591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request model with automatic scaling to any traffic volume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78308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90195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Multi-Backend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23591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Functions, Compute, Kubernetes, Object Storage, or HTTP backends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recommendation for API management on OCI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1430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Functions, HTTP backends, Object Storage, or Stock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1430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35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validation, custom OCI Function authorizers, OAuth 2.0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4114800" cy="11430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58568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3405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request rates at deployment or route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58568"/>
            <a:ext cx="4114800" cy="11430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258568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Transform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3405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headers, query params, and body on the fly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4114800" cy="11430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57016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484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325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Cross-Origin Resource Sharing configuration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57016"/>
            <a:ext cx="4114800" cy="11430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557016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484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325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 with OCI Logging, Metrics &amp;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Architecture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1737360" cy="914400"/>
          </a:xfrm>
          <a:prstGeom prst="rect">
            <a:avLst/>
          </a:prstGeom>
          <a:solidFill>
            <a:srgbClr val="0E3F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/ API Consumer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201168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1874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1737360" cy="914400"/>
          </a:xfrm>
          <a:prstGeom prst="rect">
            <a:avLst/>
          </a:prstGeom>
          <a:solidFill>
            <a:srgbClr val="0E3F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DNS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resolution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874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173736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API Gateway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Auth · Rate Limit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201168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1874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1554480"/>
            <a:ext cx="1737360" cy="914400"/>
          </a:xfrm>
          <a:prstGeom prst="rect">
            <a:avLst/>
          </a:prstGeom>
          <a:solidFill>
            <a:srgbClr val="0E3F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· Compute · OKE · HTTP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15000" y="2468880"/>
            <a:ext cx="0" cy="36576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" y="3063240"/>
            <a:ext cx="1828800" cy="502920"/>
          </a:xfrm>
          <a:prstGeom prst="rect">
            <a:avLst/>
          </a:prstGeom>
          <a:solidFill>
            <a:srgbClr val="0E3F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IAM / JWT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3063240"/>
            <a:ext cx="1828800" cy="502920"/>
          </a:xfrm>
          <a:prstGeom prst="rect">
            <a:avLst/>
          </a:prstGeom>
          <a:solidFill>
            <a:srgbClr val="0E3F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Certificates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1828800" cy="502920"/>
          </a:xfrm>
          <a:prstGeom prst="rect">
            <a:avLst/>
          </a:prstGeom>
          <a:solidFill>
            <a:srgbClr val="0E3F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Logging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3063240"/>
            <a:ext cx="1828800" cy="502920"/>
          </a:xfrm>
          <a:prstGeom prst="rect">
            <a:avLst/>
          </a:prstGeom>
          <a:solidFill>
            <a:srgbClr val="0E3F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Monitoring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2816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OCI Services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57600"/>
          <a:ext cx="8412480" cy="1325880"/>
        </p:xfrm>
        <a:graphic>
          <a:graphicData uri="http://schemas.openxmlformats.org/drawingml/2006/table">
            <a:tbl>
              <a:tblPr/>
              <a:tblGrid>
                <a:gridCol w="2103120"/>
                <a:gridCol w="6309360"/>
              </a:tblGrid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DNS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/ Certs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Certificates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API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IAM / IDCS / Custom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/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Functions or OKE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Logging, APM,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Gateway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27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over the public internet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external-facing / consumer APIs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public IP and hostname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custom domain with OCI Certs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148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API Gateway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92040" y="162763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27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Intranet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only within a VCN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internal microservices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exposure — zero attack surface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backend-to-backend communication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09728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1615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VCN-Native Endpoints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gateway in a dedicated subnet with proper Security Lists &amp; NSGs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109728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8872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1615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Functions as Authorizers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43560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custom Function authorizers for API keys and custom token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160520" cy="109728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46888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963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Logging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1576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access logs to OCI Logging for auditing and debugging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60520" cy="109728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46888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963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Plans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71576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monetize API consumption per subscriber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4160520" cy="109728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4904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764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by Environment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99592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distinct API deployments for dev / staging / production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60520" cy="109728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74904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7764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Rate Limiting Early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9592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backends from traffic spikes at the gateway level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Consider Alternatives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lifecycle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(portal, versioning, analytics)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API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(built on top of API Gateway)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749808"/>
          </a:xfrm>
          <a:prstGeom prst="rect">
            <a:avLst/>
          </a:prstGeom>
          <a:solidFill>
            <a:srgbClr val="EE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API routing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4114800" cy="749808"/>
          </a:xfrm>
          <a:prstGeom prst="rect">
            <a:avLst/>
          </a:prstGeom>
          <a:solidFill>
            <a:srgbClr val="EE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3774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OKE + Ingress Controller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(NGINX, Traefik)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for east-west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traffic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246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Service Mesh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4114800" cy="749808"/>
          </a:xfrm>
          <a:prstGeom prst="rect">
            <a:avLst/>
          </a:prstGeom>
          <a:solidFill>
            <a:srgbClr val="EE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148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or third-party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preference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069080"/>
            <a:ext cx="4114800" cy="749808"/>
          </a:xfrm>
          <a:prstGeom prst="rect">
            <a:avLst/>
          </a:prstGeom>
          <a:solidFill>
            <a:srgbClr val="EE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1148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/ Apigee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OCI Compute)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960120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OCI use cases, the native OCI API Gateway is the clear recommendation.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2821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28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— zero infrastructure to manage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OCI integration out of the box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OCI Functions for custom authorizers &amp; logic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OCI IAM / IDCS for enterprise identity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production traffic automatically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4281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42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Usage Plans to control and monetize API access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API Gateway  |  Recommended API Management Platform on Oracle Cloud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API Gateway - Recommended Approach</dc:title>
  <dc:subject>PptxGenJS Presentation</dc:subject>
  <dc:creator>PptxGenJS</dc:creator>
  <cp:lastModifiedBy>PptxGenJS</cp:lastModifiedBy>
  <cp:revision>1</cp:revision>
  <dcterms:created xsi:type="dcterms:W3CDTF">2026-04-23T07:42:21Z</dcterms:created>
  <dcterms:modified xsi:type="dcterms:W3CDTF">2026-04-23T07:42:21Z</dcterms:modified>
</cp:coreProperties>
</file>