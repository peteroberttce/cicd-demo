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  <p:sldMasterId id="2147483992" r:id="rId2"/>
  </p:sldMasterIdLst>
  <p:notesMasterIdLst>
    <p:notesMasterId r:id="rId5"/>
  </p:notesMasterIdLst>
  <p:handoutMasterIdLst>
    <p:handoutMasterId r:id="rId6"/>
  </p:handoutMasterIdLst>
  <p:sldIdLst>
    <p:sldId id="7378" r:id="rId3"/>
    <p:sldId id="7380" r:id="rId4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1848" userDrawn="1">
          <p15:clr>
            <a:srgbClr val="A4A3A4"/>
          </p15:clr>
        </p15:guide>
        <p15:guide id="3" pos="1176" userDrawn="1">
          <p15:clr>
            <a:srgbClr val="A4A3A4"/>
          </p15:clr>
        </p15:guide>
        <p15:guide id="7" orient="horz" pos="1272" userDrawn="1">
          <p15:clr>
            <a:srgbClr val="A4A3A4"/>
          </p15:clr>
        </p15:guide>
        <p15:guide id="8" orient="horz" pos="1176" userDrawn="1">
          <p15:clr>
            <a:srgbClr val="A4A3A4"/>
          </p15:clr>
        </p15:guide>
        <p15:guide id="9" pos="2472" userDrawn="1">
          <p15:clr>
            <a:srgbClr val="A4A3A4"/>
          </p15:clr>
        </p15:guide>
        <p15:guide id="10" pos="2832" userDrawn="1">
          <p15:clr>
            <a:srgbClr val="A4A3A4"/>
          </p15:clr>
        </p15:guide>
        <p15:guide id="11" pos="3792" userDrawn="1">
          <p15:clr>
            <a:srgbClr val="A4A3A4"/>
          </p15:clr>
        </p15:guide>
        <p15:guide id="12" pos="4368" userDrawn="1">
          <p15:clr>
            <a:srgbClr val="A4A3A4"/>
          </p15:clr>
        </p15:guide>
        <p15:guide id="13" pos="5064" userDrawn="1">
          <p15:clr>
            <a:srgbClr val="A4A3A4"/>
          </p15:clr>
        </p15:guide>
        <p15:guide id="14" pos="5808" userDrawn="1">
          <p15:clr>
            <a:srgbClr val="A4A3A4"/>
          </p15:clr>
        </p15:guide>
        <p15:guide id="15" pos="6360" userDrawn="1">
          <p15:clr>
            <a:srgbClr val="A4A3A4"/>
          </p15:clr>
        </p15:guide>
        <p15:guide id="16" pos="6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6472"/>
    <a:srgbClr val="AE562C"/>
    <a:srgbClr val="FFFFFF"/>
    <a:srgbClr val="F5F4F2"/>
    <a:srgbClr val="F1F0EA"/>
    <a:srgbClr val="FCFBFA"/>
    <a:srgbClr val="2C5967"/>
    <a:srgbClr val="DE5B5B"/>
    <a:srgbClr val="E8908F"/>
    <a:srgbClr val="759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8" autoAdjust="0"/>
    <p:restoredTop sz="67625" autoAdjust="0"/>
  </p:normalViewPr>
  <p:slideViewPr>
    <p:cSldViewPr snapToGrid="0" showGuides="1">
      <p:cViewPr varScale="1">
        <p:scale>
          <a:sx n="62" d="100"/>
          <a:sy n="62" d="100"/>
        </p:scale>
        <p:origin x="1073" y="34"/>
      </p:cViewPr>
      <p:guideLst>
        <p:guide orient="horz" pos="1800"/>
        <p:guide pos="1848"/>
        <p:guide pos="1176"/>
        <p:guide orient="horz" pos="1272"/>
        <p:guide orient="horz" pos="1176"/>
        <p:guide pos="2472"/>
        <p:guide pos="2832"/>
        <p:guide pos="3792"/>
        <p:guide pos="4368"/>
        <p:guide pos="5064"/>
        <p:guide pos="5808"/>
        <p:guide pos="6360"/>
        <p:guide pos="6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2" d="100"/>
          <a:sy n="92" d="100"/>
        </p:scale>
        <p:origin x="7302" y="114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d Akbar" userId="34e1e98c-f1fc-408f-bc28-2fe92e69de3b" providerId="ADAL" clId="{2D6BA895-5213-49CE-BE75-D39A5ECC8558}"/>
    <pc:docChg chg="undo custSel modSld">
      <pc:chgData name="Saad Akbar" userId="34e1e98c-f1fc-408f-bc28-2fe92e69de3b" providerId="ADAL" clId="{2D6BA895-5213-49CE-BE75-D39A5ECC8558}" dt="2026-02-24T10:06:14.684" v="998" actId="1076"/>
      <pc:docMkLst>
        <pc:docMk/>
      </pc:docMkLst>
      <pc:sldChg chg="addSp modSp mod modNotesTx">
        <pc:chgData name="Saad Akbar" userId="34e1e98c-f1fc-408f-bc28-2fe92e69de3b" providerId="ADAL" clId="{2D6BA895-5213-49CE-BE75-D39A5ECC8558}" dt="2026-02-24T10:06:14.684" v="998" actId="1076"/>
        <pc:sldMkLst>
          <pc:docMk/>
          <pc:sldMk cId="2210283366" sldId="7378"/>
        </pc:sldMkLst>
        <pc:spChg chg="mod">
          <ac:chgData name="Saad Akbar" userId="34e1e98c-f1fc-408f-bc28-2fe92e69de3b" providerId="ADAL" clId="{2D6BA895-5213-49CE-BE75-D39A5ECC8558}" dt="2026-02-24T10:05:51.676" v="992" actId="1076"/>
          <ac:spMkLst>
            <pc:docMk/>
            <pc:sldMk cId="2210283366" sldId="7378"/>
            <ac:spMk id="7" creationId="{5EAE678F-E9A0-47C8-BC29-C1EB27D339F4}"/>
          </ac:spMkLst>
        </pc:spChg>
        <pc:spChg chg="mod">
          <ac:chgData name="Saad Akbar" userId="34e1e98c-f1fc-408f-bc28-2fe92e69de3b" providerId="ADAL" clId="{2D6BA895-5213-49CE-BE75-D39A5ECC8558}" dt="2026-02-24T10:06:11.612" v="997" actId="1076"/>
          <ac:spMkLst>
            <pc:docMk/>
            <pc:sldMk cId="2210283366" sldId="7378"/>
            <ac:spMk id="8" creationId="{9CCB644A-92B1-4009-9AB2-CAAC3BB65C3E}"/>
          </ac:spMkLst>
        </pc:spChg>
        <pc:spChg chg="mod">
          <ac:chgData name="Saad Akbar" userId="34e1e98c-f1fc-408f-bc28-2fe92e69de3b" providerId="ADAL" clId="{2D6BA895-5213-49CE-BE75-D39A5ECC8558}" dt="2026-02-24T09:27:56.454" v="313" actId="1076"/>
          <ac:spMkLst>
            <pc:docMk/>
            <pc:sldMk cId="2210283366" sldId="7378"/>
            <ac:spMk id="15" creationId="{385F7DF9-E0F7-034B-24A8-A932C460AF93}"/>
          </ac:spMkLst>
        </pc:spChg>
        <pc:spChg chg="mod">
          <ac:chgData name="Saad Akbar" userId="34e1e98c-f1fc-408f-bc28-2fe92e69de3b" providerId="ADAL" clId="{2D6BA895-5213-49CE-BE75-D39A5ECC8558}" dt="2026-02-24T09:27:21.073" v="300"/>
          <ac:spMkLst>
            <pc:docMk/>
            <pc:sldMk cId="2210283366" sldId="7378"/>
            <ac:spMk id="16" creationId="{0FDE84A2-308C-C6EA-2285-E7BA6221268E}"/>
          </ac:spMkLst>
        </pc:spChg>
        <pc:spChg chg="mod">
          <ac:chgData name="Saad Akbar" userId="34e1e98c-f1fc-408f-bc28-2fe92e69de3b" providerId="ADAL" clId="{2D6BA895-5213-49CE-BE75-D39A5ECC8558}" dt="2026-02-24T09:27:21.073" v="300"/>
          <ac:spMkLst>
            <pc:docMk/>
            <pc:sldMk cId="2210283366" sldId="7378"/>
            <ac:spMk id="18" creationId="{59CF05A2-1D50-0473-55CF-89AF1AB1EA49}"/>
          </ac:spMkLst>
        </pc:spChg>
        <pc:spChg chg="mod">
          <ac:chgData name="Saad Akbar" userId="34e1e98c-f1fc-408f-bc28-2fe92e69de3b" providerId="ADAL" clId="{2D6BA895-5213-49CE-BE75-D39A5ECC8558}" dt="2026-02-24T09:27:21.073" v="300"/>
          <ac:spMkLst>
            <pc:docMk/>
            <pc:sldMk cId="2210283366" sldId="7378"/>
            <ac:spMk id="19" creationId="{1B34A449-B568-730D-AB35-2596ECB6F65D}"/>
          </ac:spMkLst>
        </pc:spChg>
        <pc:spChg chg="mod">
          <ac:chgData name="Saad Akbar" userId="34e1e98c-f1fc-408f-bc28-2fe92e69de3b" providerId="ADAL" clId="{2D6BA895-5213-49CE-BE75-D39A5ECC8558}" dt="2026-02-24T09:27:21.073" v="300"/>
          <ac:spMkLst>
            <pc:docMk/>
            <pc:sldMk cId="2210283366" sldId="7378"/>
            <ac:spMk id="20" creationId="{A43A2435-E6D2-72B4-32AF-16C6F4471CEA}"/>
          </ac:spMkLst>
        </pc:spChg>
        <pc:spChg chg="mod">
          <ac:chgData name="Saad Akbar" userId="34e1e98c-f1fc-408f-bc28-2fe92e69de3b" providerId="ADAL" clId="{2D6BA895-5213-49CE-BE75-D39A5ECC8558}" dt="2026-02-24T09:27:21.073" v="300"/>
          <ac:spMkLst>
            <pc:docMk/>
            <pc:sldMk cId="2210283366" sldId="7378"/>
            <ac:spMk id="21" creationId="{2BBAAF02-F0A8-3DAB-BE0F-C3B886ADC6D8}"/>
          </ac:spMkLst>
        </pc:spChg>
        <pc:spChg chg="mod">
          <ac:chgData name="Saad Akbar" userId="34e1e98c-f1fc-408f-bc28-2fe92e69de3b" providerId="ADAL" clId="{2D6BA895-5213-49CE-BE75-D39A5ECC8558}" dt="2026-02-24T09:27:21.073" v="300"/>
          <ac:spMkLst>
            <pc:docMk/>
            <pc:sldMk cId="2210283366" sldId="7378"/>
            <ac:spMk id="22" creationId="{CE440A0C-5F27-1E76-B8DE-F0F94ECF3F24}"/>
          </ac:spMkLst>
        </pc:spChg>
        <pc:spChg chg="mod">
          <ac:chgData name="Saad Akbar" userId="34e1e98c-f1fc-408f-bc28-2fe92e69de3b" providerId="ADAL" clId="{2D6BA895-5213-49CE-BE75-D39A5ECC8558}" dt="2026-02-24T09:27:21.073" v="300"/>
          <ac:spMkLst>
            <pc:docMk/>
            <pc:sldMk cId="2210283366" sldId="7378"/>
            <ac:spMk id="23" creationId="{5F9F9CF4-4F68-36F2-9BA9-C8142CDAFBD1}"/>
          </ac:spMkLst>
        </pc:spChg>
        <pc:spChg chg="mod">
          <ac:chgData name="Saad Akbar" userId="34e1e98c-f1fc-408f-bc28-2fe92e69de3b" providerId="ADAL" clId="{2D6BA895-5213-49CE-BE75-D39A5ECC8558}" dt="2026-02-24T09:50:02.649" v="891"/>
          <ac:spMkLst>
            <pc:docMk/>
            <pc:sldMk cId="2210283366" sldId="7378"/>
            <ac:spMk id="26" creationId="{01992F9C-78A8-7D96-5216-D768680BFD3F}"/>
          </ac:spMkLst>
        </pc:spChg>
        <pc:spChg chg="mod">
          <ac:chgData name="Saad Akbar" userId="34e1e98c-f1fc-408f-bc28-2fe92e69de3b" providerId="ADAL" clId="{2D6BA895-5213-49CE-BE75-D39A5ECC8558}" dt="2026-02-24T09:50:02.649" v="891"/>
          <ac:spMkLst>
            <pc:docMk/>
            <pc:sldMk cId="2210283366" sldId="7378"/>
            <ac:spMk id="32" creationId="{DD4514FA-405F-951B-0A15-B4FC2ACCC404}"/>
          </ac:spMkLst>
        </pc:spChg>
        <pc:spChg chg="mod">
          <ac:chgData name="Saad Akbar" userId="34e1e98c-f1fc-408f-bc28-2fe92e69de3b" providerId="ADAL" clId="{2D6BA895-5213-49CE-BE75-D39A5ECC8558}" dt="2026-02-24T09:41:50.081" v="890" actId="1076"/>
          <ac:spMkLst>
            <pc:docMk/>
            <pc:sldMk cId="2210283366" sldId="7378"/>
            <ac:spMk id="33" creationId="{08CA2699-E3C2-4EE8-BDC4-B63802340585}"/>
          </ac:spMkLst>
        </pc:spChg>
        <pc:spChg chg="mod">
          <ac:chgData name="Saad Akbar" userId="34e1e98c-f1fc-408f-bc28-2fe92e69de3b" providerId="ADAL" clId="{2D6BA895-5213-49CE-BE75-D39A5ECC8558}" dt="2026-02-24T10:05:10.956" v="981" actId="20577"/>
          <ac:spMkLst>
            <pc:docMk/>
            <pc:sldMk cId="2210283366" sldId="7378"/>
            <ac:spMk id="34" creationId="{08CA2699-E3C2-4EE8-BDC4-B63802340585}"/>
          </ac:spMkLst>
        </pc:spChg>
        <pc:spChg chg="mod">
          <ac:chgData name="Saad Akbar" userId="34e1e98c-f1fc-408f-bc28-2fe92e69de3b" providerId="ADAL" clId="{2D6BA895-5213-49CE-BE75-D39A5ECC8558}" dt="2026-02-24T10:05:15.805" v="983" actId="20577"/>
          <ac:spMkLst>
            <pc:docMk/>
            <pc:sldMk cId="2210283366" sldId="7378"/>
            <ac:spMk id="35" creationId="{08CA2699-E3C2-4EE8-BDC4-B63802340585}"/>
          </ac:spMkLst>
        </pc:spChg>
        <pc:spChg chg="mod">
          <ac:chgData name="Saad Akbar" userId="34e1e98c-f1fc-408f-bc28-2fe92e69de3b" providerId="ADAL" clId="{2D6BA895-5213-49CE-BE75-D39A5ECC8558}" dt="2026-02-24T09:50:02.649" v="891"/>
          <ac:spMkLst>
            <pc:docMk/>
            <pc:sldMk cId="2210283366" sldId="7378"/>
            <ac:spMk id="36" creationId="{FB2EA2BA-8BF5-E551-CFEE-1880E5ADF639}"/>
          </ac:spMkLst>
        </pc:spChg>
        <pc:spChg chg="mod">
          <ac:chgData name="Saad Akbar" userId="34e1e98c-f1fc-408f-bc28-2fe92e69de3b" providerId="ADAL" clId="{2D6BA895-5213-49CE-BE75-D39A5ECC8558}" dt="2026-02-24T10:06:14.684" v="998" actId="1076"/>
          <ac:spMkLst>
            <pc:docMk/>
            <pc:sldMk cId="2210283366" sldId="7378"/>
            <ac:spMk id="38" creationId="{2FEE2618-7DEB-4B5E-97E6-9CCF5A8F03C9}"/>
          </ac:spMkLst>
        </pc:spChg>
        <pc:spChg chg="add mod">
          <ac:chgData name="Saad Akbar" userId="34e1e98c-f1fc-408f-bc28-2fe92e69de3b" providerId="ADAL" clId="{2D6BA895-5213-49CE-BE75-D39A5ECC8558}" dt="2026-02-24T10:06:04.178" v="995" actId="20577"/>
          <ac:spMkLst>
            <pc:docMk/>
            <pc:sldMk cId="2210283366" sldId="7378"/>
            <ac:spMk id="41" creationId="{779C4A02-2D3C-7E1D-09F4-26344A6604A6}"/>
          </ac:spMkLst>
        </pc:spChg>
        <pc:spChg chg="mod">
          <ac:chgData name="Saad Akbar" userId="34e1e98c-f1fc-408f-bc28-2fe92e69de3b" providerId="ADAL" clId="{2D6BA895-5213-49CE-BE75-D39A5ECC8558}" dt="2026-02-23T08:02:58.774" v="193" actId="14100"/>
          <ac:spMkLst>
            <pc:docMk/>
            <pc:sldMk cId="2210283366" sldId="7378"/>
            <ac:spMk id="79" creationId="{A79E0996-FB7A-00E3-2539-7A595EAD5FC8}"/>
          </ac:spMkLst>
        </pc:spChg>
        <pc:spChg chg="mod">
          <ac:chgData name="Saad Akbar" userId="34e1e98c-f1fc-408f-bc28-2fe92e69de3b" providerId="ADAL" clId="{2D6BA895-5213-49CE-BE75-D39A5ECC8558}" dt="2026-02-24T10:04:20.270" v="971" actId="20577"/>
          <ac:spMkLst>
            <pc:docMk/>
            <pc:sldMk cId="2210283366" sldId="7378"/>
            <ac:spMk id="87" creationId="{C410605A-2A06-77CE-E993-53331E5605F3}"/>
          </ac:spMkLst>
        </pc:spChg>
        <pc:spChg chg="mod">
          <ac:chgData name="Saad Akbar" userId="34e1e98c-f1fc-408f-bc28-2fe92e69de3b" providerId="ADAL" clId="{2D6BA895-5213-49CE-BE75-D39A5ECC8558}" dt="2026-02-23T08:05:42.807" v="289" actId="1076"/>
          <ac:spMkLst>
            <pc:docMk/>
            <pc:sldMk cId="2210283366" sldId="7378"/>
            <ac:spMk id="89" creationId="{15BCBB28-316F-1C5E-B5E0-BA1DCDD4B670}"/>
          </ac:spMkLst>
        </pc:spChg>
        <pc:spChg chg="mod">
          <ac:chgData name="Saad Akbar" userId="34e1e98c-f1fc-408f-bc28-2fe92e69de3b" providerId="ADAL" clId="{2D6BA895-5213-49CE-BE75-D39A5ECC8558}" dt="2026-02-24T10:05:32.040" v="987" actId="20577"/>
          <ac:spMkLst>
            <pc:docMk/>
            <pc:sldMk cId="2210283366" sldId="7378"/>
            <ac:spMk id="158" creationId="{C7413727-E093-D0DA-302A-B2C2B885ACB7}"/>
          </ac:spMkLst>
        </pc:spChg>
        <pc:spChg chg="mod">
          <ac:chgData name="Saad Akbar" userId="34e1e98c-f1fc-408f-bc28-2fe92e69de3b" providerId="ADAL" clId="{2D6BA895-5213-49CE-BE75-D39A5ECC8558}" dt="2026-02-23T08:05:52.018" v="297" actId="20577"/>
          <ac:spMkLst>
            <pc:docMk/>
            <pc:sldMk cId="2210283366" sldId="7378"/>
            <ac:spMk id="171" creationId="{CCE32FB2-F49C-2C5A-A80F-9864F4D3D429}"/>
          </ac:spMkLst>
        </pc:spChg>
        <pc:spChg chg="mod">
          <ac:chgData name="Saad Akbar" userId="34e1e98c-f1fc-408f-bc28-2fe92e69de3b" providerId="ADAL" clId="{2D6BA895-5213-49CE-BE75-D39A5ECC8558}" dt="2026-02-24T09:27:17.247" v="299"/>
          <ac:spMkLst>
            <pc:docMk/>
            <pc:sldMk cId="2210283366" sldId="7378"/>
            <ac:spMk id="172" creationId="{58CB50E4-9DE5-BBE2-8970-201DAF924CD0}"/>
          </ac:spMkLst>
        </pc:spChg>
        <pc:spChg chg="mod">
          <ac:chgData name="Saad Akbar" userId="34e1e98c-f1fc-408f-bc28-2fe92e69de3b" providerId="ADAL" clId="{2D6BA895-5213-49CE-BE75-D39A5ECC8558}" dt="2026-02-24T09:50:02.649" v="891"/>
          <ac:spMkLst>
            <pc:docMk/>
            <pc:sldMk cId="2210283366" sldId="7378"/>
            <ac:spMk id="224" creationId="{5D3A8BE8-15CD-BDB8-EFE2-BEC11C6E2C6A}"/>
          </ac:spMkLst>
        </pc:spChg>
        <pc:spChg chg="mod">
          <ac:chgData name="Saad Akbar" userId="34e1e98c-f1fc-408f-bc28-2fe92e69de3b" providerId="ADAL" clId="{2D6BA895-5213-49CE-BE75-D39A5ECC8558}" dt="2026-02-24T10:03:57.676" v="953" actId="20577"/>
          <ac:spMkLst>
            <pc:docMk/>
            <pc:sldMk cId="2210283366" sldId="7378"/>
            <ac:spMk id="240" creationId="{3CABA554-C764-CE21-7A9D-308D15563EA8}"/>
          </ac:spMkLst>
        </pc:spChg>
        <pc:spChg chg="mod">
          <ac:chgData name="Saad Akbar" userId="34e1e98c-f1fc-408f-bc28-2fe92e69de3b" providerId="ADAL" clId="{2D6BA895-5213-49CE-BE75-D39A5ECC8558}" dt="2026-02-24T09:50:02.649" v="891"/>
          <ac:spMkLst>
            <pc:docMk/>
            <pc:sldMk cId="2210283366" sldId="7378"/>
            <ac:spMk id="247" creationId="{6A51F2D5-4FB6-AD18-F4FE-46460C9801D1}"/>
          </ac:spMkLst>
        </pc:spChg>
        <pc:spChg chg="mod">
          <ac:chgData name="Saad Akbar" userId="34e1e98c-f1fc-408f-bc28-2fe92e69de3b" providerId="ADAL" clId="{2D6BA895-5213-49CE-BE75-D39A5ECC8558}" dt="2026-02-24T09:50:02.649" v="891"/>
          <ac:spMkLst>
            <pc:docMk/>
            <pc:sldMk cId="2210283366" sldId="7378"/>
            <ac:spMk id="250" creationId="{3ECDCA15-764A-C3B8-D7A7-D137B79E0683}"/>
          </ac:spMkLst>
        </pc:spChg>
        <pc:spChg chg="mod">
          <ac:chgData name="Saad Akbar" userId="34e1e98c-f1fc-408f-bc28-2fe92e69de3b" providerId="ADAL" clId="{2D6BA895-5213-49CE-BE75-D39A5ECC8558}" dt="2026-02-24T09:50:02.649" v="891"/>
          <ac:spMkLst>
            <pc:docMk/>
            <pc:sldMk cId="2210283366" sldId="7378"/>
            <ac:spMk id="251" creationId="{79794837-CFCF-6226-6E29-09B855213107}"/>
          </ac:spMkLst>
        </pc:spChg>
        <pc:spChg chg="mod">
          <ac:chgData name="Saad Akbar" userId="34e1e98c-f1fc-408f-bc28-2fe92e69de3b" providerId="ADAL" clId="{2D6BA895-5213-49CE-BE75-D39A5ECC8558}" dt="2026-02-24T09:50:02.649" v="891"/>
          <ac:spMkLst>
            <pc:docMk/>
            <pc:sldMk cId="2210283366" sldId="7378"/>
            <ac:spMk id="252" creationId="{310A891B-9E98-400B-7CC1-5DA2D7EFA6FA}"/>
          </ac:spMkLst>
        </pc:spChg>
        <pc:spChg chg="mod">
          <ac:chgData name="Saad Akbar" userId="34e1e98c-f1fc-408f-bc28-2fe92e69de3b" providerId="ADAL" clId="{2D6BA895-5213-49CE-BE75-D39A5ECC8558}" dt="2026-02-24T09:50:02.649" v="891"/>
          <ac:spMkLst>
            <pc:docMk/>
            <pc:sldMk cId="2210283366" sldId="7378"/>
            <ac:spMk id="253" creationId="{81FE03D4-9290-AA57-EEB2-629FFB7BB9CD}"/>
          </ac:spMkLst>
        </pc:spChg>
        <pc:spChg chg="mod">
          <ac:chgData name="Saad Akbar" userId="34e1e98c-f1fc-408f-bc28-2fe92e69de3b" providerId="ADAL" clId="{2D6BA895-5213-49CE-BE75-D39A5ECC8558}" dt="2026-02-24T09:50:02.649" v="891"/>
          <ac:spMkLst>
            <pc:docMk/>
            <pc:sldMk cId="2210283366" sldId="7378"/>
            <ac:spMk id="254" creationId="{CD6A6F0F-B805-0FBB-5997-6ABF2711CD22}"/>
          </ac:spMkLst>
        </pc:spChg>
        <pc:grpChg chg="add mod">
          <ac:chgData name="Saad Akbar" userId="34e1e98c-f1fc-408f-bc28-2fe92e69de3b" providerId="ADAL" clId="{2D6BA895-5213-49CE-BE75-D39A5ECC8558}" dt="2026-02-24T09:28:03.167" v="314" actId="1076"/>
          <ac:grpSpMkLst>
            <pc:docMk/>
            <pc:sldMk cId="2210283366" sldId="7378"/>
            <ac:grpSpMk id="10" creationId="{8770F519-209B-2A1C-E801-2453F6DFBFED}"/>
          </ac:grpSpMkLst>
        </pc:grpChg>
        <pc:grpChg chg="mod">
          <ac:chgData name="Saad Akbar" userId="34e1e98c-f1fc-408f-bc28-2fe92e69de3b" providerId="ADAL" clId="{2D6BA895-5213-49CE-BE75-D39A5ECC8558}" dt="2026-02-24T09:27:21.073" v="300"/>
          <ac:grpSpMkLst>
            <pc:docMk/>
            <pc:sldMk cId="2210283366" sldId="7378"/>
            <ac:grpSpMk id="14" creationId="{AE03D5EC-3EB5-B505-88F1-9D23165DADA2}"/>
          </ac:grpSpMkLst>
        </pc:grpChg>
        <pc:grpChg chg="mod">
          <ac:chgData name="Saad Akbar" userId="34e1e98c-f1fc-408f-bc28-2fe92e69de3b" providerId="ADAL" clId="{2D6BA895-5213-49CE-BE75-D39A5ECC8558}" dt="2026-02-24T09:27:21.073" v="300"/>
          <ac:grpSpMkLst>
            <pc:docMk/>
            <pc:sldMk cId="2210283366" sldId="7378"/>
            <ac:grpSpMk id="17" creationId="{16C52976-B209-4FE8-9E1E-E390350DEA1A}"/>
          </ac:grpSpMkLst>
        </pc:grpChg>
        <pc:grpChg chg="add mod">
          <ac:chgData name="Saad Akbar" userId="34e1e98c-f1fc-408f-bc28-2fe92e69de3b" providerId="ADAL" clId="{2D6BA895-5213-49CE-BE75-D39A5ECC8558}" dt="2026-02-24T10:04:27.527" v="972" actId="1076"/>
          <ac:grpSpMkLst>
            <pc:docMk/>
            <pc:sldMk cId="2210283366" sldId="7378"/>
            <ac:grpSpMk id="24" creationId="{2E60C34F-17A8-B126-9304-EB6EF0E701D9}"/>
          </ac:grpSpMkLst>
        </pc:grpChg>
        <pc:grpChg chg="mod">
          <ac:chgData name="Saad Akbar" userId="34e1e98c-f1fc-408f-bc28-2fe92e69de3b" providerId="ADAL" clId="{2D6BA895-5213-49CE-BE75-D39A5ECC8558}" dt="2026-02-24T09:50:02.649" v="891"/>
          <ac:grpSpMkLst>
            <pc:docMk/>
            <pc:sldMk cId="2210283366" sldId="7378"/>
            <ac:grpSpMk id="25" creationId="{E45E7451-1A16-C936-E113-EB7BE25C5B01}"/>
          </ac:grpSpMkLst>
        </pc:grpChg>
        <pc:grpChg chg="mod">
          <ac:chgData name="Saad Akbar" userId="34e1e98c-f1fc-408f-bc28-2fe92e69de3b" providerId="ADAL" clId="{2D6BA895-5213-49CE-BE75-D39A5ECC8558}" dt="2026-02-24T09:50:02.649" v="891"/>
          <ac:grpSpMkLst>
            <pc:docMk/>
            <pc:sldMk cId="2210283366" sldId="7378"/>
            <ac:grpSpMk id="27" creationId="{AB6A1FDC-BEA1-DA60-0E22-25A6DF63C63A}"/>
          </ac:grpSpMkLst>
        </pc:grpChg>
        <pc:grpChg chg="mod">
          <ac:chgData name="Saad Akbar" userId="34e1e98c-f1fc-408f-bc28-2fe92e69de3b" providerId="ADAL" clId="{2D6BA895-5213-49CE-BE75-D39A5ECC8558}" dt="2026-02-24T09:50:02.649" v="891"/>
          <ac:grpSpMkLst>
            <pc:docMk/>
            <pc:sldMk cId="2210283366" sldId="7378"/>
            <ac:grpSpMk id="31" creationId="{41057639-051B-E3F7-9FAD-33B02593E70D}"/>
          </ac:grpSpMkLst>
        </pc:grpChg>
        <pc:grpChg chg="mod">
          <ac:chgData name="Saad Akbar" userId="34e1e98c-f1fc-408f-bc28-2fe92e69de3b" providerId="ADAL" clId="{2D6BA895-5213-49CE-BE75-D39A5ECC8558}" dt="2026-02-24T09:40:49.533" v="843" actId="1076"/>
          <ac:grpSpMkLst>
            <pc:docMk/>
            <pc:sldMk cId="2210283366" sldId="7378"/>
            <ac:grpSpMk id="72" creationId="{9E7554AC-6628-8FC7-EE8B-748C2B8E1E06}"/>
          </ac:grpSpMkLst>
        </pc:grpChg>
        <pc:grpChg chg="mod">
          <ac:chgData name="Saad Akbar" userId="34e1e98c-f1fc-408f-bc28-2fe92e69de3b" providerId="ADAL" clId="{2D6BA895-5213-49CE-BE75-D39A5ECC8558}" dt="2026-02-24T09:41:39.079" v="888" actId="1076"/>
          <ac:grpSpMkLst>
            <pc:docMk/>
            <pc:sldMk cId="2210283366" sldId="7378"/>
            <ac:grpSpMk id="85" creationId="{34D41C7A-835B-C39D-80D5-25826A45419F}"/>
          </ac:grpSpMkLst>
        </pc:grpChg>
        <pc:grpChg chg="mod">
          <ac:chgData name="Saad Akbar" userId="34e1e98c-f1fc-408f-bc28-2fe92e69de3b" providerId="ADAL" clId="{2D6BA895-5213-49CE-BE75-D39A5ECC8558}" dt="2026-02-24T10:04:45.625" v="976" actId="1076"/>
          <ac:grpSpMkLst>
            <pc:docMk/>
            <pc:sldMk cId="2210283366" sldId="7378"/>
            <ac:grpSpMk id="255" creationId="{8E9DA2EC-9139-A5CC-6095-CD80DF264800}"/>
          </ac:grpSpMkLst>
        </pc:grpChg>
        <pc:cxnChg chg="add mod">
          <ac:chgData name="Saad Akbar" userId="34e1e98c-f1fc-408f-bc28-2fe92e69de3b" providerId="ADAL" clId="{2D6BA895-5213-49CE-BE75-D39A5ECC8558}" dt="2026-02-24T10:04:51.822" v="977" actId="1076"/>
          <ac:cxnSpMkLst>
            <pc:docMk/>
            <pc:sldMk cId="2210283366" sldId="7378"/>
            <ac:cxnSpMk id="37" creationId="{471F1F81-B497-266B-26B4-9567BB38CBD5}"/>
          </ac:cxnSpMkLst>
        </pc:cxnChg>
        <pc:cxnChg chg="add mod">
          <ac:chgData name="Saad Akbar" userId="34e1e98c-f1fc-408f-bc28-2fe92e69de3b" providerId="ADAL" clId="{2D6BA895-5213-49CE-BE75-D39A5ECC8558}" dt="2026-02-24T10:04:55.240" v="978" actId="1076"/>
          <ac:cxnSpMkLst>
            <pc:docMk/>
            <pc:sldMk cId="2210283366" sldId="7378"/>
            <ac:cxnSpMk id="39" creationId="{742C2F1D-F43F-39E8-CDCD-D278E28E3BC5}"/>
          </ac:cxnSpMkLst>
        </pc:cxnChg>
        <pc:cxnChg chg="mod">
          <ac:chgData name="Saad Akbar" userId="34e1e98c-f1fc-408f-bc28-2fe92e69de3b" providerId="ADAL" clId="{2D6BA895-5213-49CE-BE75-D39A5ECC8558}" dt="2026-02-24T09:41:43.651" v="889" actId="1076"/>
          <ac:cxnSpMkLst>
            <pc:docMk/>
            <pc:sldMk cId="2210283366" sldId="7378"/>
            <ac:cxnSpMk id="42" creationId="{EDEF9B50-8A13-60FD-436C-DE775242C12F}"/>
          </ac:cxnSpMkLst>
        </pc:cxnChg>
        <pc:cxnChg chg="mod">
          <ac:chgData name="Saad Akbar" userId="34e1e98c-f1fc-408f-bc28-2fe92e69de3b" providerId="ADAL" clId="{2D6BA895-5213-49CE-BE75-D39A5ECC8558}" dt="2026-02-23T08:05:45.850" v="290" actId="1076"/>
          <ac:cxnSpMkLst>
            <pc:docMk/>
            <pc:sldMk cId="2210283366" sldId="7378"/>
            <ac:cxnSpMk id="57" creationId="{ECFA3122-2C2D-DECB-CEE9-FF098903F940}"/>
          </ac:cxnSpMkLst>
        </pc:cxnChg>
        <pc:cxnChg chg="mod">
          <ac:chgData name="Saad Akbar" userId="34e1e98c-f1fc-408f-bc28-2fe92e69de3b" providerId="ADAL" clId="{2D6BA895-5213-49CE-BE75-D39A5ECC8558}" dt="2026-02-24T10:04:41.500" v="975" actId="1076"/>
          <ac:cxnSpMkLst>
            <pc:docMk/>
            <pc:sldMk cId="2210283366" sldId="7378"/>
            <ac:cxnSpMk id="109" creationId="{2756A8D0-5332-3B37-FA91-484B27CCCA9A}"/>
          </ac:cxnSpMkLst>
        </pc:cxnChg>
        <pc:cxnChg chg="mod">
          <ac:chgData name="Saad Akbar" userId="34e1e98c-f1fc-408f-bc28-2fe92e69de3b" providerId="ADAL" clId="{2D6BA895-5213-49CE-BE75-D39A5ECC8558}" dt="2026-02-24T10:05:05.185" v="979" actId="1076"/>
          <ac:cxnSpMkLst>
            <pc:docMk/>
            <pc:sldMk cId="2210283366" sldId="7378"/>
            <ac:cxnSpMk id="188" creationId="{BC31EA35-D6CB-3D37-9586-36AFB8BEC769}"/>
          </ac:cxnSpMkLst>
        </pc:cxnChg>
      </pc:sldChg>
      <pc:sldChg chg="modSp mod modNotesTx">
        <pc:chgData name="Saad Akbar" userId="34e1e98c-f1fc-408f-bc28-2fe92e69de3b" providerId="ADAL" clId="{2D6BA895-5213-49CE-BE75-D39A5ECC8558}" dt="2026-02-23T07:52:15.659" v="185" actId="20577"/>
        <pc:sldMkLst>
          <pc:docMk/>
          <pc:sldMk cId="843432815" sldId="7380"/>
        </pc:sldMkLst>
        <pc:picChg chg="mod">
          <ac:chgData name="Saad Akbar" userId="34e1e98c-f1fc-408f-bc28-2fe92e69de3b" providerId="ADAL" clId="{2D6BA895-5213-49CE-BE75-D39A5ECC8558}" dt="2026-02-23T07:38:26.575" v="2" actId="14826"/>
          <ac:picMkLst>
            <pc:docMk/>
            <pc:sldMk cId="843432815" sldId="7380"/>
            <ac:picMk id="248" creationId="{1C9E0A8B-E9F0-2B08-9881-C65B0862E631}"/>
          </ac:picMkLst>
        </pc:picChg>
      </pc:sldChg>
    </pc:docChg>
  </pc:docChgLst>
  <pc:docChgLst>
    <pc:chgData name="Saad Akbar" userId="34e1e98c-f1fc-408f-bc28-2fe92e69de3b" providerId="ADAL" clId="{0EE26287-3B85-40C9-8202-C9D44ADE17FE}"/>
    <pc:docChg chg="undo custSel mod delSld modSld modMainMaster delSection modSection">
      <pc:chgData name="Saad Akbar" userId="34e1e98c-f1fc-408f-bc28-2fe92e69de3b" providerId="ADAL" clId="{0EE26287-3B85-40C9-8202-C9D44ADE17FE}" dt="2025-09-08T10:11:14.241" v="267" actId="20577"/>
      <pc:docMkLst>
        <pc:docMk/>
      </pc:docMkLst>
      <pc:sldChg chg="delSp modSp del mod">
        <pc:chgData name="Saad Akbar" userId="34e1e98c-f1fc-408f-bc28-2fe92e69de3b" providerId="ADAL" clId="{0EE26287-3B85-40C9-8202-C9D44ADE17FE}" dt="2025-09-08T09:48:17.587" v="213" actId="47"/>
        <pc:sldMkLst>
          <pc:docMk/>
          <pc:sldMk cId="49123960" sldId="7373"/>
        </pc:sldMkLst>
        <pc:spChg chg="mod">
          <ac:chgData name="Saad Akbar" userId="34e1e98c-f1fc-408f-bc28-2fe92e69de3b" providerId="ADAL" clId="{0EE26287-3B85-40C9-8202-C9D44ADE17FE}" dt="2025-09-08T09:45:29.885" v="182" actId="20577"/>
          <ac:spMkLst>
            <pc:docMk/>
            <pc:sldMk cId="49123960" sldId="7373"/>
            <ac:spMk id="2" creationId="{D7E71894-8D99-4051-B590-583BE2710E71}"/>
          </ac:spMkLst>
        </pc:spChg>
        <pc:spChg chg="mod">
          <ac:chgData name="Saad Akbar" userId="34e1e98c-f1fc-408f-bc28-2fe92e69de3b" providerId="ADAL" clId="{0EE26287-3B85-40C9-8202-C9D44ADE17FE}" dt="2025-09-08T09:47:01.239" v="211" actId="14100"/>
          <ac:spMkLst>
            <pc:docMk/>
            <pc:sldMk cId="49123960" sldId="7373"/>
            <ac:spMk id="9" creationId="{EDA8D78E-0483-2746-9483-927253A055B9}"/>
          </ac:spMkLst>
        </pc:spChg>
        <pc:spChg chg="mod">
          <ac:chgData name="Saad Akbar" userId="34e1e98c-f1fc-408f-bc28-2fe92e69de3b" providerId="ADAL" clId="{0EE26287-3B85-40C9-8202-C9D44ADE17FE}" dt="2025-09-08T09:46:55.563" v="210" actId="14100"/>
          <ac:spMkLst>
            <pc:docMk/>
            <pc:sldMk cId="49123960" sldId="7373"/>
            <ac:spMk id="19" creationId="{DF23EFAD-393E-2D48-872A-24085F913BAB}"/>
          </ac:spMkLst>
        </pc:spChg>
        <pc:spChg chg="mod">
          <ac:chgData name="Saad Akbar" userId="34e1e98c-f1fc-408f-bc28-2fe92e69de3b" providerId="ADAL" clId="{0EE26287-3B85-40C9-8202-C9D44ADE17FE}" dt="2025-09-08T09:46:52.096" v="209" actId="14100"/>
          <ac:spMkLst>
            <pc:docMk/>
            <pc:sldMk cId="49123960" sldId="7373"/>
            <ac:spMk id="65" creationId="{DF23EFAD-393E-2D48-872A-24085F913BAB}"/>
          </ac:spMkLst>
        </pc:spChg>
        <pc:spChg chg="mod">
          <ac:chgData name="Saad Akbar" userId="34e1e98c-f1fc-408f-bc28-2fe92e69de3b" providerId="ADAL" clId="{0EE26287-3B85-40C9-8202-C9D44ADE17FE}" dt="2025-09-08T09:46:33.736" v="205" actId="14100"/>
          <ac:spMkLst>
            <pc:docMk/>
            <pc:sldMk cId="49123960" sldId="7373"/>
            <ac:spMk id="89" creationId="{00000000-0000-0000-0000-000000000000}"/>
          </ac:spMkLst>
        </pc:spChg>
        <pc:spChg chg="del">
          <ac:chgData name="Saad Akbar" userId="34e1e98c-f1fc-408f-bc28-2fe92e69de3b" providerId="ADAL" clId="{0EE26287-3B85-40C9-8202-C9D44ADE17FE}" dt="2025-09-08T09:46:04.698" v="201" actId="478"/>
          <ac:spMkLst>
            <pc:docMk/>
            <pc:sldMk cId="49123960" sldId="7373"/>
            <ac:spMk id="96" creationId="{843DDD45-31C7-415E-B01D-CCE313434AC9}"/>
          </ac:spMkLst>
        </pc:spChg>
        <pc:spChg chg="mod">
          <ac:chgData name="Saad Akbar" userId="34e1e98c-f1fc-408f-bc28-2fe92e69de3b" providerId="ADAL" clId="{0EE26287-3B85-40C9-8202-C9D44ADE17FE}" dt="2025-09-08T09:46:46.030" v="207" actId="14100"/>
          <ac:spMkLst>
            <pc:docMk/>
            <pc:sldMk cId="49123960" sldId="7373"/>
            <ac:spMk id="97" creationId="{B9309EFC-D0FF-FB41-83DD-D9B2825B4285}"/>
          </ac:spMkLst>
        </pc:spChg>
        <pc:spChg chg="del">
          <ac:chgData name="Saad Akbar" userId="34e1e98c-f1fc-408f-bc28-2fe92e69de3b" providerId="ADAL" clId="{0EE26287-3B85-40C9-8202-C9D44ADE17FE}" dt="2025-09-08T09:45:44.152" v="190" actId="478"/>
          <ac:spMkLst>
            <pc:docMk/>
            <pc:sldMk cId="49123960" sldId="7373"/>
            <ac:spMk id="100" creationId="{86D08F6F-185C-8944-B5DB-DF35BE019BA8}"/>
          </ac:spMkLst>
        </pc:spChg>
        <pc:spChg chg="del">
          <ac:chgData name="Saad Akbar" userId="34e1e98c-f1fc-408f-bc28-2fe92e69de3b" providerId="ADAL" clId="{0EE26287-3B85-40C9-8202-C9D44ADE17FE}" dt="2025-09-08T09:45:53.174" v="198" actId="478"/>
          <ac:spMkLst>
            <pc:docMk/>
            <pc:sldMk cId="49123960" sldId="7373"/>
            <ac:spMk id="112" creationId="{1774C416-8005-BE4A-AB58-15994074FF2E}"/>
          </ac:spMkLst>
        </pc:spChg>
        <pc:spChg chg="mod">
          <ac:chgData name="Saad Akbar" userId="34e1e98c-f1fc-408f-bc28-2fe92e69de3b" providerId="ADAL" clId="{0EE26287-3B85-40C9-8202-C9D44ADE17FE}" dt="2025-09-08T09:46:49.703" v="208" actId="14100"/>
          <ac:spMkLst>
            <pc:docMk/>
            <pc:sldMk cId="49123960" sldId="7373"/>
            <ac:spMk id="122" creationId="{B9309EFC-D0FF-FB41-83DD-D9B2825B4285}"/>
          </ac:spMkLst>
        </pc:spChg>
        <pc:spChg chg="mod">
          <ac:chgData name="Saad Akbar" userId="34e1e98c-f1fc-408f-bc28-2fe92e69de3b" providerId="ADAL" clId="{0EE26287-3B85-40C9-8202-C9D44ADE17FE}" dt="2025-09-08T09:46:26.868" v="204" actId="14100"/>
          <ac:spMkLst>
            <pc:docMk/>
            <pc:sldMk cId="49123960" sldId="7373"/>
            <ac:spMk id="141" creationId="{00000000-0000-0000-0000-000000000000}"/>
          </ac:spMkLst>
        </pc:spChg>
        <pc:spChg chg="del">
          <ac:chgData name="Saad Akbar" userId="34e1e98c-f1fc-408f-bc28-2fe92e69de3b" providerId="ADAL" clId="{0EE26287-3B85-40C9-8202-C9D44ADE17FE}" dt="2025-09-08T09:45:35.083" v="185" actId="478"/>
          <ac:spMkLst>
            <pc:docMk/>
            <pc:sldMk cId="49123960" sldId="7373"/>
            <ac:spMk id="152" creationId="{3358B746-CFD1-48C2-9987-10C48A3E06D0}"/>
          </ac:spMkLst>
        </pc:spChg>
        <pc:spChg chg="del mod">
          <ac:chgData name="Saad Akbar" userId="34e1e98c-f1fc-408f-bc28-2fe92e69de3b" providerId="ADAL" clId="{0EE26287-3B85-40C9-8202-C9D44ADE17FE}" dt="2025-09-08T09:45:37.767" v="188" actId="478"/>
          <ac:spMkLst>
            <pc:docMk/>
            <pc:sldMk cId="49123960" sldId="7373"/>
            <ac:spMk id="153" creationId="{D489B1CB-7B1B-40BF-94DD-235194D87839}"/>
          </ac:spMkLst>
        </pc:spChg>
        <pc:spChg chg="del">
          <ac:chgData name="Saad Akbar" userId="34e1e98c-f1fc-408f-bc28-2fe92e69de3b" providerId="ADAL" clId="{0EE26287-3B85-40C9-8202-C9D44ADE17FE}" dt="2025-09-08T09:45:50.494" v="196" actId="478"/>
          <ac:spMkLst>
            <pc:docMk/>
            <pc:sldMk cId="49123960" sldId="7373"/>
            <ac:spMk id="160" creationId="{6482AC06-0C66-418E-A6CE-A47809D96A6C}"/>
          </ac:spMkLst>
        </pc:spChg>
        <pc:grpChg chg="del">
          <ac:chgData name="Saad Akbar" userId="34e1e98c-f1fc-408f-bc28-2fe92e69de3b" providerId="ADAL" clId="{0EE26287-3B85-40C9-8202-C9D44ADE17FE}" dt="2025-09-08T09:46:01.892" v="199" actId="478"/>
          <ac:grpSpMkLst>
            <pc:docMk/>
            <pc:sldMk cId="49123960" sldId="7373"/>
            <ac:grpSpMk id="42" creationId="{00000000-0000-0000-0000-000000000000}"/>
          </ac:grpSpMkLst>
        </pc:grpChg>
        <pc:grpChg chg="del">
          <ac:chgData name="Saad Akbar" userId="34e1e98c-f1fc-408f-bc28-2fe92e69de3b" providerId="ADAL" clId="{0EE26287-3B85-40C9-8202-C9D44ADE17FE}" dt="2025-09-08T09:46:13.991" v="203" actId="478"/>
          <ac:grpSpMkLst>
            <pc:docMk/>
            <pc:sldMk cId="49123960" sldId="7373"/>
            <ac:grpSpMk id="52" creationId="{B676955F-7905-492C-A646-9D97ED8FE8A4}"/>
          </ac:grpSpMkLst>
        </pc:grpChg>
        <pc:grpChg chg="del">
          <ac:chgData name="Saad Akbar" userId="34e1e98c-f1fc-408f-bc28-2fe92e69de3b" providerId="ADAL" clId="{0EE26287-3B85-40C9-8202-C9D44ADE17FE}" dt="2025-09-08T09:46:12.758" v="202" actId="478"/>
          <ac:grpSpMkLst>
            <pc:docMk/>
            <pc:sldMk cId="49123960" sldId="7373"/>
            <ac:grpSpMk id="55" creationId="{00000000-0000-0000-0000-000000000000}"/>
          </ac:grpSpMkLst>
        </pc:grpChg>
        <pc:grpChg chg="del">
          <ac:chgData name="Saad Akbar" userId="34e1e98c-f1fc-408f-bc28-2fe92e69de3b" providerId="ADAL" clId="{0EE26287-3B85-40C9-8202-C9D44ADE17FE}" dt="2025-09-08T09:45:45.238" v="191" actId="478"/>
          <ac:grpSpMkLst>
            <pc:docMk/>
            <pc:sldMk cId="49123960" sldId="7373"/>
            <ac:grpSpMk id="59" creationId="{584006DC-B53A-43E7-9A12-B69A59771FDF}"/>
          </ac:grpSpMkLst>
        </pc:grpChg>
        <pc:grpChg chg="del">
          <ac:chgData name="Saad Akbar" userId="34e1e98c-f1fc-408f-bc28-2fe92e69de3b" providerId="ADAL" clId="{0EE26287-3B85-40C9-8202-C9D44ADE17FE}" dt="2025-09-08T09:45:45.781" v="192" actId="478"/>
          <ac:grpSpMkLst>
            <pc:docMk/>
            <pc:sldMk cId="49123960" sldId="7373"/>
            <ac:grpSpMk id="60" creationId="{584006DC-B53A-43E7-9A12-B69A59771FDF}"/>
          </ac:grpSpMkLst>
        </pc:grpChg>
        <pc:grpChg chg="del">
          <ac:chgData name="Saad Akbar" userId="34e1e98c-f1fc-408f-bc28-2fe92e69de3b" providerId="ADAL" clId="{0EE26287-3B85-40C9-8202-C9D44ADE17FE}" dt="2025-09-08T09:45:49.279" v="195" actId="478"/>
          <ac:grpSpMkLst>
            <pc:docMk/>
            <pc:sldMk cId="49123960" sldId="7373"/>
            <ac:grpSpMk id="86" creationId="{00000000-0000-0000-0000-000000000000}"/>
          </ac:grpSpMkLst>
        </pc:grpChg>
        <pc:grpChg chg="del">
          <ac:chgData name="Saad Akbar" userId="34e1e98c-f1fc-408f-bc28-2fe92e69de3b" providerId="ADAL" clId="{0EE26287-3B85-40C9-8202-C9D44ADE17FE}" dt="2025-09-08T09:45:47.045" v="193" actId="478"/>
          <ac:grpSpMkLst>
            <pc:docMk/>
            <pc:sldMk cId="49123960" sldId="7373"/>
            <ac:grpSpMk id="123" creationId="{584006DC-B53A-43E7-9A12-B69A59771FDF}"/>
          </ac:grpSpMkLst>
        </pc:grpChg>
        <pc:grpChg chg="del">
          <ac:chgData name="Saad Akbar" userId="34e1e98c-f1fc-408f-bc28-2fe92e69de3b" providerId="ADAL" clId="{0EE26287-3B85-40C9-8202-C9D44ADE17FE}" dt="2025-09-08T09:45:47.804" v="194" actId="478"/>
          <ac:grpSpMkLst>
            <pc:docMk/>
            <pc:sldMk cId="49123960" sldId="7373"/>
            <ac:grpSpMk id="126" creationId="{584006DC-B53A-43E7-9A12-B69A59771FDF}"/>
          </ac:grpSpMkLst>
        </pc:grpChg>
        <pc:grpChg chg="del">
          <ac:chgData name="Saad Akbar" userId="34e1e98c-f1fc-408f-bc28-2fe92e69de3b" providerId="ADAL" clId="{0EE26287-3B85-40C9-8202-C9D44ADE17FE}" dt="2025-09-08T09:45:39.044" v="189" actId="478"/>
          <ac:grpSpMkLst>
            <pc:docMk/>
            <pc:sldMk cId="49123960" sldId="7373"/>
            <ac:grpSpMk id="151" creationId="{9FC93806-8BF7-44F9-B942-FB423B174169}"/>
          </ac:grpSpMkLst>
        </pc:grpChg>
        <pc:picChg chg="del">
          <ac:chgData name="Saad Akbar" userId="34e1e98c-f1fc-408f-bc28-2fe92e69de3b" providerId="ADAL" clId="{0EE26287-3B85-40C9-8202-C9D44ADE17FE}" dt="2025-09-08T09:47:02.953" v="212" actId="478"/>
          <ac:picMkLst>
            <pc:docMk/>
            <pc:sldMk cId="49123960" sldId="7373"/>
            <ac:picMk id="107" creationId="{4DAE47C0-A841-443B-881D-F8DDFBFD7EAA}"/>
          </ac:picMkLst>
        </pc:picChg>
        <pc:picChg chg="del">
          <ac:chgData name="Saad Akbar" userId="34e1e98c-f1fc-408f-bc28-2fe92e69de3b" providerId="ADAL" clId="{0EE26287-3B85-40C9-8202-C9D44ADE17FE}" dt="2025-09-08T09:45:51.366" v="197" actId="478"/>
          <ac:picMkLst>
            <pc:docMk/>
            <pc:sldMk cId="49123960" sldId="7373"/>
            <ac:picMk id="150" creationId="{CF2B9A9E-4160-456F-9F24-77F132113087}"/>
          </ac:picMkLst>
        </pc:picChg>
        <pc:cxnChg chg="del">
          <ac:chgData name="Saad Akbar" userId="34e1e98c-f1fc-408f-bc28-2fe92e69de3b" providerId="ADAL" clId="{0EE26287-3B85-40C9-8202-C9D44ADE17FE}" dt="2025-09-08T09:46:35.674" v="206" actId="478"/>
          <ac:cxnSpMkLst>
            <pc:docMk/>
            <pc:sldMk cId="49123960" sldId="7373"/>
            <ac:cxnSpMk id="136" creationId="{00000000-0000-0000-0000-000000000000}"/>
          </ac:cxnSpMkLst>
        </pc:cxnChg>
        <pc:cxnChg chg="del">
          <ac:chgData name="Saad Akbar" userId="34e1e98c-f1fc-408f-bc28-2fe92e69de3b" providerId="ADAL" clId="{0EE26287-3B85-40C9-8202-C9D44ADE17FE}" dt="2025-09-08T09:46:03.765" v="200" actId="478"/>
          <ac:cxnSpMkLst>
            <pc:docMk/>
            <pc:sldMk cId="49123960" sldId="7373"/>
            <ac:cxnSpMk id="137" creationId="{00000000-0000-0000-0000-000000000000}"/>
          </ac:cxnSpMkLst>
        </pc:cxnChg>
      </pc:sldChg>
      <pc:sldChg chg="addSp delSp modSp mod">
        <pc:chgData name="Saad Akbar" userId="34e1e98c-f1fc-408f-bc28-2fe92e69de3b" providerId="ADAL" clId="{0EE26287-3B85-40C9-8202-C9D44ADE17FE}" dt="2025-09-08T10:11:14.241" v="267" actId="20577"/>
        <pc:sldMkLst>
          <pc:docMk/>
          <pc:sldMk cId="1143428586" sldId="7375"/>
        </pc:sldMkLst>
        <pc:spChg chg="mod">
          <ac:chgData name="Saad Akbar" userId="34e1e98c-f1fc-408f-bc28-2fe92e69de3b" providerId="ADAL" clId="{0EE26287-3B85-40C9-8202-C9D44ADE17FE}" dt="2025-09-08T10:11:14.241" v="267" actId="20577"/>
          <ac:spMkLst>
            <pc:docMk/>
            <pc:sldMk cId="1143428586" sldId="7375"/>
            <ac:spMk id="5" creationId="{EA03388F-2BB8-C38C-EB7D-BAF7C8D9888E}"/>
          </ac:spMkLst>
        </pc:spChg>
        <pc:spChg chg="mod">
          <ac:chgData name="Saad Akbar" userId="34e1e98c-f1fc-408f-bc28-2fe92e69de3b" providerId="ADAL" clId="{0EE26287-3B85-40C9-8202-C9D44ADE17FE}" dt="2025-09-08T08:40:41.314" v="89" actId="20577"/>
          <ac:spMkLst>
            <pc:docMk/>
            <pc:sldMk cId="1143428586" sldId="7375"/>
            <ac:spMk id="6" creationId="{00000000-0000-0000-0000-000000000000}"/>
          </ac:spMkLst>
        </pc:spChg>
        <pc:spChg chg="mod">
          <ac:chgData name="Saad Akbar" userId="34e1e98c-f1fc-408f-bc28-2fe92e69de3b" providerId="ADAL" clId="{0EE26287-3B85-40C9-8202-C9D44ADE17FE}" dt="2025-09-08T09:51:33.171" v="232" actId="20578"/>
          <ac:spMkLst>
            <pc:docMk/>
            <pc:sldMk cId="1143428586" sldId="7375"/>
            <ac:spMk id="7" creationId="{5EAE678F-E9A0-47C8-BC29-C1EB27D339F4}"/>
          </ac:spMkLst>
        </pc:spChg>
        <pc:spChg chg="mod">
          <ac:chgData name="Saad Akbar" userId="34e1e98c-f1fc-408f-bc28-2fe92e69de3b" providerId="ADAL" clId="{0EE26287-3B85-40C9-8202-C9D44ADE17FE}" dt="2025-09-08T09:52:38.816" v="247" actId="20577"/>
          <ac:spMkLst>
            <pc:docMk/>
            <pc:sldMk cId="1143428586" sldId="7375"/>
            <ac:spMk id="9" creationId="{5BEAAA01-D660-4AAF-BD93-39A6ACB22E99}"/>
          </ac:spMkLst>
        </pc:spChg>
        <pc:spChg chg="mod">
          <ac:chgData name="Saad Akbar" userId="34e1e98c-f1fc-408f-bc28-2fe92e69de3b" providerId="ADAL" clId="{0EE26287-3B85-40C9-8202-C9D44ADE17FE}" dt="2025-09-08T09:51:04.391" v="230" actId="20577"/>
          <ac:spMkLst>
            <pc:docMk/>
            <pc:sldMk cId="1143428586" sldId="7375"/>
            <ac:spMk id="11" creationId="{AEA52322-0875-4237-94F8-497D47AC4331}"/>
          </ac:spMkLst>
        </pc:spChg>
        <pc:spChg chg="mod">
          <ac:chgData name="Saad Akbar" userId="34e1e98c-f1fc-408f-bc28-2fe92e69de3b" providerId="ADAL" clId="{0EE26287-3B85-40C9-8202-C9D44ADE17FE}" dt="2025-09-08T09:35:28.764" v="118" actId="20577"/>
          <ac:spMkLst>
            <pc:docMk/>
            <pc:sldMk cId="1143428586" sldId="7375"/>
            <ac:spMk id="12" creationId="{69D2CB2B-D439-4E17-9215-30A96F656DBF}"/>
          </ac:spMkLst>
        </pc:spChg>
        <pc:spChg chg="mod">
          <ac:chgData name="Saad Akbar" userId="34e1e98c-f1fc-408f-bc28-2fe92e69de3b" providerId="ADAL" clId="{0EE26287-3B85-40C9-8202-C9D44ADE17FE}" dt="2025-09-08T09:51:40.612" v="234" actId="20577"/>
          <ac:spMkLst>
            <pc:docMk/>
            <pc:sldMk cId="1143428586" sldId="7375"/>
            <ac:spMk id="13" creationId="{7DCB7728-DC06-4F42-95D0-D7DB8245873D}"/>
          </ac:spMkLst>
        </pc:spChg>
        <pc:spChg chg="mod">
          <ac:chgData name="Saad Akbar" userId="34e1e98c-f1fc-408f-bc28-2fe92e69de3b" providerId="ADAL" clId="{0EE26287-3B85-40C9-8202-C9D44ADE17FE}" dt="2025-09-08T09:15:46.177" v="91"/>
          <ac:spMkLst>
            <pc:docMk/>
            <pc:sldMk cId="1143428586" sldId="7375"/>
            <ac:spMk id="26" creationId="{42524CDE-DFD0-59E9-8CDD-DE59BEBF68AA}"/>
          </ac:spMkLst>
        </pc:spChg>
        <pc:spChg chg="del mod">
          <ac:chgData name="Saad Akbar" userId="34e1e98c-f1fc-408f-bc28-2fe92e69de3b" providerId="ADAL" clId="{0EE26287-3B85-40C9-8202-C9D44ADE17FE}" dt="2025-09-08T09:53:07.283" v="255" actId="478"/>
          <ac:spMkLst>
            <pc:docMk/>
            <pc:sldMk cId="1143428586" sldId="7375"/>
            <ac:spMk id="36" creationId="{08CA2699-E3C2-4EE8-BDC4-B63802340585}"/>
          </ac:spMkLst>
        </pc:spChg>
        <pc:spChg chg="mod">
          <ac:chgData name="Saad Akbar" userId="34e1e98c-f1fc-408f-bc28-2fe92e69de3b" providerId="ADAL" clId="{0EE26287-3B85-40C9-8202-C9D44ADE17FE}" dt="2025-09-08T09:36:13.467" v="134" actId="20577"/>
          <ac:spMkLst>
            <pc:docMk/>
            <pc:sldMk cId="1143428586" sldId="7375"/>
            <ac:spMk id="37" creationId="{4869B464-0F24-4366-AB65-04341E325BD3}"/>
          </ac:spMkLst>
        </pc:spChg>
        <pc:spChg chg="mod">
          <ac:chgData name="Saad Akbar" userId="34e1e98c-f1fc-408f-bc28-2fe92e69de3b" providerId="ADAL" clId="{0EE26287-3B85-40C9-8202-C9D44ADE17FE}" dt="2025-09-08T09:36:54.665" v="175" actId="20577"/>
          <ac:spMkLst>
            <pc:docMk/>
            <pc:sldMk cId="1143428586" sldId="7375"/>
            <ac:spMk id="38" creationId="{2FEE2618-7DEB-4B5E-97E6-9CCF5A8F03C9}"/>
          </ac:spMkLst>
        </pc:spChg>
        <pc:spChg chg="mod">
          <ac:chgData name="Saad Akbar" userId="34e1e98c-f1fc-408f-bc28-2fe92e69de3b" providerId="ADAL" clId="{0EE26287-3B85-40C9-8202-C9D44ADE17FE}" dt="2025-09-08T09:15:46.177" v="91"/>
          <ac:spMkLst>
            <pc:docMk/>
            <pc:sldMk cId="1143428586" sldId="7375"/>
            <ac:spMk id="45" creationId="{3F256DE2-7BFC-EF6E-01C7-8E258F2473AE}"/>
          </ac:spMkLst>
        </pc:spChg>
        <pc:spChg chg="mod">
          <ac:chgData name="Saad Akbar" userId="34e1e98c-f1fc-408f-bc28-2fe92e69de3b" providerId="ADAL" clId="{0EE26287-3B85-40C9-8202-C9D44ADE17FE}" dt="2025-09-08T09:19:22.437" v="108" actId="20577"/>
          <ac:spMkLst>
            <pc:docMk/>
            <pc:sldMk cId="1143428586" sldId="7375"/>
            <ac:spMk id="50" creationId="{E2E2A7B7-E3CC-618C-1600-BC000447D4B5}"/>
          </ac:spMkLst>
        </pc:spChg>
        <pc:spChg chg="mod">
          <ac:chgData name="Saad Akbar" userId="34e1e98c-f1fc-408f-bc28-2fe92e69de3b" providerId="ADAL" clId="{0EE26287-3B85-40C9-8202-C9D44ADE17FE}" dt="2025-09-08T09:15:46.177" v="91"/>
          <ac:spMkLst>
            <pc:docMk/>
            <pc:sldMk cId="1143428586" sldId="7375"/>
            <ac:spMk id="61" creationId="{E98DFE57-2714-BA74-D246-BD6B7EF00E1F}"/>
          </ac:spMkLst>
        </pc:spChg>
        <pc:spChg chg="mod">
          <ac:chgData name="Saad Akbar" userId="34e1e98c-f1fc-408f-bc28-2fe92e69de3b" providerId="ADAL" clId="{0EE26287-3B85-40C9-8202-C9D44ADE17FE}" dt="2025-09-08T09:15:46.177" v="91"/>
          <ac:spMkLst>
            <pc:docMk/>
            <pc:sldMk cId="1143428586" sldId="7375"/>
            <ac:spMk id="62" creationId="{E749AC39-31FF-BC7A-AED9-68746A85137A}"/>
          </ac:spMkLst>
        </pc:spChg>
        <pc:spChg chg="mod">
          <ac:chgData name="Saad Akbar" userId="34e1e98c-f1fc-408f-bc28-2fe92e69de3b" providerId="ADAL" clId="{0EE26287-3B85-40C9-8202-C9D44ADE17FE}" dt="2025-09-08T09:15:46.177" v="91"/>
          <ac:spMkLst>
            <pc:docMk/>
            <pc:sldMk cId="1143428586" sldId="7375"/>
            <ac:spMk id="63" creationId="{D69F356A-846D-E5A4-0A74-9E0F09EEBCA0}"/>
          </ac:spMkLst>
        </pc:spChg>
        <pc:spChg chg="mod">
          <ac:chgData name="Saad Akbar" userId="34e1e98c-f1fc-408f-bc28-2fe92e69de3b" providerId="ADAL" clId="{0EE26287-3B85-40C9-8202-C9D44ADE17FE}" dt="2025-09-08T09:15:46.177" v="91"/>
          <ac:spMkLst>
            <pc:docMk/>
            <pc:sldMk cId="1143428586" sldId="7375"/>
            <ac:spMk id="64" creationId="{4DB52DDF-4730-A597-FD5B-8B3DC1F80F16}"/>
          </ac:spMkLst>
        </pc:spChg>
        <pc:spChg chg="mod">
          <ac:chgData name="Saad Akbar" userId="34e1e98c-f1fc-408f-bc28-2fe92e69de3b" providerId="ADAL" clId="{0EE26287-3B85-40C9-8202-C9D44ADE17FE}" dt="2025-09-08T09:15:46.177" v="91"/>
          <ac:spMkLst>
            <pc:docMk/>
            <pc:sldMk cId="1143428586" sldId="7375"/>
            <ac:spMk id="65" creationId="{0CDD8321-0467-F90B-0BE1-681165BEEC6E}"/>
          </ac:spMkLst>
        </pc:spChg>
        <pc:spChg chg="mod">
          <ac:chgData name="Saad Akbar" userId="34e1e98c-f1fc-408f-bc28-2fe92e69de3b" providerId="ADAL" clId="{0EE26287-3B85-40C9-8202-C9D44ADE17FE}" dt="2025-09-08T09:15:46.177" v="91"/>
          <ac:spMkLst>
            <pc:docMk/>
            <pc:sldMk cId="1143428586" sldId="7375"/>
            <ac:spMk id="66" creationId="{3C0D6F4B-2585-12C8-3F24-A1D4C9053E32}"/>
          </ac:spMkLst>
        </pc:spChg>
        <pc:spChg chg="mod">
          <ac:chgData name="Saad Akbar" userId="34e1e98c-f1fc-408f-bc28-2fe92e69de3b" providerId="ADAL" clId="{0EE26287-3B85-40C9-8202-C9D44ADE17FE}" dt="2025-09-08T09:15:46.177" v="91"/>
          <ac:spMkLst>
            <pc:docMk/>
            <pc:sldMk cId="1143428586" sldId="7375"/>
            <ac:spMk id="67" creationId="{2664AE66-CEDA-3289-F889-47FB5505E4BE}"/>
          </ac:spMkLst>
        </pc:spChg>
        <pc:spChg chg="mod">
          <ac:chgData name="Saad Akbar" userId="34e1e98c-f1fc-408f-bc28-2fe92e69de3b" providerId="ADAL" clId="{0EE26287-3B85-40C9-8202-C9D44ADE17FE}" dt="2025-09-08T09:18:32.824" v="93"/>
          <ac:spMkLst>
            <pc:docMk/>
            <pc:sldMk cId="1143428586" sldId="7375"/>
            <ac:spMk id="71" creationId="{7F592FBE-42BE-43EB-F620-DA33E2E4E8AE}"/>
          </ac:spMkLst>
        </pc:spChg>
        <pc:spChg chg="mod">
          <ac:chgData name="Saad Akbar" userId="34e1e98c-f1fc-408f-bc28-2fe92e69de3b" providerId="ADAL" clId="{0EE26287-3B85-40C9-8202-C9D44ADE17FE}" dt="2025-09-08T09:18:32.824" v="93"/>
          <ac:spMkLst>
            <pc:docMk/>
            <pc:sldMk cId="1143428586" sldId="7375"/>
            <ac:spMk id="77" creationId="{E9A5D483-17E7-1CD6-00CE-BBCB219FFA5D}"/>
          </ac:spMkLst>
        </pc:spChg>
        <pc:spChg chg="mod">
          <ac:chgData name="Saad Akbar" userId="34e1e98c-f1fc-408f-bc28-2fe92e69de3b" providerId="ADAL" clId="{0EE26287-3B85-40C9-8202-C9D44ADE17FE}" dt="2025-09-08T09:18:32.824" v="93"/>
          <ac:spMkLst>
            <pc:docMk/>
            <pc:sldMk cId="1143428586" sldId="7375"/>
            <ac:spMk id="80" creationId="{BCCDFE9F-D9D6-210D-BA45-A8546CF441FB}"/>
          </ac:spMkLst>
        </pc:spChg>
        <pc:spChg chg="mod">
          <ac:chgData name="Saad Akbar" userId="34e1e98c-f1fc-408f-bc28-2fe92e69de3b" providerId="ADAL" clId="{0EE26287-3B85-40C9-8202-C9D44ADE17FE}" dt="2025-09-08T09:18:32.824" v="93"/>
          <ac:spMkLst>
            <pc:docMk/>
            <pc:sldMk cId="1143428586" sldId="7375"/>
            <ac:spMk id="84" creationId="{46C396F3-33A2-102F-BE3B-E3F33ED5A5A4}"/>
          </ac:spMkLst>
        </pc:spChg>
        <pc:spChg chg="mod">
          <ac:chgData name="Saad Akbar" userId="34e1e98c-f1fc-408f-bc28-2fe92e69de3b" providerId="ADAL" clId="{0EE26287-3B85-40C9-8202-C9D44ADE17FE}" dt="2025-09-08T09:42:16.566" v="176"/>
          <ac:spMkLst>
            <pc:docMk/>
            <pc:sldMk cId="1143428586" sldId="7375"/>
            <ac:spMk id="87" creationId="{C410605A-2A06-77CE-E993-53331E5605F3}"/>
          </ac:spMkLst>
        </pc:spChg>
        <pc:spChg chg="add mod">
          <ac:chgData name="Saad Akbar" userId="34e1e98c-f1fc-408f-bc28-2fe92e69de3b" providerId="ADAL" clId="{0EE26287-3B85-40C9-8202-C9D44ADE17FE}" dt="2025-09-08T09:52:58.974" v="252" actId="1076"/>
          <ac:spMkLst>
            <pc:docMk/>
            <pc:sldMk cId="1143428586" sldId="7375"/>
            <ac:spMk id="89" creationId="{15BCBB28-316F-1C5E-B5E0-BA1DCDD4B670}"/>
          </ac:spMkLst>
        </pc:spChg>
        <pc:spChg chg="add mod">
          <ac:chgData name="Saad Akbar" userId="34e1e98c-f1fc-408f-bc28-2fe92e69de3b" providerId="ADAL" clId="{0EE26287-3B85-40C9-8202-C9D44ADE17FE}" dt="2025-09-08T09:53:04.435" v="253" actId="1076"/>
          <ac:spMkLst>
            <pc:docMk/>
            <pc:sldMk cId="1143428586" sldId="7375"/>
            <ac:spMk id="90" creationId="{DAB29B71-1911-9C12-40C3-1E1A70B35AA2}"/>
          </ac:spMkLst>
        </pc:spChg>
        <pc:spChg chg="mod">
          <ac:chgData name="Saad Akbar" userId="34e1e98c-f1fc-408f-bc28-2fe92e69de3b" providerId="ADAL" clId="{0EE26287-3B85-40C9-8202-C9D44ADE17FE}" dt="2025-09-08T09:18:32.824" v="93"/>
          <ac:spMkLst>
            <pc:docMk/>
            <pc:sldMk cId="1143428586" sldId="7375"/>
            <ac:spMk id="127" creationId="{D3AFB438-67AA-A663-9B47-D1DEC60DC3F0}"/>
          </ac:spMkLst>
        </pc:spChg>
        <pc:spChg chg="mod">
          <ac:chgData name="Saad Akbar" userId="34e1e98c-f1fc-408f-bc28-2fe92e69de3b" providerId="ADAL" clId="{0EE26287-3B85-40C9-8202-C9D44ADE17FE}" dt="2025-09-08T09:18:32.824" v="93"/>
          <ac:spMkLst>
            <pc:docMk/>
            <pc:sldMk cId="1143428586" sldId="7375"/>
            <ac:spMk id="129" creationId="{7E1B99C8-9526-15E5-FABF-9D438FFF8EFD}"/>
          </ac:spMkLst>
        </pc:spChg>
        <pc:spChg chg="mod">
          <ac:chgData name="Saad Akbar" userId="34e1e98c-f1fc-408f-bc28-2fe92e69de3b" providerId="ADAL" clId="{0EE26287-3B85-40C9-8202-C9D44ADE17FE}" dt="2025-09-08T09:18:32.824" v="93"/>
          <ac:spMkLst>
            <pc:docMk/>
            <pc:sldMk cId="1143428586" sldId="7375"/>
            <ac:spMk id="131" creationId="{91857F26-511D-C706-E13A-809AC7DA4592}"/>
          </ac:spMkLst>
        </pc:spChg>
        <pc:spChg chg="mod">
          <ac:chgData name="Saad Akbar" userId="34e1e98c-f1fc-408f-bc28-2fe92e69de3b" providerId="ADAL" clId="{0EE26287-3B85-40C9-8202-C9D44ADE17FE}" dt="2025-09-08T09:18:32.824" v="93"/>
          <ac:spMkLst>
            <pc:docMk/>
            <pc:sldMk cId="1143428586" sldId="7375"/>
            <ac:spMk id="132" creationId="{FAB291A4-D32B-827D-D127-132B3ED1FFE2}"/>
          </ac:spMkLst>
        </pc:spChg>
        <pc:spChg chg="mod">
          <ac:chgData name="Saad Akbar" userId="34e1e98c-f1fc-408f-bc28-2fe92e69de3b" providerId="ADAL" clId="{0EE26287-3B85-40C9-8202-C9D44ADE17FE}" dt="2025-09-08T09:18:32.824" v="93"/>
          <ac:spMkLst>
            <pc:docMk/>
            <pc:sldMk cId="1143428586" sldId="7375"/>
            <ac:spMk id="133" creationId="{336625CB-5D67-A041-4691-FA0C2014D29E}"/>
          </ac:spMkLst>
        </pc:spChg>
        <pc:spChg chg="mod">
          <ac:chgData name="Saad Akbar" userId="34e1e98c-f1fc-408f-bc28-2fe92e69de3b" providerId="ADAL" clId="{0EE26287-3B85-40C9-8202-C9D44ADE17FE}" dt="2025-09-08T09:18:32.824" v="93"/>
          <ac:spMkLst>
            <pc:docMk/>
            <pc:sldMk cId="1143428586" sldId="7375"/>
            <ac:spMk id="134" creationId="{2C5E7799-632A-28F6-0EEA-119F6E5D5FDC}"/>
          </ac:spMkLst>
        </pc:spChg>
        <pc:grpChg chg="mod">
          <ac:chgData name="Saad Akbar" userId="34e1e98c-f1fc-408f-bc28-2fe92e69de3b" providerId="ADAL" clId="{0EE26287-3B85-40C9-8202-C9D44ADE17FE}" dt="2025-09-08T09:18:42.358" v="96" actId="1076"/>
          <ac:grpSpMkLst>
            <pc:docMk/>
            <pc:sldMk cId="1143428586" sldId="7375"/>
            <ac:grpSpMk id="10" creationId="{8A313D13-7D87-FFD7-8128-16AA7358EF16}"/>
          </ac:grpSpMkLst>
        </pc:grpChg>
        <pc:grpChg chg="add mod">
          <ac:chgData name="Saad Akbar" userId="34e1e98c-f1fc-408f-bc28-2fe92e69de3b" providerId="ADAL" clId="{0EE26287-3B85-40C9-8202-C9D44ADE17FE}" dt="2025-09-08T09:50:31.303" v="224" actId="1076"/>
          <ac:grpSpMkLst>
            <pc:docMk/>
            <pc:sldMk cId="1143428586" sldId="7375"/>
            <ac:grpSpMk id="14" creationId="{831EE032-9353-8EDD-F715-160D5D67C306}"/>
          </ac:grpSpMkLst>
        </pc:grpChg>
        <pc:grpChg chg="mod">
          <ac:chgData name="Saad Akbar" userId="34e1e98c-f1fc-408f-bc28-2fe92e69de3b" providerId="ADAL" clId="{0EE26287-3B85-40C9-8202-C9D44ADE17FE}" dt="2025-09-08T09:15:46.177" v="91"/>
          <ac:grpSpMkLst>
            <pc:docMk/>
            <pc:sldMk cId="1143428586" sldId="7375"/>
            <ac:grpSpMk id="15" creationId="{21AE7C76-73B6-D7EB-75ED-C5082734C6E8}"/>
          </ac:grpSpMkLst>
        </pc:grpChg>
        <pc:grpChg chg="mod">
          <ac:chgData name="Saad Akbar" userId="34e1e98c-f1fc-408f-bc28-2fe92e69de3b" providerId="ADAL" clId="{0EE26287-3B85-40C9-8202-C9D44ADE17FE}" dt="2025-09-08T09:15:46.177" v="91"/>
          <ac:grpSpMkLst>
            <pc:docMk/>
            <pc:sldMk cId="1143428586" sldId="7375"/>
            <ac:grpSpMk id="22" creationId="{7A0F4906-2041-4698-8BE9-5D3694FA40F4}"/>
          </ac:grpSpMkLst>
        </pc:grpChg>
        <pc:grpChg chg="mod">
          <ac:chgData name="Saad Akbar" userId="34e1e98c-f1fc-408f-bc28-2fe92e69de3b" providerId="ADAL" clId="{0EE26287-3B85-40C9-8202-C9D44ADE17FE}" dt="2025-09-08T09:18:53.551" v="97" actId="1076"/>
          <ac:grpSpMkLst>
            <pc:docMk/>
            <pc:sldMk cId="1143428586" sldId="7375"/>
            <ac:grpSpMk id="28" creationId="{78803DEB-701C-40F5-BE27-D1E7067ECD17}"/>
          </ac:grpSpMkLst>
        </pc:grpChg>
        <pc:grpChg chg="mod">
          <ac:chgData name="Saad Akbar" userId="34e1e98c-f1fc-408f-bc28-2fe92e69de3b" providerId="ADAL" clId="{0EE26287-3B85-40C9-8202-C9D44ADE17FE}" dt="2025-09-08T09:50:36.115" v="225" actId="1076"/>
          <ac:grpSpMkLst>
            <pc:docMk/>
            <pc:sldMk cId="1143428586" sldId="7375"/>
            <ac:grpSpMk id="44" creationId="{0A87601F-AE6E-0158-D932-B97F77E40522}"/>
          </ac:grpSpMkLst>
        </pc:grpChg>
        <pc:grpChg chg="mod">
          <ac:chgData name="Saad Akbar" userId="34e1e98c-f1fc-408f-bc28-2fe92e69de3b" providerId="ADAL" clId="{0EE26287-3B85-40C9-8202-C9D44ADE17FE}" dt="2025-09-08T09:15:46.177" v="91"/>
          <ac:grpSpMkLst>
            <pc:docMk/>
            <pc:sldMk cId="1143428586" sldId="7375"/>
            <ac:grpSpMk id="59" creationId="{092C8831-1219-FC34-C9B8-8F6A7AD77162}"/>
          </ac:grpSpMkLst>
        </pc:grpChg>
        <pc:grpChg chg="mod">
          <ac:chgData name="Saad Akbar" userId="34e1e98c-f1fc-408f-bc28-2fe92e69de3b" providerId="ADAL" clId="{0EE26287-3B85-40C9-8202-C9D44ADE17FE}" dt="2025-09-08T09:15:46.177" v="91"/>
          <ac:grpSpMkLst>
            <pc:docMk/>
            <pc:sldMk cId="1143428586" sldId="7375"/>
            <ac:grpSpMk id="60" creationId="{92E741D8-564A-498A-7248-EC09B6B3E805}"/>
          </ac:grpSpMkLst>
        </pc:grpChg>
        <pc:grpChg chg="add mod">
          <ac:chgData name="Saad Akbar" userId="34e1e98c-f1fc-408f-bc28-2fe92e69de3b" providerId="ADAL" clId="{0EE26287-3B85-40C9-8202-C9D44ADE17FE}" dt="2025-09-08T09:18:59.177" v="98" actId="1076"/>
          <ac:grpSpMkLst>
            <pc:docMk/>
            <pc:sldMk cId="1143428586" sldId="7375"/>
            <ac:grpSpMk id="68" creationId="{75A35205-0DA1-B094-2FBA-333D63EDB9F6}"/>
          </ac:grpSpMkLst>
        </pc:grpChg>
        <pc:grpChg chg="mod">
          <ac:chgData name="Saad Akbar" userId="34e1e98c-f1fc-408f-bc28-2fe92e69de3b" providerId="ADAL" clId="{0EE26287-3B85-40C9-8202-C9D44ADE17FE}" dt="2025-09-08T09:18:32.824" v="93"/>
          <ac:grpSpMkLst>
            <pc:docMk/>
            <pc:sldMk cId="1143428586" sldId="7375"/>
            <ac:grpSpMk id="69" creationId="{DCD07AA9-019F-6D54-5F92-464F3F8AD8C9}"/>
          </ac:grpSpMkLst>
        </pc:grpChg>
        <pc:grpChg chg="mod">
          <ac:chgData name="Saad Akbar" userId="34e1e98c-f1fc-408f-bc28-2fe92e69de3b" providerId="ADAL" clId="{0EE26287-3B85-40C9-8202-C9D44ADE17FE}" dt="2025-09-08T09:18:32.824" v="93"/>
          <ac:grpSpMkLst>
            <pc:docMk/>
            <pc:sldMk cId="1143428586" sldId="7375"/>
            <ac:grpSpMk id="70" creationId="{7D28A3E4-14CF-FD9C-BC17-0AF71FABB1AC}"/>
          </ac:grpSpMkLst>
        </pc:grpChg>
        <pc:grpChg chg="add mod">
          <ac:chgData name="Saad Akbar" userId="34e1e98c-f1fc-408f-bc28-2fe92e69de3b" providerId="ADAL" clId="{0EE26287-3B85-40C9-8202-C9D44ADE17FE}" dt="2025-09-08T09:50:11.997" v="217" actId="1076"/>
          <ac:grpSpMkLst>
            <pc:docMk/>
            <pc:sldMk cId="1143428586" sldId="7375"/>
            <ac:grpSpMk id="85" creationId="{34D41C7A-835B-C39D-80D5-25826A45419F}"/>
          </ac:grpSpMkLst>
        </pc:grpChg>
        <pc:grpChg chg="del">
          <ac:chgData name="Saad Akbar" userId="34e1e98c-f1fc-408f-bc28-2fe92e69de3b" providerId="ADAL" clId="{0EE26287-3B85-40C9-8202-C9D44ADE17FE}" dt="2025-09-08T09:15:20.877" v="90" actId="478"/>
          <ac:grpSpMkLst>
            <pc:docMk/>
            <pc:sldMk cId="1143428586" sldId="7375"/>
            <ac:grpSpMk id="85" creationId="{9DA15EBD-1DE7-C018-E7E1-ED8BA45969A0}"/>
          </ac:grpSpMkLst>
        </pc:grpChg>
        <pc:picChg chg="mod">
          <ac:chgData name="Saad Akbar" userId="34e1e98c-f1fc-408f-bc28-2fe92e69de3b" providerId="ADAL" clId="{0EE26287-3B85-40C9-8202-C9D44ADE17FE}" dt="2025-09-08T09:42:16.566" v="176"/>
          <ac:picMkLst>
            <pc:docMk/>
            <pc:sldMk cId="1143428586" sldId="7375"/>
            <ac:picMk id="86" creationId="{5C7ECABA-6802-8F1E-2FC1-FF08914FFCB6}"/>
          </ac:picMkLst>
        </pc:picChg>
        <pc:picChg chg="mod">
          <ac:chgData name="Saad Akbar" userId="34e1e98c-f1fc-408f-bc28-2fe92e69de3b" providerId="ADAL" clId="{0EE26287-3B85-40C9-8202-C9D44ADE17FE}" dt="2025-09-08T09:18:39.681" v="95" actId="1076"/>
          <ac:picMkLst>
            <pc:docMk/>
            <pc:sldMk cId="1143428586" sldId="7375"/>
            <ac:picMk id="137" creationId="{D14B76E1-0BA9-A004-3861-5916E19B24B0}"/>
          </ac:picMkLst>
        </pc:picChg>
        <pc:cxnChg chg="mod">
          <ac:chgData name="Saad Akbar" userId="34e1e98c-f1fc-408f-bc28-2fe92e69de3b" providerId="ADAL" clId="{0EE26287-3B85-40C9-8202-C9D44ADE17FE}" dt="2025-09-08T09:18:53.551" v="97" actId="1076"/>
          <ac:cxnSpMkLst>
            <pc:docMk/>
            <pc:sldMk cId="1143428586" sldId="7375"/>
            <ac:cxnSpMk id="74" creationId="{64481F80-B8CC-64AC-DDA0-A745BB49FE71}"/>
          </ac:cxnSpMkLst>
        </pc:cxnChg>
        <pc:cxnChg chg="mod">
          <ac:chgData name="Saad Akbar" userId="34e1e98c-f1fc-408f-bc28-2fe92e69de3b" providerId="ADAL" clId="{0EE26287-3B85-40C9-8202-C9D44ADE17FE}" dt="2025-09-08T09:50:09.855" v="216" actId="14100"/>
          <ac:cxnSpMkLst>
            <pc:docMk/>
            <pc:sldMk cId="1143428586" sldId="7375"/>
            <ac:cxnSpMk id="107" creationId="{BC0CBE16-E0E0-A295-509E-E487FB06E9CA}"/>
          </ac:cxnSpMkLst>
        </pc:cxnChg>
      </pc:sldChg>
      <pc:sldChg chg="del">
        <pc:chgData name="Saad Akbar" userId="34e1e98c-f1fc-408f-bc28-2fe92e69de3b" providerId="ADAL" clId="{0EE26287-3B85-40C9-8202-C9D44ADE17FE}" dt="2025-09-08T07:36:29.281" v="62" actId="47"/>
        <pc:sldMkLst>
          <pc:docMk/>
          <pc:sldMk cId="2645471563" sldId="7376"/>
        </pc:sldMkLst>
      </pc:sldChg>
      <pc:sldChg chg="delSp del mod">
        <pc:chgData name="Saad Akbar" userId="34e1e98c-f1fc-408f-bc28-2fe92e69de3b" providerId="ADAL" clId="{0EE26287-3B85-40C9-8202-C9D44ADE17FE}" dt="2025-09-08T09:50:03.135" v="215" actId="47"/>
        <pc:sldMkLst>
          <pc:docMk/>
          <pc:sldMk cId="1181284666" sldId="7377"/>
        </pc:sldMkLst>
        <pc:graphicFrameChg chg="del">
          <ac:chgData name="Saad Akbar" userId="34e1e98c-f1fc-408f-bc28-2fe92e69de3b" providerId="ADAL" clId="{0EE26287-3B85-40C9-8202-C9D44ADE17FE}" dt="2025-09-08T07:36:34.058" v="63" actId="478"/>
          <ac:graphicFrameMkLst>
            <pc:docMk/>
            <pc:sldMk cId="1181284666" sldId="7377"/>
            <ac:graphicFrameMk id="8" creationId="{875DD42E-F882-9BCA-9F67-38A6F6C56081}"/>
          </ac:graphicFrameMkLst>
        </pc:graphicFrameChg>
      </pc:sldChg>
      <pc:sldMasterChg chg="delSp mod">
        <pc:chgData name="Saad Akbar" userId="34e1e98c-f1fc-408f-bc28-2fe92e69de3b" providerId="ADAL" clId="{0EE26287-3B85-40C9-8202-C9D44ADE17FE}" dt="2025-09-08T09:28:47.397" v="109" actId="33475"/>
        <pc:sldMasterMkLst>
          <pc:docMk/>
          <pc:sldMasterMk cId="3632300099" sldId="2147483741"/>
        </pc:sldMasterMkLst>
        <pc:spChg chg="del">
          <ac:chgData name="Saad Akbar" userId="34e1e98c-f1fc-408f-bc28-2fe92e69de3b" providerId="ADAL" clId="{0EE26287-3B85-40C9-8202-C9D44ADE17FE}" dt="2025-09-08T09:28:47.397" v="109" actId="33475"/>
          <ac:spMkLst>
            <pc:docMk/>
            <pc:sldMasterMk cId="3632300099" sldId="2147483741"/>
            <ac:spMk id="5" creationId="{82B85257-BB9C-C8A6-64BD-62D6F808037E}"/>
          </ac:spMkLst>
        </pc:spChg>
      </pc:sldMasterChg>
      <pc:sldMasterChg chg="delSp mod">
        <pc:chgData name="Saad Akbar" userId="34e1e98c-f1fc-408f-bc28-2fe92e69de3b" providerId="ADAL" clId="{0EE26287-3B85-40C9-8202-C9D44ADE17FE}" dt="2025-09-08T09:28:47.397" v="109" actId="33475"/>
        <pc:sldMasterMkLst>
          <pc:docMk/>
          <pc:sldMasterMk cId="3442837173" sldId="2147483992"/>
        </pc:sldMasterMkLst>
        <pc:spChg chg="del">
          <ac:chgData name="Saad Akbar" userId="34e1e98c-f1fc-408f-bc28-2fe92e69de3b" providerId="ADAL" clId="{0EE26287-3B85-40C9-8202-C9D44ADE17FE}" dt="2025-09-08T09:28:47.397" v="109" actId="33475"/>
          <ac:spMkLst>
            <pc:docMk/>
            <pc:sldMasterMk cId="3442837173" sldId="2147483992"/>
            <ac:spMk id="3" creationId="{14B4B38B-B4C6-0222-46C8-9FEA76FC5DF9}"/>
          </ac:spMkLst>
        </pc:spChg>
      </pc:sldMasterChg>
    </pc:docChg>
  </pc:docChgLst>
  <pc:docChgLst>
    <pc:chgData name="Saad Akbar" userId="34e1e98c-f1fc-408f-bc28-2fe92e69de3b" providerId="ADAL" clId="{3977ECF1-21E2-4C48-BA21-4E2A38177A03}"/>
    <pc:docChg chg="undo custSel addSld delSld modSld sldOrd">
      <pc:chgData name="Saad Akbar" userId="34e1e98c-f1fc-408f-bc28-2fe92e69de3b" providerId="ADAL" clId="{3977ECF1-21E2-4C48-BA21-4E2A38177A03}" dt="2025-09-16T08:59:51.647" v="2921" actId="113"/>
      <pc:docMkLst>
        <pc:docMk/>
      </pc:docMkLst>
      <pc:sldChg chg="modSp del mod">
        <pc:chgData name="Saad Akbar" userId="34e1e98c-f1fc-408f-bc28-2fe92e69de3b" providerId="ADAL" clId="{3977ECF1-21E2-4C48-BA21-4E2A38177A03}" dt="2025-09-16T06:59:09.491" v="1823" actId="47"/>
        <pc:sldMkLst>
          <pc:docMk/>
          <pc:sldMk cId="1143428586" sldId="7375"/>
        </pc:sldMkLst>
        <pc:spChg chg="mod">
          <ac:chgData name="Saad Akbar" userId="34e1e98c-f1fc-408f-bc28-2fe92e69de3b" providerId="ADAL" clId="{3977ECF1-21E2-4C48-BA21-4E2A38177A03}" dt="2025-09-15T06:55:23.560" v="31" actId="20577"/>
          <ac:spMkLst>
            <pc:docMk/>
            <pc:sldMk cId="1143428586" sldId="7375"/>
            <ac:spMk id="6" creationId="{00000000-0000-0000-0000-000000000000}"/>
          </ac:spMkLst>
        </pc:spChg>
        <pc:spChg chg="mod">
          <ac:chgData name="Saad Akbar" userId="34e1e98c-f1fc-408f-bc28-2fe92e69de3b" providerId="ADAL" clId="{3977ECF1-21E2-4C48-BA21-4E2A38177A03}" dt="2025-09-15T06:54:55.658" v="17" actId="313"/>
          <ac:spMkLst>
            <pc:docMk/>
            <pc:sldMk cId="1143428586" sldId="7375"/>
            <ac:spMk id="182" creationId="{D50D1753-C4B2-C768-C56A-7897C9B37605}"/>
          </ac:spMkLst>
        </pc:spChg>
      </pc:sldChg>
      <pc:sldChg chg="modSp mod">
        <pc:chgData name="Saad Akbar" userId="34e1e98c-f1fc-408f-bc28-2fe92e69de3b" providerId="ADAL" clId="{3977ECF1-21E2-4C48-BA21-4E2A38177A03}" dt="2025-09-16T08:05:14.340" v="2122" actId="20577"/>
        <pc:sldMkLst>
          <pc:docMk/>
          <pc:sldMk cId="1517590626" sldId="7377"/>
        </pc:sldMkLst>
        <pc:spChg chg="mod">
          <ac:chgData name="Saad Akbar" userId="34e1e98c-f1fc-408f-bc28-2fe92e69de3b" providerId="ADAL" clId="{3977ECF1-21E2-4C48-BA21-4E2A38177A03}" dt="2025-09-15T06:55:41.140" v="55" actId="20577"/>
          <ac:spMkLst>
            <pc:docMk/>
            <pc:sldMk cId="1517590626" sldId="7377"/>
            <ac:spMk id="6" creationId="{00000000-0000-0000-0000-000000000000}"/>
          </ac:spMkLst>
        </pc:spChg>
        <pc:spChg chg="mod">
          <ac:chgData name="Saad Akbar" userId="34e1e98c-f1fc-408f-bc28-2fe92e69de3b" providerId="ADAL" clId="{3977ECF1-21E2-4C48-BA21-4E2A38177A03}" dt="2025-09-16T08:05:14.340" v="2122" actId="20577"/>
          <ac:spMkLst>
            <pc:docMk/>
            <pc:sldMk cId="1517590626" sldId="7377"/>
            <ac:spMk id="18" creationId="{2B442303-8942-102A-ECCA-8DD0CEBCCCC0}"/>
          </ac:spMkLst>
        </pc:spChg>
      </pc:sldChg>
      <pc:sldChg chg="addSp delSp modSp add mod modNotesTx">
        <pc:chgData name="Saad Akbar" userId="34e1e98c-f1fc-408f-bc28-2fe92e69de3b" providerId="ADAL" clId="{3977ECF1-21E2-4C48-BA21-4E2A38177A03}" dt="2025-09-16T08:54:48.589" v="2836" actId="313"/>
        <pc:sldMkLst>
          <pc:docMk/>
          <pc:sldMk cId="2210283366" sldId="7378"/>
        </pc:sldMkLst>
        <pc:spChg chg="mod">
          <ac:chgData name="Saad Akbar" userId="34e1e98c-f1fc-408f-bc28-2fe92e69de3b" providerId="ADAL" clId="{3977ECF1-21E2-4C48-BA21-4E2A38177A03}" dt="2025-09-16T08:10:02.122" v="2180" actId="20577"/>
          <ac:spMkLst>
            <pc:docMk/>
            <pc:sldMk cId="2210283366" sldId="7378"/>
            <ac:spMk id="5" creationId="{EA03388F-2BB8-C38C-EB7D-BAF7C8D9888E}"/>
          </ac:spMkLst>
        </pc:spChg>
        <pc:spChg chg="mod">
          <ac:chgData name="Saad Akbar" userId="34e1e98c-f1fc-408f-bc28-2fe92e69de3b" providerId="ADAL" clId="{3977ECF1-21E2-4C48-BA21-4E2A38177A03}" dt="2025-09-16T08:54:02.176" v="2767" actId="1076"/>
          <ac:spMkLst>
            <pc:docMk/>
            <pc:sldMk cId="2210283366" sldId="7378"/>
            <ac:spMk id="7" creationId="{5EAE678F-E9A0-47C8-BC29-C1EB27D339F4}"/>
          </ac:spMkLst>
        </pc:spChg>
        <pc:spChg chg="mod">
          <ac:chgData name="Saad Akbar" userId="34e1e98c-f1fc-408f-bc28-2fe92e69de3b" providerId="ADAL" clId="{3977ECF1-21E2-4C48-BA21-4E2A38177A03}" dt="2025-09-15T11:53:05.829" v="1172" actId="20577"/>
          <ac:spMkLst>
            <pc:docMk/>
            <pc:sldMk cId="2210283366" sldId="7378"/>
            <ac:spMk id="11" creationId="{AEA52322-0875-4237-94F8-497D47AC4331}"/>
          </ac:spMkLst>
        </pc:spChg>
        <pc:spChg chg="mod">
          <ac:chgData name="Saad Akbar" userId="34e1e98c-f1fc-408f-bc28-2fe92e69de3b" providerId="ADAL" clId="{3977ECF1-21E2-4C48-BA21-4E2A38177A03}" dt="2025-09-16T08:08:18.445" v="2153" actId="20577"/>
          <ac:spMkLst>
            <pc:docMk/>
            <pc:sldMk cId="2210283366" sldId="7378"/>
            <ac:spMk id="13" creationId="{7DCB7728-DC06-4F42-95D0-D7DB8245873D}"/>
          </ac:spMkLst>
        </pc:spChg>
        <pc:spChg chg="mod">
          <ac:chgData name="Saad Akbar" userId="34e1e98c-f1fc-408f-bc28-2fe92e69de3b" providerId="ADAL" clId="{3977ECF1-21E2-4C48-BA21-4E2A38177A03}" dt="2025-09-16T05:43:29.889" v="1323"/>
          <ac:spMkLst>
            <pc:docMk/>
            <pc:sldMk cId="2210283366" sldId="7378"/>
            <ac:spMk id="17" creationId="{26523898-A5D8-C9A0-4C4E-7B871C63C1F0}"/>
          </ac:spMkLst>
        </pc:spChg>
        <pc:spChg chg="mod">
          <ac:chgData name="Saad Akbar" userId="34e1e98c-f1fc-408f-bc28-2fe92e69de3b" providerId="ADAL" clId="{3977ECF1-21E2-4C48-BA21-4E2A38177A03}" dt="2025-09-16T05:43:29.889" v="1323"/>
          <ac:spMkLst>
            <pc:docMk/>
            <pc:sldMk cId="2210283366" sldId="7378"/>
            <ac:spMk id="18" creationId="{48148C27-E2A7-39E3-9067-9BF0C0827FBB}"/>
          </ac:spMkLst>
        </pc:spChg>
        <pc:spChg chg="mod">
          <ac:chgData name="Saad Akbar" userId="34e1e98c-f1fc-408f-bc28-2fe92e69de3b" providerId="ADAL" clId="{3977ECF1-21E2-4C48-BA21-4E2A38177A03}" dt="2025-09-16T05:43:29.889" v="1323"/>
          <ac:spMkLst>
            <pc:docMk/>
            <pc:sldMk cId="2210283366" sldId="7378"/>
            <ac:spMk id="19" creationId="{AA5880A9-48ED-0D22-623F-024607CA2461}"/>
          </ac:spMkLst>
        </pc:spChg>
        <pc:spChg chg="mod">
          <ac:chgData name="Saad Akbar" userId="34e1e98c-f1fc-408f-bc28-2fe92e69de3b" providerId="ADAL" clId="{3977ECF1-21E2-4C48-BA21-4E2A38177A03}" dt="2025-09-16T05:43:29.889" v="1323"/>
          <ac:spMkLst>
            <pc:docMk/>
            <pc:sldMk cId="2210283366" sldId="7378"/>
            <ac:spMk id="21" creationId="{7037B64B-A9AB-6D1B-32E7-300FB80113B5}"/>
          </ac:spMkLst>
        </pc:spChg>
        <pc:spChg chg="mod">
          <ac:chgData name="Saad Akbar" userId="34e1e98c-f1fc-408f-bc28-2fe92e69de3b" providerId="ADAL" clId="{3977ECF1-21E2-4C48-BA21-4E2A38177A03}" dt="2025-09-16T05:43:29.889" v="1323"/>
          <ac:spMkLst>
            <pc:docMk/>
            <pc:sldMk cId="2210283366" sldId="7378"/>
            <ac:spMk id="22" creationId="{A8AD6248-62A9-583B-6075-5CFAE85E5C0F}"/>
          </ac:spMkLst>
        </pc:spChg>
        <pc:spChg chg="mod">
          <ac:chgData name="Saad Akbar" userId="34e1e98c-f1fc-408f-bc28-2fe92e69de3b" providerId="ADAL" clId="{3977ECF1-21E2-4C48-BA21-4E2A38177A03}" dt="2025-09-16T05:43:29.889" v="1323"/>
          <ac:spMkLst>
            <pc:docMk/>
            <pc:sldMk cId="2210283366" sldId="7378"/>
            <ac:spMk id="23" creationId="{3F68E721-8DFE-8D80-961C-81B4B85291AC}"/>
          </ac:spMkLst>
        </pc:spChg>
        <pc:spChg chg="mod">
          <ac:chgData name="Saad Akbar" userId="34e1e98c-f1fc-408f-bc28-2fe92e69de3b" providerId="ADAL" clId="{3977ECF1-21E2-4C48-BA21-4E2A38177A03}" dt="2025-09-16T05:43:29.889" v="1323"/>
          <ac:spMkLst>
            <pc:docMk/>
            <pc:sldMk cId="2210283366" sldId="7378"/>
            <ac:spMk id="24" creationId="{99C752A5-C649-4B69-A3DD-A55169498012}"/>
          </ac:spMkLst>
        </pc:spChg>
        <pc:spChg chg="mod">
          <ac:chgData name="Saad Akbar" userId="34e1e98c-f1fc-408f-bc28-2fe92e69de3b" providerId="ADAL" clId="{3977ECF1-21E2-4C48-BA21-4E2A38177A03}" dt="2025-09-16T05:43:29.889" v="1323"/>
          <ac:spMkLst>
            <pc:docMk/>
            <pc:sldMk cId="2210283366" sldId="7378"/>
            <ac:spMk id="25" creationId="{64BF545D-6956-8B22-99F3-E4649143AFD3}"/>
          </ac:spMkLst>
        </pc:spChg>
        <pc:spChg chg="mod">
          <ac:chgData name="Saad Akbar" userId="34e1e98c-f1fc-408f-bc28-2fe92e69de3b" providerId="ADAL" clId="{3977ECF1-21E2-4C48-BA21-4E2A38177A03}" dt="2025-09-16T05:43:29.889" v="1323"/>
          <ac:spMkLst>
            <pc:docMk/>
            <pc:sldMk cId="2210283366" sldId="7378"/>
            <ac:spMk id="26" creationId="{D425AC4C-412F-7428-3A5D-99425C922D95}"/>
          </ac:spMkLst>
        </pc:spChg>
        <pc:spChg chg="mod">
          <ac:chgData name="Saad Akbar" userId="34e1e98c-f1fc-408f-bc28-2fe92e69de3b" providerId="ADAL" clId="{3977ECF1-21E2-4C48-BA21-4E2A38177A03}" dt="2025-09-15T12:23:27.850" v="1262" actId="1076"/>
          <ac:spMkLst>
            <pc:docMk/>
            <pc:sldMk cId="2210283366" sldId="7378"/>
            <ac:spMk id="32" creationId="{08CA2699-E3C2-4EE8-BDC4-B63802340585}"/>
          </ac:spMkLst>
        </pc:spChg>
        <pc:spChg chg="mod">
          <ac:chgData name="Saad Akbar" userId="34e1e98c-f1fc-408f-bc28-2fe92e69de3b" providerId="ADAL" clId="{3977ECF1-21E2-4C48-BA21-4E2A38177A03}" dt="2025-09-15T11:55:54.983" v="1214" actId="20577"/>
          <ac:spMkLst>
            <pc:docMk/>
            <pc:sldMk cId="2210283366" sldId="7378"/>
            <ac:spMk id="33" creationId="{08CA2699-E3C2-4EE8-BDC4-B63802340585}"/>
          </ac:spMkLst>
        </pc:spChg>
        <pc:spChg chg="mod">
          <ac:chgData name="Saad Akbar" userId="34e1e98c-f1fc-408f-bc28-2fe92e69de3b" providerId="ADAL" clId="{3977ECF1-21E2-4C48-BA21-4E2A38177A03}" dt="2025-09-16T08:06:57.042" v="2135" actId="1076"/>
          <ac:spMkLst>
            <pc:docMk/>
            <pc:sldMk cId="2210283366" sldId="7378"/>
            <ac:spMk id="35" creationId="{08CA2699-E3C2-4EE8-BDC4-B63802340585}"/>
          </ac:spMkLst>
        </pc:spChg>
        <pc:spChg chg="mod">
          <ac:chgData name="Saad Akbar" userId="34e1e98c-f1fc-408f-bc28-2fe92e69de3b" providerId="ADAL" clId="{3977ECF1-21E2-4C48-BA21-4E2A38177A03}" dt="2025-09-16T06:54:51.779" v="1674" actId="14100"/>
          <ac:spMkLst>
            <pc:docMk/>
            <pc:sldMk cId="2210283366" sldId="7378"/>
            <ac:spMk id="37" creationId="{4869B464-0F24-4366-AB65-04341E325BD3}"/>
          </ac:spMkLst>
        </pc:spChg>
        <pc:spChg chg="mod">
          <ac:chgData name="Saad Akbar" userId="34e1e98c-f1fc-408f-bc28-2fe92e69de3b" providerId="ADAL" clId="{3977ECF1-21E2-4C48-BA21-4E2A38177A03}" dt="2025-09-16T06:56:34.634" v="1741" actId="1076"/>
          <ac:spMkLst>
            <pc:docMk/>
            <pc:sldMk cId="2210283366" sldId="7378"/>
            <ac:spMk id="38" creationId="{2FEE2618-7DEB-4B5E-97E6-9CCF5A8F03C9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39" creationId="{5F18C969-4EB3-1E52-0BBE-0E3FF5F75191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40" creationId="{4673C37D-6409-A224-DACC-085A838403A6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41" creationId="{1A83E55E-E891-BE78-66A0-C4F1D73A616D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42" creationId="{16FC9207-5FBA-4525-9402-C4B3735FA617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43" creationId="{58F763F1-0AEB-3405-9556-6CAA2F28A009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45" creationId="{27EE5405-D843-4AD0-ECB1-ED9C0643885F}"/>
          </ac:spMkLst>
        </pc:spChg>
        <pc:spChg chg="mod">
          <ac:chgData name="Saad Akbar" userId="34e1e98c-f1fc-408f-bc28-2fe92e69de3b" providerId="ADAL" clId="{3977ECF1-21E2-4C48-BA21-4E2A38177A03}" dt="2025-09-16T08:54:48.589" v="2836" actId="313"/>
          <ac:spMkLst>
            <pc:docMk/>
            <pc:sldMk cId="2210283366" sldId="7378"/>
            <ac:spMk id="50" creationId="{E2E2A7B7-E3CC-618C-1600-BC000447D4B5}"/>
          </ac:spMkLst>
        </pc:spChg>
        <pc:spChg chg="mod">
          <ac:chgData name="Saad Akbar" userId="34e1e98c-f1fc-408f-bc28-2fe92e69de3b" providerId="ADAL" clId="{3977ECF1-21E2-4C48-BA21-4E2A38177A03}" dt="2025-09-16T06:49:47.506" v="1425"/>
          <ac:spMkLst>
            <pc:docMk/>
            <pc:sldMk cId="2210283366" sldId="7378"/>
            <ac:spMk id="61" creationId="{060F010D-C3D9-B0A6-C9B4-82ABE7EA430B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64" creationId="{B5AAF14D-21C7-DAD4-3523-973FE7557A81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65" creationId="{65A6DBF7-EB32-BC60-3A8E-CB626804A9ED}"/>
          </ac:spMkLst>
        </pc:spChg>
        <pc:spChg chg="add mod">
          <ac:chgData name="Saad Akbar" userId="34e1e98c-f1fc-408f-bc28-2fe92e69de3b" providerId="ADAL" clId="{3977ECF1-21E2-4C48-BA21-4E2A38177A03}" dt="2025-09-16T06:57:22.229" v="1804" actId="20577"/>
          <ac:spMkLst>
            <pc:docMk/>
            <pc:sldMk cId="2210283366" sldId="7378"/>
            <ac:spMk id="66" creationId="{D352282B-8EA2-1DDD-525C-DFAC0FB57732}"/>
          </ac:spMkLst>
        </pc:spChg>
        <pc:spChg chg="add mod">
          <ac:chgData name="Saad Akbar" userId="34e1e98c-f1fc-408f-bc28-2fe92e69de3b" providerId="ADAL" clId="{3977ECF1-21E2-4C48-BA21-4E2A38177A03}" dt="2025-09-16T08:48:52.996" v="2625" actId="20577"/>
          <ac:spMkLst>
            <pc:docMk/>
            <pc:sldMk cId="2210283366" sldId="7378"/>
            <ac:spMk id="71" creationId="{B26627F3-5491-D62E-4C4A-08E05ED87E44}"/>
          </ac:spMkLst>
        </pc:spChg>
        <pc:spChg chg="mod">
          <ac:chgData name="Saad Akbar" userId="34e1e98c-f1fc-408f-bc28-2fe92e69de3b" providerId="ADAL" clId="{3977ECF1-21E2-4C48-BA21-4E2A38177A03}" dt="2025-09-16T06:54:33.811" v="1653" actId="20577"/>
          <ac:spMkLst>
            <pc:docMk/>
            <pc:sldMk cId="2210283366" sldId="7378"/>
            <ac:spMk id="87" creationId="{C410605A-2A06-77CE-E993-53331E5605F3}"/>
          </ac:spMkLst>
        </pc:spChg>
        <pc:spChg chg="mod">
          <ac:chgData name="Saad Akbar" userId="34e1e98c-f1fc-408f-bc28-2fe92e69de3b" providerId="ADAL" clId="{3977ECF1-21E2-4C48-BA21-4E2A38177A03}" dt="2025-09-16T08:02:02.723" v="1885" actId="20577"/>
          <ac:spMkLst>
            <pc:docMk/>
            <pc:sldMk cId="2210283366" sldId="7378"/>
            <ac:spMk id="88" creationId="{F6A215D9-4A57-370F-0AB7-8CF70F3EF346}"/>
          </ac:spMkLst>
        </pc:spChg>
        <pc:spChg chg="mod">
          <ac:chgData name="Saad Akbar" userId="34e1e98c-f1fc-408f-bc28-2fe92e69de3b" providerId="ADAL" clId="{3977ECF1-21E2-4C48-BA21-4E2A38177A03}" dt="2025-09-16T08:53:13.373" v="2752" actId="1076"/>
          <ac:spMkLst>
            <pc:docMk/>
            <pc:sldMk cId="2210283366" sldId="7378"/>
            <ac:spMk id="89" creationId="{15BCBB28-316F-1C5E-B5E0-BA1DCDD4B670}"/>
          </ac:spMkLst>
        </pc:spChg>
        <pc:spChg chg="mod">
          <ac:chgData name="Saad Akbar" userId="34e1e98c-f1fc-408f-bc28-2fe92e69de3b" providerId="ADAL" clId="{3977ECF1-21E2-4C48-BA21-4E2A38177A03}" dt="2025-09-16T08:49:19.672" v="2633" actId="20577"/>
          <ac:spMkLst>
            <pc:docMk/>
            <pc:sldMk cId="2210283366" sldId="7378"/>
            <ac:spMk id="90" creationId="{DAB29B71-1911-9C12-40C3-1E1A70B35AA2}"/>
          </ac:spMkLst>
        </pc:spChg>
        <pc:spChg chg="mod">
          <ac:chgData name="Saad Akbar" userId="34e1e98c-f1fc-408f-bc28-2fe92e69de3b" providerId="ADAL" clId="{3977ECF1-21E2-4C48-BA21-4E2A38177A03}" dt="2025-09-16T08:01:29.238" v="1824"/>
          <ac:spMkLst>
            <pc:docMk/>
            <pc:sldMk cId="2210283366" sldId="7378"/>
            <ac:spMk id="91" creationId="{B76060C3-D10E-C8B9-D462-30ACE04B8FF4}"/>
          </ac:spMkLst>
        </pc:spChg>
        <pc:spChg chg="mod">
          <ac:chgData name="Saad Akbar" userId="34e1e98c-f1fc-408f-bc28-2fe92e69de3b" providerId="ADAL" clId="{3977ECF1-21E2-4C48-BA21-4E2A38177A03}" dt="2025-09-16T08:01:29.238" v="1824"/>
          <ac:spMkLst>
            <pc:docMk/>
            <pc:sldMk cId="2210283366" sldId="7378"/>
            <ac:spMk id="92" creationId="{21E8E3BD-8A08-EA8B-E8C7-4CE63B95AC4E}"/>
          </ac:spMkLst>
        </pc:spChg>
        <pc:spChg chg="mod">
          <ac:chgData name="Saad Akbar" userId="34e1e98c-f1fc-408f-bc28-2fe92e69de3b" providerId="ADAL" clId="{3977ECF1-21E2-4C48-BA21-4E2A38177A03}" dt="2025-09-16T08:01:29.238" v="1824"/>
          <ac:spMkLst>
            <pc:docMk/>
            <pc:sldMk cId="2210283366" sldId="7378"/>
            <ac:spMk id="93" creationId="{2273F28F-9B5C-609C-E459-6F6828E67E49}"/>
          </ac:spMkLst>
        </pc:spChg>
        <pc:spChg chg="mod">
          <ac:chgData name="Saad Akbar" userId="34e1e98c-f1fc-408f-bc28-2fe92e69de3b" providerId="ADAL" clId="{3977ECF1-21E2-4C48-BA21-4E2A38177A03}" dt="2025-09-16T08:01:29.238" v="1824"/>
          <ac:spMkLst>
            <pc:docMk/>
            <pc:sldMk cId="2210283366" sldId="7378"/>
            <ac:spMk id="94" creationId="{C640809D-0437-6B01-D196-8C9D71EA630B}"/>
          </ac:spMkLst>
        </pc:spChg>
        <pc:spChg chg="mod">
          <ac:chgData name="Saad Akbar" userId="34e1e98c-f1fc-408f-bc28-2fe92e69de3b" providerId="ADAL" clId="{3977ECF1-21E2-4C48-BA21-4E2A38177A03}" dt="2025-09-16T08:01:29.238" v="1824"/>
          <ac:spMkLst>
            <pc:docMk/>
            <pc:sldMk cId="2210283366" sldId="7378"/>
            <ac:spMk id="95" creationId="{E266A695-8A5E-0A9D-8B86-DEA2C76A5F73}"/>
          </ac:spMkLst>
        </pc:spChg>
        <pc:spChg chg="mod">
          <ac:chgData name="Saad Akbar" userId="34e1e98c-f1fc-408f-bc28-2fe92e69de3b" providerId="ADAL" clId="{3977ECF1-21E2-4C48-BA21-4E2A38177A03}" dt="2025-09-16T08:01:29.238" v="1824"/>
          <ac:spMkLst>
            <pc:docMk/>
            <pc:sldMk cId="2210283366" sldId="7378"/>
            <ac:spMk id="98" creationId="{D7C675C6-A9D4-621C-1456-CD74ADD547D1}"/>
          </ac:spMkLst>
        </pc:spChg>
        <pc:spChg chg="mod">
          <ac:chgData name="Saad Akbar" userId="34e1e98c-f1fc-408f-bc28-2fe92e69de3b" providerId="ADAL" clId="{3977ECF1-21E2-4C48-BA21-4E2A38177A03}" dt="2025-09-16T08:04:17.207" v="1962" actId="20577"/>
          <ac:spMkLst>
            <pc:docMk/>
            <pc:sldMk cId="2210283366" sldId="7378"/>
            <ac:spMk id="101" creationId="{1A7D2E28-88C6-2220-19A4-E4E50CD13E06}"/>
          </ac:spMkLst>
        </pc:spChg>
        <pc:spChg chg="mod">
          <ac:chgData name="Saad Akbar" userId="34e1e98c-f1fc-408f-bc28-2fe92e69de3b" providerId="ADAL" clId="{3977ECF1-21E2-4C48-BA21-4E2A38177A03}" dt="2025-09-16T08:02:39.968" v="1888"/>
          <ac:spMkLst>
            <pc:docMk/>
            <pc:sldMk cId="2210283366" sldId="7378"/>
            <ac:spMk id="102" creationId="{92585F91-5A9A-B4CC-C1E0-BCCBD61BD0F2}"/>
          </ac:spMkLst>
        </pc:spChg>
        <pc:spChg chg="mod">
          <ac:chgData name="Saad Akbar" userId="34e1e98c-f1fc-408f-bc28-2fe92e69de3b" providerId="ADAL" clId="{3977ECF1-21E2-4C48-BA21-4E2A38177A03}" dt="2025-09-16T08:02:39.968" v="1888"/>
          <ac:spMkLst>
            <pc:docMk/>
            <pc:sldMk cId="2210283366" sldId="7378"/>
            <ac:spMk id="103" creationId="{B498EAA6-FCEA-6FDD-343C-A249B62C9C3A}"/>
          </ac:spMkLst>
        </pc:spChg>
        <pc:spChg chg="mod">
          <ac:chgData name="Saad Akbar" userId="34e1e98c-f1fc-408f-bc28-2fe92e69de3b" providerId="ADAL" clId="{3977ECF1-21E2-4C48-BA21-4E2A38177A03}" dt="2025-09-16T08:02:39.968" v="1888"/>
          <ac:spMkLst>
            <pc:docMk/>
            <pc:sldMk cId="2210283366" sldId="7378"/>
            <ac:spMk id="104" creationId="{5E727D5B-A9B6-1D90-B81F-69F4452DD666}"/>
          </ac:spMkLst>
        </pc:spChg>
        <pc:spChg chg="mod">
          <ac:chgData name="Saad Akbar" userId="34e1e98c-f1fc-408f-bc28-2fe92e69de3b" providerId="ADAL" clId="{3977ECF1-21E2-4C48-BA21-4E2A38177A03}" dt="2025-09-16T08:02:39.968" v="1888"/>
          <ac:spMkLst>
            <pc:docMk/>
            <pc:sldMk cId="2210283366" sldId="7378"/>
            <ac:spMk id="105" creationId="{6DBC8597-67BD-B7F0-5B42-7ADACBA51D15}"/>
          </ac:spMkLst>
        </pc:spChg>
        <pc:spChg chg="mod">
          <ac:chgData name="Saad Akbar" userId="34e1e98c-f1fc-408f-bc28-2fe92e69de3b" providerId="ADAL" clId="{3977ECF1-21E2-4C48-BA21-4E2A38177A03}" dt="2025-09-16T08:02:39.968" v="1888"/>
          <ac:spMkLst>
            <pc:docMk/>
            <pc:sldMk cId="2210283366" sldId="7378"/>
            <ac:spMk id="106" creationId="{2E0ABC26-13FC-165B-BD1B-CE7236588C31}"/>
          </ac:spMkLst>
        </pc:spChg>
        <pc:spChg chg="mod">
          <ac:chgData name="Saad Akbar" userId="34e1e98c-f1fc-408f-bc28-2fe92e69de3b" providerId="ADAL" clId="{3977ECF1-21E2-4C48-BA21-4E2A38177A03}" dt="2025-09-16T08:02:39.968" v="1888"/>
          <ac:spMkLst>
            <pc:docMk/>
            <pc:sldMk cId="2210283366" sldId="7378"/>
            <ac:spMk id="108" creationId="{5AFC6CEF-6CAC-5164-2B5E-0C17483FEA15}"/>
          </ac:spMkLst>
        </pc:spChg>
        <pc:spChg chg="add del mod">
          <ac:chgData name="Saad Akbar" userId="34e1e98c-f1fc-408f-bc28-2fe92e69de3b" providerId="ADAL" clId="{3977ECF1-21E2-4C48-BA21-4E2A38177A03}" dt="2025-09-16T08:09:00.743" v="2162"/>
          <ac:spMkLst>
            <pc:docMk/>
            <pc:sldMk cId="2210283366" sldId="7378"/>
            <ac:spMk id="112" creationId="{1D0140E6-9F53-6320-DF00-836EA657FE38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20" creationId="{400B32EB-B20E-6061-B309-74BB021DBEEC}"/>
          </ac:spMkLst>
        </pc:spChg>
        <pc:spChg chg="mod">
          <ac:chgData name="Saad Akbar" userId="34e1e98c-f1fc-408f-bc28-2fe92e69de3b" providerId="ADAL" clId="{3977ECF1-21E2-4C48-BA21-4E2A38177A03}" dt="2025-09-16T08:40:14.110" v="2346" actId="20577"/>
          <ac:spMkLst>
            <pc:docMk/>
            <pc:sldMk cId="2210283366" sldId="7378"/>
            <ac:spMk id="121" creationId="{925617A8-0D0B-EF82-680F-911447116761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22" creationId="{724C6B6E-8BAA-34EF-2EC4-D747062FDC33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23" creationId="{9ABC4DF0-2C90-C4F8-5536-D39B5B9E70B8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24" creationId="{7B24B85A-D287-4C02-3135-CBDDEDF22449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25" creationId="{DCE54C0A-8AE5-65FA-A07F-A94BE611DF99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26" creationId="{DCC9CE33-C9AD-F592-B88E-4B5858129356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27" creationId="{7A609253-CDCA-CB61-595E-A6C5668A19AE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29" creationId="{BEAFE8A6-3324-7EEA-E70A-AC1732789D46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31" creationId="{83A6CED5-D66D-79A7-E993-9A68580A60AC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32" creationId="{E4B5E6EF-D8EA-C3AB-0E19-429ECEBAEE2E}"/>
          </ac:spMkLst>
        </pc:spChg>
        <pc:spChg chg="mod">
          <ac:chgData name="Saad Akbar" userId="34e1e98c-f1fc-408f-bc28-2fe92e69de3b" providerId="ADAL" clId="{3977ECF1-21E2-4C48-BA21-4E2A38177A03}" dt="2025-09-16T08:39:10.758" v="2290"/>
          <ac:spMkLst>
            <pc:docMk/>
            <pc:sldMk cId="2210283366" sldId="7378"/>
            <ac:spMk id="133" creationId="{38243317-2918-828E-CFB6-0517BEA21BB0}"/>
          </ac:spMkLst>
        </pc:spChg>
        <pc:spChg chg="add mod">
          <ac:chgData name="Saad Akbar" userId="34e1e98c-f1fc-408f-bc28-2fe92e69de3b" providerId="ADAL" clId="{3977ECF1-21E2-4C48-BA21-4E2A38177A03}" dt="2025-09-16T08:45:05.161" v="2433" actId="1076"/>
          <ac:spMkLst>
            <pc:docMk/>
            <pc:sldMk cId="2210283366" sldId="7378"/>
            <ac:spMk id="136" creationId="{4B315020-3063-AB73-B24A-B7A7FB98E391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137" creationId="{E0F33E57-BEB3-64C6-321A-5E307FB7098A}"/>
          </ac:spMkLst>
        </pc:spChg>
        <pc:spChg chg="add mod">
          <ac:chgData name="Saad Akbar" userId="34e1e98c-f1fc-408f-bc28-2fe92e69de3b" providerId="ADAL" clId="{3977ECF1-21E2-4C48-BA21-4E2A38177A03}" dt="2025-09-16T08:45:40.452" v="2441" actId="1076"/>
          <ac:spMkLst>
            <pc:docMk/>
            <pc:sldMk cId="2210283366" sldId="7378"/>
            <ac:spMk id="138" creationId="{FE6956F3-0961-38EE-ED31-49AA5D3BEFE5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41" creationId="{9866452B-9D6A-6DEB-03A8-B702082BAD47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42" creationId="{74CAB9F8-4F66-09C0-AAF4-73ECEEED0487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43" creationId="{7E7703B3-A2BF-F4A5-02EE-35F40A81F75E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44" creationId="{448A9516-70C6-613B-9023-397554C65CD9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45" creationId="{A913AD8B-36DB-C24B-1DB0-20613D0A8416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46" creationId="{586A8804-42D3-F2F2-3352-561C51653764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47" creationId="{52FAC0F5-2770-829D-15C6-96D624B4744C}"/>
          </ac:spMkLst>
        </pc:spChg>
        <pc:spChg chg="mod">
          <ac:chgData name="Saad Akbar" userId="34e1e98c-f1fc-408f-bc28-2fe92e69de3b" providerId="ADAL" clId="{3977ECF1-21E2-4C48-BA21-4E2A38177A03}" dt="2025-09-15T12:20:28.014" v="1252" actId="20577"/>
          <ac:spMkLst>
            <pc:docMk/>
            <pc:sldMk cId="2210283366" sldId="7378"/>
            <ac:spMk id="148" creationId="{BBE1848D-0010-1CB8-DD41-248D8F31235F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49" creationId="{1C968C89-F39D-9C65-BC76-88E29B253595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50" creationId="{9CDFAC90-20AE-16C9-661B-BB8087EA9F96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51" creationId="{7E4C0F91-0271-0983-5990-12443A7C451F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52" creationId="{B745CCBA-0E0F-BEEF-D004-19B574EF50BA}"/>
          </ac:spMkLst>
        </pc:spChg>
        <pc:spChg chg="mod">
          <ac:chgData name="Saad Akbar" userId="34e1e98c-f1fc-408f-bc28-2fe92e69de3b" providerId="ADAL" clId="{3977ECF1-21E2-4C48-BA21-4E2A38177A03}" dt="2025-09-16T08:46:16.025" v="2442"/>
          <ac:spMkLst>
            <pc:docMk/>
            <pc:sldMk cId="2210283366" sldId="7378"/>
            <ac:spMk id="153" creationId="{6EC31EC2-8622-4BD9-3B84-67E32F324E5E}"/>
          </ac:spMkLst>
        </pc:spChg>
        <pc:spChg chg="add mod">
          <ac:chgData name="Saad Akbar" userId="34e1e98c-f1fc-408f-bc28-2fe92e69de3b" providerId="ADAL" clId="{3977ECF1-21E2-4C48-BA21-4E2A38177A03}" dt="2025-09-16T08:48:57.393" v="2627" actId="20577"/>
          <ac:spMkLst>
            <pc:docMk/>
            <pc:sldMk cId="2210283366" sldId="7378"/>
            <ac:spMk id="157" creationId="{5AAA4910-EA33-C3FA-8548-21E087DEE549}"/>
          </ac:spMkLst>
        </pc:spChg>
        <pc:spChg chg="mod">
          <ac:chgData name="Saad Akbar" userId="34e1e98c-f1fc-408f-bc28-2fe92e69de3b" providerId="ADAL" clId="{3977ECF1-21E2-4C48-BA21-4E2A38177A03}" dt="2025-09-16T08:50:13.241" v="2635"/>
          <ac:spMkLst>
            <pc:docMk/>
            <pc:sldMk cId="2210283366" sldId="7378"/>
            <ac:spMk id="160" creationId="{DD34F652-FC14-C94B-6B3E-02BC260A4AE1}"/>
          </ac:spMkLst>
        </pc:spChg>
        <pc:spChg chg="mod">
          <ac:chgData name="Saad Akbar" userId="34e1e98c-f1fc-408f-bc28-2fe92e69de3b" providerId="ADAL" clId="{3977ECF1-21E2-4C48-BA21-4E2A38177A03}" dt="2025-09-16T08:50:13.241" v="2635"/>
          <ac:spMkLst>
            <pc:docMk/>
            <pc:sldMk cId="2210283366" sldId="7378"/>
            <ac:spMk id="161" creationId="{CD843C5D-7F6B-14F4-4977-03EE9BD0E64B}"/>
          </ac:spMkLst>
        </pc:spChg>
        <pc:spChg chg="mod">
          <ac:chgData name="Saad Akbar" userId="34e1e98c-f1fc-408f-bc28-2fe92e69de3b" providerId="ADAL" clId="{3977ECF1-21E2-4C48-BA21-4E2A38177A03}" dt="2025-09-16T08:50:13.241" v="2635"/>
          <ac:spMkLst>
            <pc:docMk/>
            <pc:sldMk cId="2210283366" sldId="7378"/>
            <ac:spMk id="162" creationId="{A0C3B1C0-BB07-6915-2CFD-8BF42341F662}"/>
          </ac:spMkLst>
        </pc:spChg>
        <pc:spChg chg="mod">
          <ac:chgData name="Saad Akbar" userId="34e1e98c-f1fc-408f-bc28-2fe92e69de3b" providerId="ADAL" clId="{3977ECF1-21E2-4C48-BA21-4E2A38177A03}" dt="2025-09-16T08:50:13.241" v="2635"/>
          <ac:spMkLst>
            <pc:docMk/>
            <pc:sldMk cId="2210283366" sldId="7378"/>
            <ac:spMk id="163" creationId="{803F30B4-D303-4F66-33B5-6471A82264CC}"/>
          </ac:spMkLst>
        </pc:spChg>
        <pc:spChg chg="mod">
          <ac:chgData name="Saad Akbar" userId="34e1e98c-f1fc-408f-bc28-2fe92e69de3b" providerId="ADAL" clId="{3977ECF1-21E2-4C48-BA21-4E2A38177A03}" dt="2025-09-16T08:50:13.241" v="2635"/>
          <ac:spMkLst>
            <pc:docMk/>
            <pc:sldMk cId="2210283366" sldId="7378"/>
            <ac:spMk id="164" creationId="{4304EB2B-18B5-84D2-AC53-244D8B373E1D}"/>
          </ac:spMkLst>
        </pc:spChg>
        <pc:spChg chg="mod">
          <ac:chgData name="Saad Akbar" userId="34e1e98c-f1fc-408f-bc28-2fe92e69de3b" providerId="ADAL" clId="{3977ECF1-21E2-4C48-BA21-4E2A38177A03}" dt="2025-09-16T08:50:13.241" v="2635"/>
          <ac:spMkLst>
            <pc:docMk/>
            <pc:sldMk cId="2210283366" sldId="7378"/>
            <ac:spMk id="165" creationId="{64DB61BB-C16B-9144-DB2F-A648DB5A19FA}"/>
          </ac:spMkLst>
        </pc:spChg>
        <pc:spChg chg="mod">
          <ac:chgData name="Saad Akbar" userId="34e1e98c-f1fc-408f-bc28-2fe92e69de3b" providerId="ADAL" clId="{3977ECF1-21E2-4C48-BA21-4E2A38177A03}" dt="2025-09-16T08:50:13.241" v="2635"/>
          <ac:spMkLst>
            <pc:docMk/>
            <pc:sldMk cId="2210283366" sldId="7378"/>
            <ac:spMk id="166" creationId="{B0558611-51AF-4ED6-6010-3DF459FEA10C}"/>
          </ac:spMkLst>
        </pc:spChg>
        <pc:spChg chg="mod">
          <ac:chgData name="Saad Akbar" userId="34e1e98c-f1fc-408f-bc28-2fe92e69de3b" providerId="ADAL" clId="{3977ECF1-21E2-4C48-BA21-4E2A38177A03}" dt="2025-09-16T08:53:31.741" v="2755"/>
          <ac:spMkLst>
            <pc:docMk/>
            <pc:sldMk cId="2210283366" sldId="7378"/>
            <ac:spMk id="170" creationId="{F8D97198-FF84-942E-5AA2-DBBFE117958F}"/>
          </ac:spMkLst>
        </pc:spChg>
        <pc:spChg chg="mod">
          <ac:chgData name="Saad Akbar" userId="34e1e98c-f1fc-408f-bc28-2fe92e69de3b" providerId="ADAL" clId="{3977ECF1-21E2-4C48-BA21-4E2A38177A03}" dt="2025-09-16T08:53:31.741" v="2755"/>
          <ac:spMkLst>
            <pc:docMk/>
            <pc:sldMk cId="2210283366" sldId="7378"/>
            <ac:spMk id="171" creationId="{CCE32FB2-F49C-2C5A-A80F-9864F4D3D429}"/>
          </ac:spMkLst>
        </pc:spChg>
        <pc:spChg chg="mod">
          <ac:chgData name="Saad Akbar" userId="34e1e98c-f1fc-408f-bc28-2fe92e69de3b" providerId="ADAL" clId="{3977ECF1-21E2-4C48-BA21-4E2A38177A03}" dt="2025-09-16T08:53:31.741" v="2755"/>
          <ac:spMkLst>
            <pc:docMk/>
            <pc:sldMk cId="2210283366" sldId="7378"/>
            <ac:spMk id="172" creationId="{58CB50E4-9DE5-BBE2-8970-201DAF924CD0}"/>
          </ac:spMkLst>
        </pc:spChg>
        <pc:spChg chg="mod">
          <ac:chgData name="Saad Akbar" userId="34e1e98c-f1fc-408f-bc28-2fe92e69de3b" providerId="ADAL" clId="{3977ECF1-21E2-4C48-BA21-4E2A38177A03}" dt="2025-09-16T08:53:31.741" v="2755"/>
          <ac:spMkLst>
            <pc:docMk/>
            <pc:sldMk cId="2210283366" sldId="7378"/>
            <ac:spMk id="174" creationId="{CB72F59E-7396-5F91-4162-533CD8BC420B}"/>
          </ac:spMkLst>
        </pc:spChg>
        <pc:spChg chg="mod">
          <ac:chgData name="Saad Akbar" userId="34e1e98c-f1fc-408f-bc28-2fe92e69de3b" providerId="ADAL" clId="{3977ECF1-21E2-4C48-BA21-4E2A38177A03}" dt="2025-09-16T08:53:31.741" v="2755"/>
          <ac:spMkLst>
            <pc:docMk/>
            <pc:sldMk cId="2210283366" sldId="7378"/>
            <ac:spMk id="175" creationId="{CD87A5CE-607D-E602-DC9F-7F8B4CB4161C}"/>
          </ac:spMkLst>
        </pc:spChg>
        <pc:spChg chg="mod">
          <ac:chgData name="Saad Akbar" userId="34e1e98c-f1fc-408f-bc28-2fe92e69de3b" providerId="ADAL" clId="{3977ECF1-21E2-4C48-BA21-4E2A38177A03}" dt="2025-09-16T08:53:31.741" v="2755"/>
          <ac:spMkLst>
            <pc:docMk/>
            <pc:sldMk cId="2210283366" sldId="7378"/>
            <ac:spMk id="176" creationId="{D009DCE7-3E86-F2D5-9759-AC64B07F38B6}"/>
          </ac:spMkLst>
        </pc:spChg>
        <pc:spChg chg="mod">
          <ac:chgData name="Saad Akbar" userId="34e1e98c-f1fc-408f-bc28-2fe92e69de3b" providerId="ADAL" clId="{3977ECF1-21E2-4C48-BA21-4E2A38177A03}" dt="2025-09-16T08:53:31.741" v="2755"/>
          <ac:spMkLst>
            <pc:docMk/>
            <pc:sldMk cId="2210283366" sldId="7378"/>
            <ac:spMk id="177" creationId="{DE3753BB-446B-D30B-0223-2ED6DAA019B9}"/>
          </ac:spMkLst>
        </pc:spChg>
        <pc:spChg chg="mod">
          <ac:chgData name="Saad Akbar" userId="34e1e98c-f1fc-408f-bc28-2fe92e69de3b" providerId="ADAL" clId="{3977ECF1-21E2-4C48-BA21-4E2A38177A03}" dt="2025-09-16T08:53:31.741" v="2755"/>
          <ac:spMkLst>
            <pc:docMk/>
            <pc:sldMk cId="2210283366" sldId="7378"/>
            <ac:spMk id="178" creationId="{51A0CB3B-2C88-CAA3-2F6A-9F97662C6D67}"/>
          </ac:spMkLst>
        </pc:spChg>
        <pc:spChg chg="mod">
          <ac:chgData name="Saad Akbar" userId="34e1e98c-f1fc-408f-bc28-2fe92e69de3b" providerId="ADAL" clId="{3977ECF1-21E2-4C48-BA21-4E2A38177A03}" dt="2025-09-16T08:53:28.718" v="2754" actId="14100"/>
          <ac:spMkLst>
            <pc:docMk/>
            <pc:sldMk cId="2210283366" sldId="7378"/>
            <ac:spMk id="180" creationId="{8A2D8CE3-DE1B-330C-1298-E18F2DFED361}"/>
          </ac:spMkLst>
        </pc:spChg>
        <pc:spChg chg="mod">
          <ac:chgData name="Saad Akbar" userId="34e1e98c-f1fc-408f-bc28-2fe92e69de3b" providerId="ADAL" clId="{3977ECF1-21E2-4C48-BA21-4E2A38177A03}" dt="2025-09-16T08:53:31.741" v="2755"/>
          <ac:spMkLst>
            <pc:docMk/>
            <pc:sldMk cId="2210283366" sldId="7378"/>
            <ac:spMk id="181" creationId="{1BD2F49D-6E4F-DF5C-8DF3-8CA6DDC0A975}"/>
          </ac:spMkLst>
        </pc:spChg>
        <pc:spChg chg="del">
          <ac:chgData name="Saad Akbar" userId="34e1e98c-f1fc-408f-bc28-2fe92e69de3b" providerId="ADAL" clId="{3977ECF1-21E2-4C48-BA21-4E2A38177A03}" dt="2025-09-15T10:57:47.810" v="68" actId="478"/>
          <ac:spMkLst>
            <pc:docMk/>
            <pc:sldMk cId="2210283366" sldId="7378"/>
            <ac:spMk id="181" creationId="{28B97448-5A5C-DF49-BC2F-0F025A173573}"/>
          </ac:spMkLst>
        </pc:spChg>
        <pc:spChg chg="del mod">
          <ac:chgData name="Saad Akbar" userId="34e1e98c-f1fc-408f-bc28-2fe92e69de3b" providerId="ADAL" clId="{3977ECF1-21E2-4C48-BA21-4E2A38177A03}" dt="2025-09-16T06:50:46.038" v="1436" actId="478"/>
          <ac:spMkLst>
            <pc:docMk/>
            <pc:sldMk cId="2210283366" sldId="7378"/>
            <ac:spMk id="182" creationId="{D50D1753-C4B2-C768-C56A-7897C9B37605}"/>
          </ac:spMkLst>
        </pc:spChg>
        <pc:spChg chg="del">
          <ac:chgData name="Saad Akbar" userId="34e1e98c-f1fc-408f-bc28-2fe92e69de3b" providerId="ADAL" clId="{3977ECF1-21E2-4C48-BA21-4E2A38177A03}" dt="2025-09-15T11:44:36.173" v="982" actId="478"/>
          <ac:spMkLst>
            <pc:docMk/>
            <pc:sldMk cId="2210283366" sldId="7378"/>
            <ac:spMk id="184" creationId="{7D3B8F01-4C08-25B4-E132-62F78057F0C7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185" creationId="{98900F16-EA3D-96BB-C851-924CE956E934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187" creationId="{1E32E174-0538-8D5E-7E75-B2A976709A18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189" creationId="{B6DC20BF-9FDB-1BC4-D898-DD263A941147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190" creationId="{1E678E46-34E8-7EE6-C7C3-DE2035183269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191" creationId="{7D2599D2-69AB-E19F-28FB-AFE9F7D450F4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192" creationId="{49C11C45-01BB-882A-2961-831F28CC133C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214" creationId="{1F5CA9AD-716C-8EB5-4798-72E21ADA4904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215" creationId="{E2094BA8-D4B2-77D4-C9A2-F25E08A6A0AC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217" creationId="{9A1BDC6F-03F2-53D8-4360-9006BECF9431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219" creationId="{7660A25A-AB98-00BD-4BFE-4459A0E40270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220" creationId="{6333ED7F-D18E-51BB-6584-BDBED3B585F7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221" creationId="{7124D3F9-DF95-4BB4-C67E-B76293404804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222" creationId="{4EB5AFDA-F43B-B78E-C887-DC35AC6D5050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223" creationId="{1990F9C4-A140-2654-95CE-17EFD41236BC}"/>
          </ac:spMkLst>
        </pc:spChg>
        <pc:spChg chg="mod">
          <ac:chgData name="Saad Akbar" userId="34e1e98c-f1fc-408f-bc28-2fe92e69de3b" providerId="ADAL" clId="{3977ECF1-21E2-4C48-BA21-4E2A38177A03}" dt="2025-09-15T07:00:20.537" v="58"/>
          <ac:spMkLst>
            <pc:docMk/>
            <pc:sldMk cId="2210283366" sldId="7378"/>
            <ac:spMk id="224" creationId="{111CFC8F-2EF2-11CB-DC8A-FA9A575DAD4E}"/>
          </ac:spMkLst>
        </pc:spChg>
        <pc:spChg chg="mod">
          <ac:chgData name="Saad Akbar" userId="34e1e98c-f1fc-408f-bc28-2fe92e69de3b" providerId="ADAL" clId="{3977ECF1-21E2-4C48-BA21-4E2A38177A03}" dt="2025-09-15T11:50:38.181" v="1092" actId="20577"/>
          <ac:spMkLst>
            <pc:docMk/>
            <pc:sldMk cId="2210283366" sldId="7378"/>
            <ac:spMk id="227" creationId="{3ADCA601-1EB7-F2BF-C05E-BC505A905EC7}"/>
          </ac:spMkLst>
        </pc:spChg>
        <pc:spChg chg="mod">
          <ac:chgData name="Saad Akbar" userId="34e1e98c-f1fc-408f-bc28-2fe92e69de3b" providerId="ADAL" clId="{3977ECF1-21E2-4C48-BA21-4E2A38177A03}" dt="2025-09-15T11:34:14.519" v="925"/>
          <ac:spMkLst>
            <pc:docMk/>
            <pc:sldMk cId="2210283366" sldId="7378"/>
            <ac:spMk id="228" creationId="{691A9C9D-9756-6237-FBEE-F0D4195828DC}"/>
          </ac:spMkLst>
        </pc:spChg>
        <pc:spChg chg="mod">
          <ac:chgData name="Saad Akbar" userId="34e1e98c-f1fc-408f-bc28-2fe92e69de3b" providerId="ADAL" clId="{3977ECF1-21E2-4C48-BA21-4E2A38177A03}" dt="2025-09-15T11:34:14.519" v="925"/>
          <ac:spMkLst>
            <pc:docMk/>
            <pc:sldMk cId="2210283366" sldId="7378"/>
            <ac:spMk id="229" creationId="{447A05C1-97C6-E756-1A42-1916F0362E66}"/>
          </ac:spMkLst>
        </pc:spChg>
        <pc:spChg chg="mod">
          <ac:chgData name="Saad Akbar" userId="34e1e98c-f1fc-408f-bc28-2fe92e69de3b" providerId="ADAL" clId="{3977ECF1-21E2-4C48-BA21-4E2A38177A03}" dt="2025-09-15T11:34:14.519" v="925"/>
          <ac:spMkLst>
            <pc:docMk/>
            <pc:sldMk cId="2210283366" sldId="7378"/>
            <ac:spMk id="230" creationId="{BF1EB249-62B7-8EFE-DBF3-5F499569262A}"/>
          </ac:spMkLst>
        </pc:spChg>
        <pc:spChg chg="mod">
          <ac:chgData name="Saad Akbar" userId="34e1e98c-f1fc-408f-bc28-2fe92e69de3b" providerId="ADAL" clId="{3977ECF1-21E2-4C48-BA21-4E2A38177A03}" dt="2025-09-15T11:34:14.519" v="925"/>
          <ac:spMkLst>
            <pc:docMk/>
            <pc:sldMk cId="2210283366" sldId="7378"/>
            <ac:spMk id="231" creationId="{AE686258-C529-9188-5567-E78F2BF59FF0}"/>
          </ac:spMkLst>
        </pc:spChg>
        <pc:spChg chg="mod">
          <ac:chgData name="Saad Akbar" userId="34e1e98c-f1fc-408f-bc28-2fe92e69de3b" providerId="ADAL" clId="{3977ECF1-21E2-4C48-BA21-4E2A38177A03}" dt="2025-09-15T11:34:14.519" v="925"/>
          <ac:spMkLst>
            <pc:docMk/>
            <pc:sldMk cId="2210283366" sldId="7378"/>
            <ac:spMk id="232" creationId="{A925F523-9116-EC13-7E1F-4E85052DEA34}"/>
          </ac:spMkLst>
        </pc:spChg>
        <pc:spChg chg="mod">
          <ac:chgData name="Saad Akbar" userId="34e1e98c-f1fc-408f-bc28-2fe92e69de3b" providerId="ADAL" clId="{3977ECF1-21E2-4C48-BA21-4E2A38177A03}" dt="2025-09-15T11:34:14.519" v="925"/>
          <ac:spMkLst>
            <pc:docMk/>
            <pc:sldMk cId="2210283366" sldId="7378"/>
            <ac:spMk id="233" creationId="{B23DA41B-8B0B-748A-B1BE-3179A1F654F9}"/>
          </ac:spMkLst>
        </pc:spChg>
        <pc:spChg chg="mod">
          <ac:chgData name="Saad Akbar" userId="34e1e98c-f1fc-408f-bc28-2fe92e69de3b" providerId="ADAL" clId="{3977ECF1-21E2-4C48-BA21-4E2A38177A03}" dt="2025-09-15T11:34:14.519" v="925"/>
          <ac:spMkLst>
            <pc:docMk/>
            <pc:sldMk cId="2210283366" sldId="7378"/>
            <ac:spMk id="234" creationId="{FEF717CF-8F91-FBA2-3371-1CF03C0E27CA}"/>
          </ac:spMkLst>
        </pc:spChg>
        <pc:spChg chg="mod">
          <ac:chgData name="Saad Akbar" userId="34e1e98c-f1fc-408f-bc28-2fe92e69de3b" providerId="ADAL" clId="{3977ECF1-21E2-4C48-BA21-4E2A38177A03}" dt="2025-09-15T11:34:14.519" v="925"/>
          <ac:spMkLst>
            <pc:docMk/>
            <pc:sldMk cId="2210283366" sldId="7378"/>
            <ac:spMk id="235" creationId="{7D4B32E8-C394-C0D1-BA01-F0F7A8A2A87B}"/>
          </ac:spMkLst>
        </pc:spChg>
        <pc:spChg chg="mod">
          <ac:chgData name="Saad Akbar" userId="34e1e98c-f1fc-408f-bc28-2fe92e69de3b" providerId="ADAL" clId="{3977ECF1-21E2-4C48-BA21-4E2A38177A03}" dt="2025-09-15T11:34:14.519" v="925"/>
          <ac:spMkLst>
            <pc:docMk/>
            <pc:sldMk cId="2210283366" sldId="7378"/>
            <ac:spMk id="236" creationId="{BD253EEA-C995-F037-A75E-58593A5EEA0E}"/>
          </ac:spMkLst>
        </pc:spChg>
        <pc:spChg chg="mod">
          <ac:chgData name="Saad Akbar" userId="34e1e98c-f1fc-408f-bc28-2fe92e69de3b" providerId="ADAL" clId="{3977ECF1-21E2-4C48-BA21-4E2A38177A03}" dt="2025-09-15T11:34:14.519" v="925"/>
          <ac:spMkLst>
            <pc:docMk/>
            <pc:sldMk cId="2210283366" sldId="7378"/>
            <ac:spMk id="237" creationId="{D1250B6A-6766-4D08-C72F-884BD0F8A311}"/>
          </ac:spMkLst>
        </pc:spChg>
        <pc:spChg chg="mod">
          <ac:chgData name="Saad Akbar" userId="34e1e98c-f1fc-408f-bc28-2fe92e69de3b" providerId="ADAL" clId="{3977ECF1-21E2-4C48-BA21-4E2A38177A03}" dt="2025-09-15T11:47:30.780" v="1023" actId="20577"/>
          <ac:spMkLst>
            <pc:docMk/>
            <pc:sldMk cId="2210283366" sldId="7378"/>
            <ac:spMk id="240" creationId="{3CABA554-C764-CE21-7A9D-308D15563EA8}"/>
          </ac:spMkLst>
        </pc:spChg>
        <pc:spChg chg="mod">
          <ac:chgData name="Saad Akbar" userId="34e1e98c-f1fc-408f-bc28-2fe92e69de3b" providerId="ADAL" clId="{3977ECF1-21E2-4C48-BA21-4E2A38177A03}" dt="2025-09-15T11:41:22.272" v="932" actId="1076"/>
          <ac:spMkLst>
            <pc:docMk/>
            <pc:sldMk cId="2210283366" sldId="7378"/>
            <ac:spMk id="241" creationId="{39722DC8-B127-DCC3-5333-B681879BAB89}"/>
          </ac:spMkLst>
        </pc:spChg>
        <pc:spChg chg="mod">
          <ac:chgData name="Saad Akbar" userId="34e1e98c-f1fc-408f-bc28-2fe92e69de3b" providerId="ADAL" clId="{3977ECF1-21E2-4C48-BA21-4E2A38177A03}" dt="2025-09-15T11:35:34.648" v="927"/>
          <ac:spMkLst>
            <pc:docMk/>
            <pc:sldMk cId="2210283366" sldId="7378"/>
            <ac:spMk id="242" creationId="{7344072C-0BF6-243A-950A-3F1294751266}"/>
          </ac:spMkLst>
        </pc:spChg>
        <pc:spChg chg="mod">
          <ac:chgData name="Saad Akbar" userId="34e1e98c-f1fc-408f-bc28-2fe92e69de3b" providerId="ADAL" clId="{3977ECF1-21E2-4C48-BA21-4E2A38177A03}" dt="2025-09-15T11:35:34.648" v="927"/>
          <ac:spMkLst>
            <pc:docMk/>
            <pc:sldMk cId="2210283366" sldId="7378"/>
            <ac:spMk id="243" creationId="{427D40CA-BEBE-968C-BA98-640E7DAEE717}"/>
          </ac:spMkLst>
        </pc:spChg>
        <pc:spChg chg="mod">
          <ac:chgData name="Saad Akbar" userId="34e1e98c-f1fc-408f-bc28-2fe92e69de3b" providerId="ADAL" clId="{3977ECF1-21E2-4C48-BA21-4E2A38177A03}" dt="2025-09-15T11:35:34.648" v="927"/>
          <ac:spMkLst>
            <pc:docMk/>
            <pc:sldMk cId="2210283366" sldId="7378"/>
            <ac:spMk id="244" creationId="{1831DEF3-D0F5-4046-12CC-8C3DFD95306C}"/>
          </ac:spMkLst>
        </pc:spChg>
        <pc:spChg chg="mod">
          <ac:chgData name="Saad Akbar" userId="34e1e98c-f1fc-408f-bc28-2fe92e69de3b" providerId="ADAL" clId="{3977ECF1-21E2-4C48-BA21-4E2A38177A03}" dt="2025-09-15T11:35:34.648" v="927"/>
          <ac:spMkLst>
            <pc:docMk/>
            <pc:sldMk cId="2210283366" sldId="7378"/>
            <ac:spMk id="245" creationId="{D5A88C64-B9A4-5864-69E8-7E1902D0A42F}"/>
          </ac:spMkLst>
        </pc:spChg>
        <pc:spChg chg="mod">
          <ac:chgData name="Saad Akbar" userId="34e1e98c-f1fc-408f-bc28-2fe92e69de3b" providerId="ADAL" clId="{3977ECF1-21E2-4C48-BA21-4E2A38177A03}" dt="2025-09-15T11:35:34.648" v="927"/>
          <ac:spMkLst>
            <pc:docMk/>
            <pc:sldMk cId="2210283366" sldId="7378"/>
            <ac:spMk id="246" creationId="{36C2DC32-D0D2-A1A1-F8B0-7E4E77EEC89D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248" creationId="{38E4C420-EF7A-947D-7197-5F8574D70ADA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249" creationId="{28A90C03-610D-B6DB-842D-EBDD3329013C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250" creationId="{22F461B1-688D-2615-68C0-F99BE2349A96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251" creationId="{7048F91A-100B-D15A-A15C-0B0BF11EFEEE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252" creationId="{54581672-1355-23A0-FF86-37E805675D13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253" creationId="{3F9011B1-2F98-38D0-7E4A-E9E1E6DD6648}"/>
          </ac:spMkLst>
        </pc:spChg>
        <pc:spChg chg="mod">
          <ac:chgData name="Saad Akbar" userId="34e1e98c-f1fc-408f-bc28-2fe92e69de3b" providerId="ADAL" clId="{3977ECF1-21E2-4C48-BA21-4E2A38177A03}" dt="2025-09-16T06:27:32.454" v="1326"/>
          <ac:spMkLst>
            <pc:docMk/>
            <pc:sldMk cId="2210283366" sldId="7378"/>
            <ac:spMk id="254" creationId="{28A216CD-974E-1585-8B61-1FC49FC8865D}"/>
          </ac:spMkLst>
        </pc:spChg>
        <pc:spChg chg="mod">
          <ac:chgData name="Saad Akbar" userId="34e1e98c-f1fc-408f-bc28-2fe92e69de3b" providerId="ADAL" clId="{3977ECF1-21E2-4C48-BA21-4E2A38177A03}" dt="2025-09-15T11:52:48.274" v="1166"/>
          <ac:spMkLst>
            <pc:docMk/>
            <pc:sldMk cId="2210283366" sldId="7378"/>
            <ac:spMk id="257" creationId="{E738AF4E-C3A1-E467-0883-68782817EE74}"/>
          </ac:spMkLst>
        </pc:spChg>
        <pc:spChg chg="mod">
          <ac:chgData name="Saad Akbar" userId="34e1e98c-f1fc-408f-bc28-2fe92e69de3b" providerId="ADAL" clId="{3977ECF1-21E2-4C48-BA21-4E2A38177A03}" dt="2025-09-15T11:52:48.274" v="1166"/>
          <ac:spMkLst>
            <pc:docMk/>
            <pc:sldMk cId="2210283366" sldId="7378"/>
            <ac:spMk id="258" creationId="{024575EF-C2DD-9F79-99F5-8E7159F1EEA0}"/>
          </ac:spMkLst>
        </pc:spChg>
        <pc:spChg chg="mod">
          <ac:chgData name="Saad Akbar" userId="34e1e98c-f1fc-408f-bc28-2fe92e69de3b" providerId="ADAL" clId="{3977ECF1-21E2-4C48-BA21-4E2A38177A03}" dt="2025-09-15T11:52:48.274" v="1166"/>
          <ac:spMkLst>
            <pc:docMk/>
            <pc:sldMk cId="2210283366" sldId="7378"/>
            <ac:spMk id="259" creationId="{3E6E048A-80FF-4504-EB99-B918B77FBC00}"/>
          </ac:spMkLst>
        </pc:spChg>
        <pc:spChg chg="mod">
          <ac:chgData name="Saad Akbar" userId="34e1e98c-f1fc-408f-bc28-2fe92e69de3b" providerId="ADAL" clId="{3977ECF1-21E2-4C48-BA21-4E2A38177A03}" dt="2025-09-15T11:52:48.274" v="1166"/>
          <ac:spMkLst>
            <pc:docMk/>
            <pc:sldMk cId="2210283366" sldId="7378"/>
            <ac:spMk id="260" creationId="{6DE86661-C536-4903-D0A0-BBF5892830E4}"/>
          </ac:spMkLst>
        </pc:spChg>
        <pc:spChg chg="mod">
          <ac:chgData name="Saad Akbar" userId="34e1e98c-f1fc-408f-bc28-2fe92e69de3b" providerId="ADAL" clId="{3977ECF1-21E2-4C48-BA21-4E2A38177A03}" dt="2025-09-15T11:52:48.274" v="1166"/>
          <ac:spMkLst>
            <pc:docMk/>
            <pc:sldMk cId="2210283366" sldId="7378"/>
            <ac:spMk id="261" creationId="{8DA40811-89C2-42A9-3C2A-7E70CED9BE4F}"/>
          </ac:spMkLst>
        </pc:spChg>
        <pc:spChg chg="mod">
          <ac:chgData name="Saad Akbar" userId="34e1e98c-f1fc-408f-bc28-2fe92e69de3b" providerId="ADAL" clId="{3977ECF1-21E2-4C48-BA21-4E2A38177A03}" dt="2025-09-15T11:52:48.274" v="1166"/>
          <ac:spMkLst>
            <pc:docMk/>
            <pc:sldMk cId="2210283366" sldId="7378"/>
            <ac:spMk id="262" creationId="{489F62C6-DD5D-1995-71BA-D7D99AE108F0}"/>
          </ac:spMkLst>
        </pc:spChg>
        <pc:spChg chg="mod">
          <ac:chgData name="Saad Akbar" userId="34e1e98c-f1fc-408f-bc28-2fe92e69de3b" providerId="ADAL" clId="{3977ECF1-21E2-4C48-BA21-4E2A38177A03}" dt="2025-09-15T11:52:48.274" v="1166"/>
          <ac:spMkLst>
            <pc:docMk/>
            <pc:sldMk cId="2210283366" sldId="7378"/>
            <ac:spMk id="263" creationId="{90C9A0E9-30CA-36B6-4232-066FABD44630}"/>
          </ac:spMkLst>
        </pc:spChg>
        <pc:spChg chg="mod">
          <ac:chgData name="Saad Akbar" userId="34e1e98c-f1fc-408f-bc28-2fe92e69de3b" providerId="ADAL" clId="{3977ECF1-21E2-4C48-BA21-4E2A38177A03}" dt="2025-09-16T06:49:47.506" v="1425"/>
          <ac:spMkLst>
            <pc:docMk/>
            <pc:sldMk cId="2210283366" sldId="7378"/>
            <ac:spMk id="264" creationId="{115109C0-0A99-2481-0144-BFCF6F25B82D}"/>
          </ac:spMkLst>
        </pc:spChg>
        <pc:spChg chg="mod">
          <ac:chgData name="Saad Akbar" userId="34e1e98c-f1fc-408f-bc28-2fe92e69de3b" providerId="ADAL" clId="{3977ECF1-21E2-4C48-BA21-4E2A38177A03}" dt="2025-09-16T06:49:47.506" v="1425"/>
          <ac:spMkLst>
            <pc:docMk/>
            <pc:sldMk cId="2210283366" sldId="7378"/>
            <ac:spMk id="267" creationId="{A6CF6B25-6D04-8601-E62A-C784B306FCAE}"/>
          </ac:spMkLst>
        </pc:spChg>
        <pc:spChg chg="mod">
          <ac:chgData name="Saad Akbar" userId="34e1e98c-f1fc-408f-bc28-2fe92e69de3b" providerId="ADAL" clId="{3977ECF1-21E2-4C48-BA21-4E2A38177A03}" dt="2025-09-15T11:56:03.420" v="1215"/>
          <ac:spMkLst>
            <pc:docMk/>
            <pc:sldMk cId="2210283366" sldId="7378"/>
            <ac:spMk id="270" creationId="{381DA4F8-6356-9D3D-D27C-2DB65D56E31D}"/>
          </ac:spMkLst>
        </pc:spChg>
        <pc:spChg chg="mod">
          <ac:chgData name="Saad Akbar" userId="34e1e98c-f1fc-408f-bc28-2fe92e69de3b" providerId="ADAL" clId="{3977ECF1-21E2-4C48-BA21-4E2A38177A03}" dt="2025-09-16T06:49:47.506" v="1425"/>
          <ac:spMkLst>
            <pc:docMk/>
            <pc:sldMk cId="2210283366" sldId="7378"/>
            <ac:spMk id="270" creationId="{9840355A-E98B-861C-A7D8-B32DAA5B4455}"/>
          </ac:spMkLst>
        </pc:spChg>
        <pc:spChg chg="add mod">
          <ac:chgData name="Saad Akbar" userId="34e1e98c-f1fc-408f-bc28-2fe92e69de3b" providerId="ADAL" clId="{3977ECF1-21E2-4C48-BA21-4E2A38177A03}" dt="2025-09-16T06:50:57.857" v="1438" actId="14100"/>
          <ac:spMkLst>
            <pc:docMk/>
            <pc:sldMk cId="2210283366" sldId="7378"/>
            <ac:spMk id="271" creationId="{291937DB-A2FA-D09F-2813-20C51805E358}"/>
          </ac:spMkLst>
        </pc:spChg>
        <pc:spChg chg="mod">
          <ac:chgData name="Saad Akbar" userId="34e1e98c-f1fc-408f-bc28-2fe92e69de3b" providerId="ADAL" clId="{3977ECF1-21E2-4C48-BA21-4E2A38177A03}" dt="2025-09-15T11:56:03.420" v="1215"/>
          <ac:spMkLst>
            <pc:docMk/>
            <pc:sldMk cId="2210283366" sldId="7378"/>
            <ac:spMk id="271" creationId="{D9A6C7BD-7292-B851-CF2B-9EF2D7E18747}"/>
          </ac:spMkLst>
        </pc:spChg>
        <pc:spChg chg="mod">
          <ac:chgData name="Saad Akbar" userId="34e1e98c-f1fc-408f-bc28-2fe92e69de3b" providerId="ADAL" clId="{3977ECF1-21E2-4C48-BA21-4E2A38177A03}" dt="2025-09-15T11:56:03.420" v="1215"/>
          <ac:spMkLst>
            <pc:docMk/>
            <pc:sldMk cId="2210283366" sldId="7378"/>
            <ac:spMk id="272" creationId="{3B87D6AF-201F-9F23-45B3-F3D1ADA0850F}"/>
          </ac:spMkLst>
        </pc:spChg>
        <pc:spChg chg="mod">
          <ac:chgData name="Saad Akbar" userId="34e1e98c-f1fc-408f-bc28-2fe92e69de3b" providerId="ADAL" clId="{3977ECF1-21E2-4C48-BA21-4E2A38177A03}" dt="2025-09-15T11:56:03.420" v="1215"/>
          <ac:spMkLst>
            <pc:docMk/>
            <pc:sldMk cId="2210283366" sldId="7378"/>
            <ac:spMk id="273" creationId="{70AA0292-2EE2-467E-1511-FAC10FDAF14E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74" creationId="{19765A2B-9790-D8B4-A7A0-D99F777444BE}"/>
          </ac:spMkLst>
        </pc:spChg>
        <pc:spChg chg="mod">
          <ac:chgData name="Saad Akbar" userId="34e1e98c-f1fc-408f-bc28-2fe92e69de3b" providerId="ADAL" clId="{3977ECF1-21E2-4C48-BA21-4E2A38177A03}" dt="2025-09-15T11:56:03.420" v="1215"/>
          <ac:spMkLst>
            <pc:docMk/>
            <pc:sldMk cId="2210283366" sldId="7378"/>
            <ac:spMk id="274" creationId="{3FB0E144-B1D2-7CF0-E557-49351391170F}"/>
          </ac:spMkLst>
        </pc:spChg>
        <pc:spChg chg="mod">
          <ac:chgData name="Saad Akbar" userId="34e1e98c-f1fc-408f-bc28-2fe92e69de3b" providerId="ADAL" clId="{3977ECF1-21E2-4C48-BA21-4E2A38177A03}" dt="2025-09-15T11:56:03.420" v="1215"/>
          <ac:spMkLst>
            <pc:docMk/>
            <pc:sldMk cId="2210283366" sldId="7378"/>
            <ac:spMk id="275" creationId="{7558B327-A58C-7C0D-CCD8-F038E70FD527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75" creationId="{A5C9C839-109D-4EF6-EDDC-792C9910428E}"/>
          </ac:spMkLst>
        </pc:spChg>
        <pc:spChg chg="mod">
          <ac:chgData name="Saad Akbar" userId="34e1e98c-f1fc-408f-bc28-2fe92e69de3b" providerId="ADAL" clId="{3977ECF1-21E2-4C48-BA21-4E2A38177A03}" dt="2025-09-15T11:56:03.420" v="1215"/>
          <ac:spMkLst>
            <pc:docMk/>
            <pc:sldMk cId="2210283366" sldId="7378"/>
            <ac:spMk id="276" creationId="{5E99D6D2-12BB-5D14-8FCD-8EA62CAC956B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76" creationId="{ABF40DC1-F477-A83E-15DF-E0C8C0CD93AA}"/>
          </ac:spMkLst>
        </pc:spChg>
        <pc:spChg chg="add mod">
          <ac:chgData name="Saad Akbar" userId="34e1e98c-f1fc-408f-bc28-2fe92e69de3b" providerId="ADAL" clId="{3977ECF1-21E2-4C48-BA21-4E2A38177A03}" dt="2025-09-15T12:23:49.172" v="1266" actId="1076"/>
          <ac:spMkLst>
            <pc:docMk/>
            <pc:sldMk cId="2210283366" sldId="7378"/>
            <ac:spMk id="277" creationId="{E1E5A9CE-7556-78EA-FD07-73954994B5A3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78" creationId="{CE5C0A92-EE78-4FEE-0918-28941780F745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79" creationId="{711159C6-0A28-9F7F-D7FF-BAAFB60A35BF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82" creationId="{F7356820-A574-D39D-96F3-CC4CA6DF12E5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83" creationId="{C7F21122-D408-F760-2ECA-6F4DEB26DD63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84" creationId="{3EB21985-5BF6-768F-00FC-121A7D8FE101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85" creationId="{A5DA22E7-64A7-1E25-3B69-0A98DB950BF4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86" creationId="{8EC3FA7E-6B26-3D1F-E08E-01E4A1C06475}"/>
          </ac:spMkLst>
        </pc:spChg>
        <pc:spChg chg="mod">
          <ac:chgData name="Saad Akbar" userId="34e1e98c-f1fc-408f-bc28-2fe92e69de3b" providerId="ADAL" clId="{3977ECF1-21E2-4C48-BA21-4E2A38177A03}" dt="2025-09-16T06:51:25.024" v="1440"/>
          <ac:spMkLst>
            <pc:docMk/>
            <pc:sldMk cId="2210283366" sldId="7378"/>
            <ac:spMk id="287" creationId="{F892C851-0A56-1519-BFDA-F8A2EAB9A4A8}"/>
          </ac:spMkLst>
        </pc:spChg>
        <pc:grpChg chg="add del mod">
          <ac:chgData name="Saad Akbar" userId="34e1e98c-f1fc-408f-bc28-2fe92e69de3b" providerId="ADAL" clId="{3977ECF1-21E2-4C48-BA21-4E2A38177A03}" dt="2025-09-16T05:43:41.653" v="1325" actId="478"/>
          <ac:grpSpMkLst>
            <pc:docMk/>
            <pc:sldMk cId="2210283366" sldId="7378"/>
            <ac:grpSpMk id="10" creationId="{22A9FA3F-BE61-6E10-05C2-9A13F4768984}"/>
          </ac:grpSpMkLst>
        </pc:grpChg>
        <pc:grpChg chg="del">
          <ac:chgData name="Saad Akbar" userId="34e1e98c-f1fc-408f-bc28-2fe92e69de3b" providerId="ADAL" clId="{3977ECF1-21E2-4C48-BA21-4E2A38177A03}" dt="2025-09-15T10:57:45.208" v="67" actId="478"/>
          <ac:grpSpMkLst>
            <pc:docMk/>
            <pc:sldMk cId="2210283366" sldId="7378"/>
            <ac:grpSpMk id="10" creationId="{3A07092B-E65B-77A1-59CF-E4B20339D8B0}"/>
          </ac:grpSpMkLst>
        </pc:grpChg>
        <pc:grpChg chg="del">
          <ac:chgData name="Saad Akbar" userId="34e1e98c-f1fc-408f-bc28-2fe92e69de3b" providerId="ADAL" clId="{3977ECF1-21E2-4C48-BA21-4E2A38177A03}" dt="2025-09-15T10:57:34.767" v="65" actId="478"/>
          <ac:grpSpMkLst>
            <pc:docMk/>
            <pc:sldMk cId="2210283366" sldId="7378"/>
            <ac:grpSpMk id="14" creationId="{831EE032-9353-8EDD-F715-160D5D67C306}"/>
          </ac:grpSpMkLst>
        </pc:grpChg>
        <pc:grpChg chg="mod">
          <ac:chgData name="Saad Akbar" userId="34e1e98c-f1fc-408f-bc28-2fe92e69de3b" providerId="ADAL" clId="{3977ECF1-21E2-4C48-BA21-4E2A38177A03}" dt="2025-09-16T05:43:29.889" v="1323"/>
          <ac:grpSpMkLst>
            <pc:docMk/>
            <pc:sldMk cId="2210283366" sldId="7378"/>
            <ac:grpSpMk id="14" creationId="{9B155F9E-4DB4-FA08-F05E-CA93A8E07FFD}"/>
          </ac:grpSpMkLst>
        </pc:grpChg>
        <pc:grpChg chg="mod">
          <ac:chgData name="Saad Akbar" userId="34e1e98c-f1fc-408f-bc28-2fe92e69de3b" providerId="ADAL" clId="{3977ECF1-21E2-4C48-BA21-4E2A38177A03}" dt="2025-09-16T05:43:29.889" v="1323"/>
          <ac:grpSpMkLst>
            <pc:docMk/>
            <pc:sldMk cId="2210283366" sldId="7378"/>
            <ac:grpSpMk id="15" creationId="{5587EF45-A409-1E71-E05E-FB87C2E8CDE9}"/>
          </ac:grpSpMkLst>
        </pc:grpChg>
        <pc:grpChg chg="add mod">
          <ac:chgData name="Saad Akbar" userId="34e1e98c-f1fc-408f-bc28-2fe92e69de3b" providerId="ADAL" clId="{3977ECF1-21E2-4C48-BA21-4E2A38177A03}" dt="2025-09-15T12:23:59.897" v="1269" actId="1076"/>
          <ac:grpSpMkLst>
            <pc:docMk/>
            <pc:sldMk cId="2210283366" sldId="7378"/>
            <ac:grpSpMk id="16" creationId="{BA99BD99-937C-FDE4-DEA0-8EAEACC48982}"/>
          </ac:grpSpMkLst>
        </pc:grpChg>
        <pc:grpChg chg="mod">
          <ac:chgData name="Saad Akbar" userId="34e1e98c-f1fc-408f-bc28-2fe92e69de3b" providerId="ADAL" clId="{3977ECF1-21E2-4C48-BA21-4E2A38177A03}" dt="2025-09-16T05:43:29.889" v="1323"/>
          <ac:grpSpMkLst>
            <pc:docMk/>
            <pc:sldMk cId="2210283366" sldId="7378"/>
            <ac:grpSpMk id="20" creationId="{A163B882-AE7A-D6B7-6DEC-BB5C50FC8854}"/>
          </ac:grpSpMkLst>
        </pc:grpChg>
        <pc:grpChg chg="mod">
          <ac:chgData name="Saad Akbar" userId="34e1e98c-f1fc-408f-bc28-2fe92e69de3b" providerId="ADAL" clId="{3977ECF1-21E2-4C48-BA21-4E2A38177A03}" dt="2025-09-16T08:44:54.958" v="2431" actId="1076"/>
          <ac:grpSpMkLst>
            <pc:docMk/>
            <pc:sldMk cId="2210283366" sldId="7378"/>
            <ac:grpSpMk id="28" creationId="{78803DEB-701C-40F5-BE27-D1E7067ECD17}"/>
          </ac:grpSpMkLst>
        </pc:grpChg>
        <pc:grpChg chg="add del mod">
          <ac:chgData name="Saad Akbar" userId="34e1e98c-f1fc-408f-bc28-2fe92e69de3b" providerId="ADAL" clId="{3977ECF1-21E2-4C48-BA21-4E2A38177A03}" dt="2025-09-16T06:50:10.786" v="1430" actId="478"/>
          <ac:grpSpMkLst>
            <pc:docMk/>
            <pc:sldMk cId="2210283366" sldId="7378"/>
            <ac:grpSpMk id="31" creationId="{4E901D8D-7B5A-F822-FBED-325DC71FB1AB}"/>
          </ac:grpSpMkLst>
        </pc:grpChg>
        <pc:grpChg chg="mod">
          <ac:chgData name="Saad Akbar" userId="34e1e98c-f1fc-408f-bc28-2fe92e69de3b" providerId="ADAL" clId="{3977ECF1-21E2-4C48-BA21-4E2A38177A03}" dt="2025-09-16T08:54:07.275" v="2768" actId="1076"/>
          <ac:grpSpMkLst>
            <pc:docMk/>
            <pc:sldMk cId="2210283366" sldId="7378"/>
            <ac:grpSpMk id="44" creationId="{0A87601F-AE6E-0158-D932-B97F77E40522}"/>
          </ac:grpSpMkLst>
        </pc:grpChg>
        <pc:grpChg chg="add mod">
          <ac:chgData name="Saad Akbar" userId="34e1e98c-f1fc-408f-bc28-2fe92e69de3b" providerId="ADAL" clId="{3977ECF1-21E2-4C48-BA21-4E2A38177A03}" dt="2025-09-16T08:44:57.130" v="2432" actId="1076"/>
          <ac:grpSpMkLst>
            <pc:docMk/>
            <pc:sldMk cId="2210283366" sldId="7378"/>
            <ac:grpSpMk id="59" creationId="{40D1F818-C32E-881A-782D-1FFD3A479414}"/>
          </ac:grpSpMkLst>
        </pc:grpChg>
        <pc:grpChg chg="add mod">
          <ac:chgData name="Saad Akbar" userId="34e1e98c-f1fc-408f-bc28-2fe92e69de3b" providerId="ADAL" clId="{3977ECF1-21E2-4C48-BA21-4E2A38177A03}" dt="2025-09-16T08:09:55.100" v="2172" actId="1076"/>
          <ac:grpSpMkLst>
            <pc:docMk/>
            <pc:sldMk cId="2210283366" sldId="7378"/>
            <ac:grpSpMk id="62" creationId="{0BC2F76F-7431-0AD0-79FA-1456B181DE15}"/>
          </ac:grpSpMkLst>
        </pc:grpChg>
        <pc:grpChg chg="del">
          <ac:chgData name="Saad Akbar" userId="34e1e98c-f1fc-408f-bc28-2fe92e69de3b" providerId="ADAL" clId="{3977ECF1-21E2-4C48-BA21-4E2A38177A03}" dt="2025-09-15T10:57:50.528" v="69" actId="478"/>
          <ac:grpSpMkLst>
            <pc:docMk/>
            <pc:sldMk cId="2210283366" sldId="7378"/>
            <ac:grpSpMk id="68" creationId="{75A35205-0DA1-B094-2FBA-333D63EDB9F6}"/>
          </ac:grpSpMkLst>
        </pc:grpChg>
        <pc:grpChg chg="mod">
          <ac:chgData name="Saad Akbar" userId="34e1e98c-f1fc-408f-bc28-2fe92e69de3b" providerId="ADAL" clId="{3977ECF1-21E2-4C48-BA21-4E2A38177A03}" dt="2025-09-16T08:53:13.373" v="2752" actId="1076"/>
          <ac:grpSpMkLst>
            <pc:docMk/>
            <pc:sldMk cId="2210283366" sldId="7378"/>
            <ac:grpSpMk id="72" creationId="{9E7554AC-6628-8FC7-EE8B-748C2B8E1E06}"/>
          </ac:grpSpMkLst>
        </pc:grpChg>
        <pc:grpChg chg="add mod">
          <ac:chgData name="Saad Akbar" userId="34e1e98c-f1fc-408f-bc28-2fe92e69de3b" providerId="ADAL" clId="{3977ECF1-21E2-4C48-BA21-4E2A38177A03}" dt="2025-09-16T08:50:07.681" v="2634" actId="1076"/>
          <ac:grpSpMkLst>
            <pc:docMk/>
            <pc:sldMk cId="2210283366" sldId="7378"/>
            <ac:grpSpMk id="80" creationId="{C3F86691-F52A-6792-4EBE-5CE0DFAE09ED}"/>
          </ac:grpSpMkLst>
        </pc:grpChg>
        <pc:grpChg chg="mod">
          <ac:chgData name="Saad Akbar" userId="34e1e98c-f1fc-408f-bc28-2fe92e69de3b" providerId="ADAL" clId="{3977ECF1-21E2-4C48-BA21-4E2A38177A03}" dt="2025-09-16T08:01:29.238" v="1824"/>
          <ac:grpSpMkLst>
            <pc:docMk/>
            <pc:sldMk cId="2210283366" sldId="7378"/>
            <ac:grpSpMk id="84" creationId="{ED54A734-F659-7750-2070-B4627AC532FF}"/>
          </ac:grpSpMkLst>
        </pc:grpChg>
        <pc:grpChg chg="mod">
          <ac:chgData name="Saad Akbar" userId="34e1e98c-f1fc-408f-bc28-2fe92e69de3b" providerId="ADAL" clId="{3977ECF1-21E2-4C48-BA21-4E2A38177A03}" dt="2025-09-15T12:23:43.535" v="1265" actId="1076"/>
          <ac:grpSpMkLst>
            <pc:docMk/>
            <pc:sldMk cId="2210283366" sldId="7378"/>
            <ac:grpSpMk id="85" creationId="{34D41C7A-835B-C39D-80D5-25826A45419F}"/>
          </ac:grpSpMkLst>
        </pc:grpChg>
        <pc:grpChg chg="del">
          <ac:chgData name="Saad Akbar" userId="34e1e98c-f1fc-408f-bc28-2fe92e69de3b" providerId="ADAL" clId="{3977ECF1-21E2-4C48-BA21-4E2A38177A03}" dt="2025-09-15T11:44:32.639" v="980" actId="478"/>
          <ac:grpSpMkLst>
            <pc:docMk/>
            <pc:sldMk cId="2210283366" sldId="7378"/>
            <ac:grpSpMk id="91" creationId="{CCABC56D-3F25-1BAF-B66E-941330370EAF}"/>
          </ac:grpSpMkLst>
        </pc:grpChg>
        <pc:grpChg chg="mod">
          <ac:chgData name="Saad Akbar" userId="34e1e98c-f1fc-408f-bc28-2fe92e69de3b" providerId="ADAL" clId="{3977ECF1-21E2-4C48-BA21-4E2A38177A03}" dt="2025-09-15T07:00:20.537" v="58"/>
          <ac:grpSpMkLst>
            <pc:docMk/>
            <pc:sldMk cId="2210283366" sldId="7378"/>
            <ac:grpSpMk id="96" creationId="{92B07421-6EAC-4C5B-D97A-F614E02D1B0E}"/>
          </ac:grpSpMkLst>
        </pc:grpChg>
        <pc:grpChg chg="add mod">
          <ac:chgData name="Saad Akbar" userId="34e1e98c-f1fc-408f-bc28-2fe92e69de3b" providerId="ADAL" clId="{3977ECF1-21E2-4C48-BA21-4E2A38177A03}" dt="2025-09-16T08:07:57.425" v="2144" actId="1076"/>
          <ac:grpSpMkLst>
            <pc:docMk/>
            <pc:sldMk cId="2210283366" sldId="7378"/>
            <ac:grpSpMk id="99" creationId="{EA79655C-1CA8-3595-2F44-402AEB3FD5F5}"/>
          </ac:grpSpMkLst>
        </pc:grpChg>
        <pc:grpChg chg="del">
          <ac:chgData name="Saad Akbar" userId="34e1e98c-f1fc-408f-bc28-2fe92e69de3b" providerId="ADAL" clId="{3977ECF1-21E2-4C48-BA21-4E2A38177A03}" dt="2025-09-15T11:44:33.373" v="981" actId="478"/>
          <ac:grpSpMkLst>
            <pc:docMk/>
            <pc:sldMk cId="2210283366" sldId="7378"/>
            <ac:grpSpMk id="100" creationId="{BF7B50E0-DCCF-4669-2F7F-05182C092201}"/>
          </ac:grpSpMkLst>
        </pc:grpChg>
        <pc:grpChg chg="mod">
          <ac:chgData name="Saad Akbar" userId="34e1e98c-f1fc-408f-bc28-2fe92e69de3b" providerId="ADAL" clId="{3977ECF1-21E2-4C48-BA21-4E2A38177A03}" dt="2025-09-16T08:02:39.968" v="1888"/>
          <ac:grpSpMkLst>
            <pc:docMk/>
            <pc:sldMk cId="2210283366" sldId="7378"/>
            <ac:grpSpMk id="100" creationId="{E83E3E97-4F38-1211-1335-3F4DD9A5BF83}"/>
          </ac:grpSpMkLst>
        </pc:grpChg>
        <pc:grpChg chg="del">
          <ac:chgData name="Saad Akbar" userId="34e1e98c-f1fc-408f-bc28-2fe92e69de3b" providerId="ADAL" clId="{3977ECF1-21E2-4C48-BA21-4E2A38177A03}" dt="2025-09-15T11:41:50.638" v="954" actId="478"/>
          <ac:grpSpMkLst>
            <pc:docMk/>
            <pc:sldMk cId="2210283366" sldId="7378"/>
            <ac:grpSpMk id="108" creationId="{4DA88141-C615-E52A-6E0F-578265EABC52}"/>
          </ac:grpSpMkLst>
        </pc:grpChg>
        <pc:grpChg chg="add mod">
          <ac:chgData name="Saad Akbar" userId="34e1e98c-f1fc-408f-bc28-2fe92e69de3b" providerId="ADAL" clId="{3977ECF1-21E2-4C48-BA21-4E2A38177A03}" dt="2025-09-16T08:45:34.342" v="2440" actId="1076"/>
          <ac:grpSpMkLst>
            <pc:docMk/>
            <pc:sldMk cId="2210283366" sldId="7378"/>
            <ac:grpSpMk id="117" creationId="{B7B4AB7B-34E2-B6B0-EA01-93DABF8B86FC}"/>
          </ac:grpSpMkLst>
        </pc:grpChg>
        <pc:grpChg chg="mod">
          <ac:chgData name="Saad Akbar" userId="34e1e98c-f1fc-408f-bc28-2fe92e69de3b" providerId="ADAL" clId="{3977ECF1-21E2-4C48-BA21-4E2A38177A03}" dt="2025-09-16T08:39:10.758" v="2290"/>
          <ac:grpSpMkLst>
            <pc:docMk/>
            <pc:sldMk cId="2210283366" sldId="7378"/>
            <ac:grpSpMk id="118" creationId="{D24F150B-1CF6-A0DD-EF6C-F720B46E2CEC}"/>
          </ac:grpSpMkLst>
        </pc:grpChg>
        <pc:grpChg chg="mod">
          <ac:chgData name="Saad Akbar" userId="34e1e98c-f1fc-408f-bc28-2fe92e69de3b" providerId="ADAL" clId="{3977ECF1-21E2-4C48-BA21-4E2A38177A03}" dt="2025-09-16T08:39:10.758" v="2290"/>
          <ac:grpSpMkLst>
            <pc:docMk/>
            <pc:sldMk cId="2210283366" sldId="7378"/>
            <ac:grpSpMk id="119" creationId="{771B66CF-B96B-D22B-448A-2F8380DBC3E3}"/>
          </ac:grpSpMkLst>
        </pc:grpChg>
        <pc:grpChg chg="mod">
          <ac:chgData name="Saad Akbar" userId="34e1e98c-f1fc-408f-bc28-2fe92e69de3b" providerId="ADAL" clId="{3977ECF1-21E2-4C48-BA21-4E2A38177A03}" dt="2025-09-15T07:00:20.537" v="58"/>
          <ac:grpSpMkLst>
            <pc:docMk/>
            <pc:sldMk cId="2210283366" sldId="7378"/>
            <ac:grpSpMk id="128" creationId="{0D96DC21-8152-CC36-533A-7A702D9E1DE5}"/>
          </ac:grpSpMkLst>
        </pc:grpChg>
        <pc:grpChg chg="del">
          <ac:chgData name="Saad Akbar" userId="34e1e98c-f1fc-408f-bc28-2fe92e69de3b" providerId="ADAL" clId="{3977ECF1-21E2-4C48-BA21-4E2A38177A03}" dt="2025-09-15T11:44:31.555" v="979" actId="478"/>
          <ac:grpSpMkLst>
            <pc:docMk/>
            <pc:sldMk cId="2210283366" sldId="7378"/>
            <ac:grpSpMk id="138" creationId="{24A57FEC-4356-6947-796F-1C586223232D}"/>
          </ac:grpSpMkLst>
        </pc:grpChg>
        <pc:grpChg chg="add mod">
          <ac:chgData name="Saad Akbar" userId="34e1e98c-f1fc-408f-bc28-2fe92e69de3b" providerId="ADAL" clId="{3977ECF1-21E2-4C48-BA21-4E2A38177A03}" dt="2025-09-16T08:46:21.692" v="2443" actId="1076"/>
          <ac:grpSpMkLst>
            <pc:docMk/>
            <pc:sldMk cId="2210283366" sldId="7378"/>
            <ac:grpSpMk id="139" creationId="{B3994B0C-B12D-1904-AAE8-1DB62576CE24}"/>
          </ac:grpSpMkLst>
        </pc:grpChg>
        <pc:grpChg chg="mod">
          <ac:chgData name="Saad Akbar" userId="34e1e98c-f1fc-408f-bc28-2fe92e69de3b" providerId="ADAL" clId="{3977ECF1-21E2-4C48-BA21-4E2A38177A03}" dt="2025-09-16T08:46:16.025" v="2442"/>
          <ac:grpSpMkLst>
            <pc:docMk/>
            <pc:sldMk cId="2210283366" sldId="7378"/>
            <ac:grpSpMk id="140" creationId="{71490DC3-5883-CFF5-58FD-A94BF94959C1}"/>
          </ac:grpSpMkLst>
        </pc:grpChg>
        <pc:grpChg chg="del">
          <ac:chgData name="Saad Akbar" userId="34e1e98c-f1fc-408f-bc28-2fe92e69de3b" providerId="ADAL" clId="{3977ECF1-21E2-4C48-BA21-4E2A38177A03}" dt="2025-09-15T11:44:23.993" v="976" actId="478"/>
          <ac:grpSpMkLst>
            <pc:docMk/>
            <pc:sldMk cId="2210283366" sldId="7378"/>
            <ac:grpSpMk id="149" creationId="{ACC01247-073B-7BC2-02AA-C59C11382A83}"/>
          </ac:grpSpMkLst>
        </pc:grpChg>
        <pc:grpChg chg="add del mod">
          <ac:chgData name="Saad Akbar" userId="34e1e98c-f1fc-408f-bc28-2fe92e69de3b" providerId="ADAL" clId="{3977ECF1-21E2-4C48-BA21-4E2A38177A03}" dt="2025-09-16T08:52:53.430" v="2751" actId="478"/>
          <ac:grpSpMkLst>
            <pc:docMk/>
            <pc:sldMk cId="2210283366" sldId="7378"/>
            <ac:grpSpMk id="158" creationId="{A874773E-4F70-2903-02A2-EC48F8B03960}"/>
          </ac:grpSpMkLst>
        </pc:grpChg>
        <pc:grpChg chg="mod">
          <ac:chgData name="Saad Akbar" userId="34e1e98c-f1fc-408f-bc28-2fe92e69de3b" providerId="ADAL" clId="{3977ECF1-21E2-4C48-BA21-4E2A38177A03}" dt="2025-09-16T08:50:13.241" v="2635"/>
          <ac:grpSpMkLst>
            <pc:docMk/>
            <pc:sldMk cId="2210283366" sldId="7378"/>
            <ac:grpSpMk id="159" creationId="{70EF16FC-4293-1B32-626B-326E7C2BF1BC}"/>
          </ac:grpSpMkLst>
        </pc:grpChg>
        <pc:grpChg chg="del">
          <ac:chgData name="Saad Akbar" userId="34e1e98c-f1fc-408f-bc28-2fe92e69de3b" providerId="ADAL" clId="{3977ECF1-21E2-4C48-BA21-4E2A38177A03}" dt="2025-09-15T10:57:52.937" v="70" actId="478"/>
          <ac:grpSpMkLst>
            <pc:docMk/>
            <pc:sldMk cId="2210283366" sldId="7378"/>
            <ac:grpSpMk id="164" creationId="{BBE9AFCA-1213-7D9B-C835-CCD48E0A1A29}"/>
          </ac:grpSpMkLst>
        </pc:grpChg>
        <pc:grpChg chg="add mod">
          <ac:chgData name="Saad Akbar" userId="34e1e98c-f1fc-408f-bc28-2fe92e69de3b" providerId="ADAL" clId="{3977ECF1-21E2-4C48-BA21-4E2A38177A03}" dt="2025-09-16T08:53:52.245" v="2761" actId="1076"/>
          <ac:grpSpMkLst>
            <pc:docMk/>
            <pc:sldMk cId="2210283366" sldId="7378"/>
            <ac:grpSpMk id="167" creationId="{1B397F21-B024-56DB-1293-8FEED3EAE075}"/>
          </ac:grpSpMkLst>
        </pc:grpChg>
        <pc:grpChg chg="mod">
          <ac:chgData name="Saad Akbar" userId="34e1e98c-f1fc-408f-bc28-2fe92e69de3b" providerId="ADAL" clId="{3977ECF1-21E2-4C48-BA21-4E2A38177A03}" dt="2025-09-16T08:53:31.741" v="2755"/>
          <ac:grpSpMkLst>
            <pc:docMk/>
            <pc:sldMk cId="2210283366" sldId="7378"/>
            <ac:grpSpMk id="168" creationId="{50185411-CF96-0BDD-BC38-B9B7213E4D8B}"/>
          </ac:grpSpMkLst>
        </pc:grpChg>
        <pc:grpChg chg="mod">
          <ac:chgData name="Saad Akbar" userId="34e1e98c-f1fc-408f-bc28-2fe92e69de3b" providerId="ADAL" clId="{3977ECF1-21E2-4C48-BA21-4E2A38177A03}" dt="2025-09-16T08:53:31.741" v="2755"/>
          <ac:grpSpMkLst>
            <pc:docMk/>
            <pc:sldMk cId="2210283366" sldId="7378"/>
            <ac:grpSpMk id="169" creationId="{B9C2C917-3446-1884-6F86-C260846D2D56}"/>
          </ac:grpSpMkLst>
        </pc:grpChg>
        <pc:grpChg chg="mod">
          <ac:chgData name="Saad Akbar" userId="34e1e98c-f1fc-408f-bc28-2fe92e69de3b" providerId="ADAL" clId="{3977ECF1-21E2-4C48-BA21-4E2A38177A03}" dt="2025-09-16T08:53:31.741" v="2755"/>
          <ac:grpSpMkLst>
            <pc:docMk/>
            <pc:sldMk cId="2210283366" sldId="7378"/>
            <ac:grpSpMk id="173" creationId="{C3EBACB9-7774-4DA1-1722-9470036BA56B}"/>
          </ac:grpSpMkLst>
        </pc:grpChg>
        <pc:grpChg chg="mod">
          <ac:chgData name="Saad Akbar" userId="34e1e98c-f1fc-408f-bc28-2fe92e69de3b" providerId="ADAL" clId="{3977ECF1-21E2-4C48-BA21-4E2A38177A03}" dt="2025-09-15T07:00:20.537" v="58"/>
          <ac:grpSpMkLst>
            <pc:docMk/>
            <pc:sldMk cId="2210283366" sldId="7378"/>
            <ac:grpSpMk id="179" creationId="{709C2D59-8C05-F5DD-E8B7-116EA94C130C}"/>
          </ac:grpSpMkLst>
        </pc:grpChg>
        <pc:grpChg chg="mod">
          <ac:chgData name="Saad Akbar" userId="34e1e98c-f1fc-408f-bc28-2fe92e69de3b" providerId="ADAL" clId="{3977ECF1-21E2-4C48-BA21-4E2A38177A03}" dt="2025-09-15T07:00:20.537" v="58"/>
          <ac:grpSpMkLst>
            <pc:docMk/>
            <pc:sldMk cId="2210283366" sldId="7378"/>
            <ac:grpSpMk id="183" creationId="{14465159-4C3E-E3AD-4347-F5A690F52E7B}"/>
          </ac:grpSpMkLst>
        </pc:grpChg>
        <pc:grpChg chg="del">
          <ac:chgData name="Saad Akbar" userId="34e1e98c-f1fc-408f-bc28-2fe92e69de3b" providerId="ADAL" clId="{3977ECF1-21E2-4C48-BA21-4E2A38177A03}" dt="2025-09-15T10:57:43.891" v="66" actId="478"/>
          <ac:grpSpMkLst>
            <pc:docMk/>
            <pc:sldMk cId="2210283366" sldId="7378"/>
            <ac:grpSpMk id="193" creationId="{2C6A5DD2-E69B-6396-F7DE-8CEBFB2D9142}"/>
          </ac:grpSpMkLst>
        </pc:grpChg>
        <pc:grpChg chg="add mod">
          <ac:chgData name="Saad Akbar" userId="34e1e98c-f1fc-408f-bc28-2fe92e69de3b" providerId="ADAL" clId="{3977ECF1-21E2-4C48-BA21-4E2A38177A03}" dt="2025-09-16T08:44:50.030" v="2430" actId="1076"/>
          <ac:grpSpMkLst>
            <pc:docMk/>
            <pc:sldMk cId="2210283366" sldId="7378"/>
            <ac:grpSpMk id="225" creationId="{7F6EBBE3-ACE1-5845-EEAE-7D9D59DBCB4C}"/>
          </ac:grpSpMkLst>
        </pc:grpChg>
        <pc:grpChg chg="mod">
          <ac:chgData name="Saad Akbar" userId="34e1e98c-f1fc-408f-bc28-2fe92e69de3b" providerId="ADAL" clId="{3977ECF1-21E2-4C48-BA21-4E2A38177A03}" dt="2025-09-15T11:34:14.519" v="925"/>
          <ac:grpSpMkLst>
            <pc:docMk/>
            <pc:sldMk cId="2210283366" sldId="7378"/>
            <ac:grpSpMk id="226" creationId="{21AAC75C-69E3-6363-5A12-A42C98E8A93A}"/>
          </ac:grpSpMkLst>
        </pc:grpChg>
        <pc:grpChg chg="add mod">
          <ac:chgData name="Saad Akbar" userId="34e1e98c-f1fc-408f-bc28-2fe92e69de3b" providerId="ADAL" clId="{3977ECF1-21E2-4C48-BA21-4E2A38177A03}" dt="2025-09-15T12:23:32.912" v="1263" actId="1076"/>
          <ac:grpSpMkLst>
            <pc:docMk/>
            <pc:sldMk cId="2210283366" sldId="7378"/>
            <ac:grpSpMk id="238" creationId="{FAD1E2A9-2BB3-FF69-37E4-3242AB18DB1A}"/>
          </ac:grpSpMkLst>
        </pc:grpChg>
        <pc:grpChg chg="mod">
          <ac:chgData name="Saad Akbar" userId="34e1e98c-f1fc-408f-bc28-2fe92e69de3b" providerId="ADAL" clId="{3977ECF1-21E2-4C48-BA21-4E2A38177A03}" dt="2025-09-15T11:35:34.648" v="927"/>
          <ac:grpSpMkLst>
            <pc:docMk/>
            <pc:sldMk cId="2210283366" sldId="7378"/>
            <ac:grpSpMk id="239" creationId="{D24BE517-1EE3-6CD7-8DD3-EFC8E18D098A}"/>
          </ac:grpSpMkLst>
        </pc:grpChg>
        <pc:grpChg chg="mod">
          <ac:chgData name="Saad Akbar" userId="34e1e98c-f1fc-408f-bc28-2fe92e69de3b" providerId="ADAL" clId="{3977ECF1-21E2-4C48-BA21-4E2A38177A03}" dt="2025-09-16T06:27:32.454" v="1326"/>
          <ac:grpSpMkLst>
            <pc:docMk/>
            <pc:sldMk cId="2210283366" sldId="7378"/>
            <ac:grpSpMk id="247" creationId="{64FF4C78-477D-0C09-014F-8F268AFB42A0}"/>
          </ac:grpSpMkLst>
        </pc:grpChg>
        <pc:grpChg chg="add mod">
          <ac:chgData name="Saad Akbar" userId="34e1e98c-f1fc-408f-bc28-2fe92e69de3b" providerId="ADAL" clId="{3977ECF1-21E2-4C48-BA21-4E2A38177A03}" dt="2025-09-16T08:07:53.841" v="2143" actId="1076"/>
          <ac:grpSpMkLst>
            <pc:docMk/>
            <pc:sldMk cId="2210283366" sldId="7378"/>
            <ac:grpSpMk id="255" creationId="{8E9DA2EC-9139-A5CC-6095-CD80DF264800}"/>
          </ac:grpSpMkLst>
        </pc:grpChg>
        <pc:grpChg chg="mod">
          <ac:chgData name="Saad Akbar" userId="34e1e98c-f1fc-408f-bc28-2fe92e69de3b" providerId="ADAL" clId="{3977ECF1-21E2-4C48-BA21-4E2A38177A03}" dt="2025-09-15T11:52:48.274" v="1166"/>
          <ac:grpSpMkLst>
            <pc:docMk/>
            <pc:sldMk cId="2210283366" sldId="7378"/>
            <ac:grpSpMk id="256" creationId="{1A675735-A6F4-E998-F5D6-584914B37417}"/>
          </ac:grpSpMkLst>
        </pc:grpChg>
        <pc:grpChg chg="add mod">
          <ac:chgData name="Saad Akbar" userId="34e1e98c-f1fc-408f-bc28-2fe92e69de3b" providerId="ADAL" clId="{3977ECF1-21E2-4C48-BA21-4E2A38177A03}" dt="2025-09-16T08:09:52.176" v="2171" actId="1076"/>
          <ac:grpSpMkLst>
            <pc:docMk/>
            <pc:sldMk cId="2210283366" sldId="7378"/>
            <ac:grpSpMk id="265" creationId="{840C934A-36E1-FB3F-4708-712DB717C525}"/>
          </ac:grpSpMkLst>
        </pc:grpChg>
        <pc:grpChg chg="add del mod">
          <ac:chgData name="Saad Akbar" userId="34e1e98c-f1fc-408f-bc28-2fe92e69de3b" providerId="ADAL" clId="{3977ECF1-21E2-4C48-BA21-4E2A38177A03}" dt="2025-09-15T11:56:04.905" v="1216"/>
          <ac:grpSpMkLst>
            <pc:docMk/>
            <pc:sldMk cId="2210283366" sldId="7378"/>
            <ac:grpSpMk id="268" creationId="{BDE8573F-C64A-608B-C6CF-8B96E1B4B3B0}"/>
          </ac:grpSpMkLst>
        </pc:grpChg>
        <pc:grpChg chg="add del mod">
          <ac:chgData name="Saad Akbar" userId="34e1e98c-f1fc-408f-bc28-2fe92e69de3b" providerId="ADAL" clId="{3977ECF1-21E2-4C48-BA21-4E2A38177A03}" dt="2025-09-16T06:50:00.104" v="1427" actId="478"/>
          <ac:grpSpMkLst>
            <pc:docMk/>
            <pc:sldMk cId="2210283366" sldId="7378"/>
            <ac:grpSpMk id="268" creationId="{C37E0A04-05BD-535A-0F5D-B961FD24C170}"/>
          </ac:grpSpMkLst>
        </pc:grpChg>
        <pc:grpChg chg="mod">
          <ac:chgData name="Saad Akbar" userId="34e1e98c-f1fc-408f-bc28-2fe92e69de3b" providerId="ADAL" clId="{3977ECF1-21E2-4C48-BA21-4E2A38177A03}" dt="2025-09-15T11:56:03.420" v="1215"/>
          <ac:grpSpMkLst>
            <pc:docMk/>
            <pc:sldMk cId="2210283366" sldId="7378"/>
            <ac:grpSpMk id="269" creationId="{F5C50F9D-E256-1E6C-A929-A1C59B2EFD0B}"/>
          </ac:grpSpMkLst>
        </pc:grpChg>
        <pc:grpChg chg="add mod">
          <ac:chgData name="Saad Akbar" userId="34e1e98c-f1fc-408f-bc28-2fe92e69de3b" providerId="ADAL" clId="{3977ECF1-21E2-4C48-BA21-4E2A38177A03}" dt="2025-09-16T06:51:28.875" v="1441" actId="1076"/>
          <ac:grpSpMkLst>
            <pc:docMk/>
            <pc:sldMk cId="2210283366" sldId="7378"/>
            <ac:grpSpMk id="272" creationId="{EC76D175-0F39-A7E5-FF43-CB92AB6974D0}"/>
          </ac:grpSpMkLst>
        </pc:grpChg>
        <pc:grpChg chg="mod">
          <ac:chgData name="Saad Akbar" userId="34e1e98c-f1fc-408f-bc28-2fe92e69de3b" providerId="ADAL" clId="{3977ECF1-21E2-4C48-BA21-4E2A38177A03}" dt="2025-09-16T06:51:25.024" v="1440"/>
          <ac:grpSpMkLst>
            <pc:docMk/>
            <pc:sldMk cId="2210283366" sldId="7378"/>
            <ac:grpSpMk id="273" creationId="{6AEA1531-6A85-5F6B-EF4D-1A4FC29363BE}"/>
          </ac:grpSpMkLst>
        </pc:grpChg>
        <pc:picChg chg="mod">
          <ac:chgData name="Saad Akbar" userId="34e1e98c-f1fc-408f-bc28-2fe92e69de3b" providerId="ADAL" clId="{3977ECF1-21E2-4C48-BA21-4E2A38177A03}" dt="2025-09-16T06:49:47.506" v="1425"/>
          <ac:picMkLst>
            <pc:docMk/>
            <pc:sldMk cId="2210283366" sldId="7378"/>
            <ac:picMk id="60" creationId="{EA8FC558-7642-C488-1276-1F7138F383CF}"/>
          </ac:picMkLst>
        </pc:picChg>
        <pc:picChg chg="mod">
          <ac:chgData name="Saad Akbar" userId="34e1e98c-f1fc-408f-bc28-2fe92e69de3b" providerId="ADAL" clId="{3977ECF1-21E2-4C48-BA21-4E2A38177A03}" dt="2025-09-16T06:49:47.506" v="1425"/>
          <ac:picMkLst>
            <pc:docMk/>
            <pc:sldMk cId="2210283366" sldId="7378"/>
            <ac:picMk id="63" creationId="{82DFAD7B-BE71-A1CF-C9E0-874E82080C59}"/>
          </ac:picMkLst>
        </pc:picChg>
        <pc:picChg chg="del">
          <ac:chgData name="Saad Akbar" userId="34e1e98c-f1fc-408f-bc28-2fe92e69de3b" providerId="ADAL" clId="{3977ECF1-21E2-4C48-BA21-4E2A38177A03}" dt="2025-09-15T11:44:30.800" v="978" actId="478"/>
          <ac:picMkLst>
            <pc:docMk/>
            <pc:sldMk cId="2210283366" sldId="7378"/>
            <ac:picMk id="147" creationId="{F874CD0F-0E0E-6315-E540-A0A207DA6A48}"/>
          </ac:picMkLst>
        </pc:picChg>
        <pc:picChg chg="mod">
          <ac:chgData name="Saad Akbar" userId="34e1e98c-f1fc-408f-bc28-2fe92e69de3b" providerId="ADAL" clId="{3977ECF1-21E2-4C48-BA21-4E2A38177A03}" dt="2025-09-16T06:49:47.506" v="1425"/>
          <ac:picMkLst>
            <pc:docMk/>
            <pc:sldMk cId="2210283366" sldId="7378"/>
            <ac:picMk id="266" creationId="{CD2EB199-DBDA-418F-421B-AD5E90011FF5}"/>
          </ac:picMkLst>
        </pc:picChg>
        <pc:picChg chg="mod">
          <ac:chgData name="Saad Akbar" userId="34e1e98c-f1fc-408f-bc28-2fe92e69de3b" providerId="ADAL" clId="{3977ECF1-21E2-4C48-BA21-4E2A38177A03}" dt="2025-09-16T06:49:47.506" v="1425"/>
          <ac:picMkLst>
            <pc:docMk/>
            <pc:sldMk cId="2210283366" sldId="7378"/>
            <ac:picMk id="269" creationId="{44462D25-B52C-FF6A-D1D9-365B7F6885D5}"/>
          </ac:picMkLst>
        </pc:picChg>
        <pc:cxnChg chg="mod">
          <ac:chgData name="Saad Akbar" userId="34e1e98c-f1fc-408f-bc28-2fe92e69de3b" providerId="ADAL" clId="{3977ECF1-21E2-4C48-BA21-4E2A38177A03}" dt="2025-09-15T12:23:20.941" v="1260" actId="1076"/>
          <ac:cxnSpMkLst>
            <pc:docMk/>
            <pc:sldMk cId="2210283366" sldId="7378"/>
            <ac:cxnSpMk id="27" creationId="{00000000-0000-0000-0000-000000000000}"/>
          </ac:cxnSpMkLst>
        </pc:cxnChg>
        <pc:cxnChg chg="del">
          <ac:chgData name="Saad Akbar" userId="34e1e98c-f1fc-408f-bc28-2fe92e69de3b" providerId="ADAL" clId="{3977ECF1-21E2-4C48-BA21-4E2A38177A03}" dt="2025-09-16T08:09:31.393" v="2166" actId="478"/>
          <ac:cxnSpMkLst>
            <pc:docMk/>
            <pc:sldMk cId="2210283366" sldId="7378"/>
            <ac:cxnSpMk id="36" creationId="{A9665100-9E84-0EDC-EA8E-D6C03061FB58}"/>
          </ac:cxnSpMkLst>
        </pc:cxnChg>
        <pc:cxnChg chg="mod">
          <ac:chgData name="Saad Akbar" userId="34e1e98c-f1fc-408f-bc28-2fe92e69de3b" providerId="ADAL" clId="{3977ECF1-21E2-4C48-BA21-4E2A38177A03}" dt="2025-09-15T12:23:41.344" v="1264" actId="1076"/>
          <ac:cxnSpMkLst>
            <pc:docMk/>
            <pc:sldMk cId="2210283366" sldId="7378"/>
            <ac:cxnSpMk id="46" creationId="{A36187C7-5C68-29E9-8297-E92B6077139D}"/>
          </ac:cxnSpMkLst>
        </pc:cxnChg>
        <pc:cxnChg chg="add mod">
          <ac:chgData name="Saad Akbar" userId="34e1e98c-f1fc-408f-bc28-2fe92e69de3b" providerId="ADAL" clId="{3977ECF1-21E2-4C48-BA21-4E2A38177A03}" dt="2025-09-16T06:58:28.373" v="1818" actId="14100"/>
          <ac:cxnSpMkLst>
            <pc:docMk/>
            <pc:sldMk cId="2210283366" sldId="7378"/>
            <ac:cxnSpMk id="67" creationId="{87154ACB-60EB-0E61-258D-177BF04C9D69}"/>
          </ac:cxnSpMkLst>
        </pc:cxnChg>
        <pc:cxnChg chg="add del mod">
          <ac:chgData name="Saad Akbar" userId="34e1e98c-f1fc-408f-bc28-2fe92e69de3b" providerId="ADAL" clId="{3977ECF1-21E2-4C48-BA21-4E2A38177A03}" dt="2025-09-16T06:57:58.897" v="1811"/>
          <ac:cxnSpMkLst>
            <pc:docMk/>
            <pc:sldMk cId="2210283366" sldId="7378"/>
            <ac:cxnSpMk id="70" creationId="{32CB9AC8-8C89-D56D-E26D-EA029CB3747A}"/>
          </ac:cxnSpMkLst>
        </pc:cxnChg>
        <pc:cxnChg chg="del">
          <ac:chgData name="Saad Akbar" userId="34e1e98c-f1fc-408f-bc28-2fe92e69de3b" providerId="ADAL" clId="{3977ECF1-21E2-4C48-BA21-4E2A38177A03}" dt="2025-09-15T11:44:39.031" v="983" actId="478"/>
          <ac:cxnSpMkLst>
            <pc:docMk/>
            <pc:sldMk cId="2210283366" sldId="7378"/>
            <ac:cxnSpMk id="74" creationId="{64481F80-B8CC-64AC-DDA0-A745BB49FE71}"/>
          </ac:cxnSpMkLst>
        </pc:cxnChg>
        <pc:cxnChg chg="add del mod">
          <ac:chgData name="Saad Akbar" userId="34e1e98c-f1fc-408f-bc28-2fe92e69de3b" providerId="ADAL" clId="{3977ECF1-21E2-4C48-BA21-4E2A38177A03}" dt="2025-09-16T08:08:44.663" v="2159" actId="478"/>
          <ac:cxnSpMkLst>
            <pc:docMk/>
            <pc:sldMk cId="2210283366" sldId="7378"/>
            <ac:cxnSpMk id="77" creationId="{D1529750-CCB3-ECFD-590D-8738AEC8113B}"/>
          </ac:cxnSpMkLst>
        </pc:cxnChg>
        <pc:cxnChg chg="del">
          <ac:chgData name="Saad Akbar" userId="34e1e98c-f1fc-408f-bc28-2fe92e69de3b" providerId="ADAL" clId="{3977ECF1-21E2-4C48-BA21-4E2A38177A03}" dt="2025-09-16T08:09:28.287" v="2165" actId="478"/>
          <ac:cxnSpMkLst>
            <pc:docMk/>
            <pc:sldMk cId="2210283366" sldId="7378"/>
            <ac:cxnSpMk id="97" creationId="{DDB7DBC8-E898-617E-0602-686FC9C361C0}"/>
          </ac:cxnSpMkLst>
        </pc:cxnChg>
        <pc:cxnChg chg="mod">
          <ac:chgData name="Saad Akbar" userId="34e1e98c-f1fc-408f-bc28-2fe92e69de3b" providerId="ADAL" clId="{3977ECF1-21E2-4C48-BA21-4E2A38177A03}" dt="2025-09-15T11:55:09.558" v="1207" actId="1076"/>
          <ac:cxnSpMkLst>
            <pc:docMk/>
            <pc:sldMk cId="2210283366" sldId="7378"/>
            <ac:cxnSpMk id="107" creationId="{BC0CBE16-E0E0-A295-509E-E487FB06E9CA}"/>
          </ac:cxnSpMkLst>
        </pc:cxnChg>
        <pc:cxnChg chg="add mod">
          <ac:chgData name="Saad Akbar" userId="34e1e98c-f1fc-408f-bc28-2fe92e69de3b" providerId="ADAL" clId="{3977ECF1-21E2-4C48-BA21-4E2A38177A03}" dt="2025-09-16T08:07:02.533" v="2137" actId="1076"/>
          <ac:cxnSpMkLst>
            <pc:docMk/>
            <pc:sldMk cId="2210283366" sldId="7378"/>
            <ac:cxnSpMk id="109" creationId="{2756A8D0-5332-3B37-FA91-484B27CCCA9A}"/>
          </ac:cxnSpMkLst>
        </pc:cxnChg>
        <pc:cxnChg chg="add del mod">
          <ac:chgData name="Saad Akbar" userId="34e1e98c-f1fc-408f-bc28-2fe92e69de3b" providerId="ADAL" clId="{3977ECF1-21E2-4C48-BA21-4E2A38177A03}" dt="2025-09-16T08:09:00.743" v="2162"/>
          <ac:cxnSpMkLst>
            <pc:docMk/>
            <pc:sldMk cId="2210283366" sldId="7378"/>
            <ac:cxnSpMk id="113" creationId="{44A2D256-6581-4360-B7D6-8A6B3789E104}"/>
          </ac:cxnSpMkLst>
        </pc:cxnChg>
        <pc:cxnChg chg="add del mod">
          <ac:chgData name="Saad Akbar" userId="34e1e98c-f1fc-408f-bc28-2fe92e69de3b" providerId="ADAL" clId="{3977ECF1-21E2-4C48-BA21-4E2A38177A03}" dt="2025-09-16T08:09:00.743" v="2162"/>
          <ac:cxnSpMkLst>
            <pc:docMk/>
            <pc:sldMk cId="2210283366" sldId="7378"/>
            <ac:cxnSpMk id="114" creationId="{DD21A4B8-F48D-459E-A8F4-A0BA4C05FD00}"/>
          </ac:cxnSpMkLst>
        </pc:cxnChg>
        <pc:cxnChg chg="add mod">
          <ac:chgData name="Saad Akbar" userId="34e1e98c-f1fc-408f-bc28-2fe92e69de3b" providerId="ADAL" clId="{3977ECF1-21E2-4C48-BA21-4E2A38177A03}" dt="2025-09-16T08:53:13.373" v="2752" actId="1076"/>
          <ac:cxnSpMkLst>
            <pc:docMk/>
            <pc:sldMk cId="2210283366" sldId="7378"/>
            <ac:cxnSpMk id="115" creationId="{CECA6A05-DD9B-AB24-A5C3-F50BDEF71216}"/>
          </ac:cxnSpMkLst>
        </pc:cxnChg>
        <pc:cxnChg chg="add mod">
          <ac:chgData name="Saad Akbar" userId="34e1e98c-f1fc-408f-bc28-2fe92e69de3b" providerId="ADAL" clId="{3977ECF1-21E2-4C48-BA21-4E2A38177A03}" dt="2025-09-16T08:53:13.373" v="2752" actId="1076"/>
          <ac:cxnSpMkLst>
            <pc:docMk/>
            <pc:sldMk cId="2210283366" sldId="7378"/>
            <ac:cxnSpMk id="116" creationId="{6CCDB669-F675-E9A0-2627-12F5C5015382}"/>
          </ac:cxnSpMkLst>
        </pc:cxnChg>
        <pc:cxnChg chg="mod">
          <ac:chgData name="Saad Akbar" userId="34e1e98c-f1fc-408f-bc28-2fe92e69de3b" providerId="ADAL" clId="{3977ECF1-21E2-4C48-BA21-4E2A38177A03}" dt="2025-09-16T08:45:05.161" v="2433" actId="1076"/>
          <ac:cxnSpMkLst>
            <pc:docMk/>
            <pc:sldMk cId="2210283366" sldId="7378"/>
            <ac:cxnSpMk id="130" creationId="{B60B1FCE-FCF2-F4BA-1F6C-55C7E3B81217}"/>
          </ac:cxnSpMkLst>
        </pc:cxnChg>
        <pc:cxnChg chg="add mod">
          <ac:chgData name="Saad Akbar" userId="34e1e98c-f1fc-408f-bc28-2fe92e69de3b" providerId="ADAL" clId="{3977ECF1-21E2-4C48-BA21-4E2A38177A03}" dt="2025-09-16T08:45:09.066" v="2434" actId="1076"/>
          <ac:cxnSpMkLst>
            <pc:docMk/>
            <pc:sldMk cId="2210283366" sldId="7378"/>
            <ac:cxnSpMk id="134" creationId="{D99E4F41-354A-7D09-0372-7682C93C9A5B}"/>
          </ac:cxnSpMkLst>
        </pc:cxnChg>
        <pc:cxnChg chg="add mod">
          <ac:chgData name="Saad Akbar" userId="34e1e98c-f1fc-408f-bc28-2fe92e69de3b" providerId="ADAL" clId="{3977ECF1-21E2-4C48-BA21-4E2A38177A03}" dt="2025-09-16T08:45:09.066" v="2434" actId="1076"/>
          <ac:cxnSpMkLst>
            <pc:docMk/>
            <pc:sldMk cId="2210283366" sldId="7378"/>
            <ac:cxnSpMk id="135" creationId="{3C9CA680-41C1-2418-E313-5636C76F2505}"/>
          </ac:cxnSpMkLst>
        </pc:cxnChg>
        <pc:cxnChg chg="add mod">
          <ac:chgData name="Saad Akbar" userId="34e1e98c-f1fc-408f-bc28-2fe92e69de3b" providerId="ADAL" clId="{3977ECF1-21E2-4C48-BA21-4E2A38177A03}" dt="2025-09-16T08:46:35.248" v="2447" actId="1076"/>
          <ac:cxnSpMkLst>
            <pc:docMk/>
            <pc:sldMk cId="2210283366" sldId="7378"/>
            <ac:cxnSpMk id="154" creationId="{CA59236A-9262-303C-6CFB-D049ADD02245}"/>
          </ac:cxnSpMkLst>
        </pc:cxnChg>
        <pc:cxnChg chg="add del mod">
          <ac:chgData name="Saad Akbar" userId="34e1e98c-f1fc-408f-bc28-2fe92e69de3b" providerId="ADAL" clId="{3977ECF1-21E2-4C48-BA21-4E2A38177A03}" dt="2025-09-16T08:46:40.743" v="2449"/>
          <ac:cxnSpMkLst>
            <pc:docMk/>
            <pc:sldMk cId="2210283366" sldId="7378"/>
            <ac:cxnSpMk id="156" creationId="{1377FFB2-CCA6-65EE-1B37-4D3C5771C7F6}"/>
          </ac:cxnSpMkLst>
        </pc:cxnChg>
        <pc:cxnChg chg="del mod">
          <ac:chgData name="Saad Akbar" userId="34e1e98c-f1fc-408f-bc28-2fe92e69de3b" providerId="ADAL" clId="{3977ECF1-21E2-4C48-BA21-4E2A38177A03}" dt="2025-09-16T08:09:32.498" v="2167" actId="478"/>
          <ac:cxnSpMkLst>
            <pc:docMk/>
            <pc:sldMk cId="2210283366" sldId="7378"/>
            <ac:cxnSpMk id="186" creationId="{20ED4B25-019B-A511-9D50-9FF865CB1A88}"/>
          </ac:cxnSpMkLst>
        </pc:cxnChg>
        <pc:cxnChg chg="mod">
          <ac:chgData name="Saad Akbar" userId="34e1e98c-f1fc-408f-bc28-2fe92e69de3b" providerId="ADAL" clId="{3977ECF1-21E2-4C48-BA21-4E2A38177A03}" dt="2025-09-16T08:44:54.958" v="2431" actId="1076"/>
          <ac:cxnSpMkLst>
            <pc:docMk/>
            <pc:sldMk cId="2210283366" sldId="7378"/>
            <ac:cxnSpMk id="188" creationId="{BC31EA35-D6CB-3D37-9586-36AFB8BEC769}"/>
          </ac:cxnSpMkLst>
        </pc:cxnChg>
        <pc:cxnChg chg="del mod">
          <ac:chgData name="Saad Akbar" userId="34e1e98c-f1fc-408f-bc28-2fe92e69de3b" providerId="ADAL" clId="{3977ECF1-21E2-4C48-BA21-4E2A38177A03}" dt="2025-09-16T08:01:32.685" v="1825" actId="478"/>
          <ac:cxnSpMkLst>
            <pc:docMk/>
            <pc:sldMk cId="2210283366" sldId="7378"/>
            <ac:cxnSpMk id="218" creationId="{F9A10011-A215-7772-9360-909E1E82DA28}"/>
          </ac:cxnSpMkLst>
        </pc:cxnChg>
        <pc:cxnChg chg="add del mod">
          <ac:chgData name="Saad Akbar" userId="34e1e98c-f1fc-408f-bc28-2fe92e69de3b" providerId="ADAL" clId="{3977ECF1-21E2-4C48-BA21-4E2A38177A03}" dt="2025-09-15T11:43:55.486" v="975" actId="478"/>
          <ac:cxnSpMkLst>
            <pc:docMk/>
            <pc:sldMk cId="2210283366" sldId="7378"/>
            <ac:cxnSpMk id="247" creationId="{717E093D-97FF-F1E3-8953-6009199FCE96}"/>
          </ac:cxnSpMkLst>
        </pc:cxnChg>
        <pc:cxnChg chg="add del mod">
          <ac:chgData name="Saad Akbar" userId="34e1e98c-f1fc-408f-bc28-2fe92e69de3b" providerId="ADAL" clId="{3977ECF1-21E2-4C48-BA21-4E2A38177A03}" dt="2025-09-15T11:43:37.275" v="971" actId="478"/>
          <ac:cxnSpMkLst>
            <pc:docMk/>
            <pc:sldMk cId="2210283366" sldId="7378"/>
            <ac:cxnSpMk id="250" creationId="{E67EEFD1-F4BA-C176-5C5B-5F187C69A781}"/>
          </ac:cxnSpMkLst>
        </pc:cxnChg>
        <pc:cxnChg chg="add del mod">
          <ac:chgData name="Saad Akbar" userId="34e1e98c-f1fc-408f-bc28-2fe92e69de3b" providerId="ADAL" clId="{3977ECF1-21E2-4C48-BA21-4E2A38177A03}" dt="2025-09-15T12:22:52.086" v="1255" actId="478"/>
          <ac:cxnSpMkLst>
            <pc:docMk/>
            <pc:sldMk cId="2210283366" sldId="7378"/>
            <ac:cxnSpMk id="278" creationId="{8628FB9F-D326-6D11-FEA5-C0241D8B0A0F}"/>
          </ac:cxnSpMkLst>
        </pc:cxnChg>
        <pc:cxnChg chg="add mod">
          <ac:chgData name="Saad Akbar" userId="34e1e98c-f1fc-408f-bc28-2fe92e69de3b" providerId="ADAL" clId="{3977ECF1-21E2-4C48-BA21-4E2A38177A03}" dt="2025-09-15T12:23:52.846" v="1267" actId="1076"/>
          <ac:cxnSpMkLst>
            <pc:docMk/>
            <pc:sldMk cId="2210283366" sldId="7378"/>
            <ac:cxnSpMk id="280" creationId="{CCF0E72A-1429-13EA-088C-DAC1D3322E85}"/>
          </ac:cxnSpMkLst>
        </pc:cxnChg>
        <pc:cxnChg chg="add del mod">
          <ac:chgData name="Saad Akbar" userId="34e1e98c-f1fc-408f-bc28-2fe92e69de3b" providerId="ADAL" clId="{3977ECF1-21E2-4C48-BA21-4E2A38177A03}" dt="2025-09-16T08:05:50.921" v="2124" actId="478"/>
          <ac:cxnSpMkLst>
            <pc:docMk/>
            <pc:sldMk cId="2210283366" sldId="7378"/>
            <ac:cxnSpMk id="281" creationId="{7CC1DFAA-9BBD-AAA1-1D9B-A475840F5B21}"/>
          </ac:cxnSpMkLst>
        </pc:cxnChg>
      </pc:sldChg>
      <pc:sldChg chg="del">
        <pc:chgData name="Saad Akbar" userId="34e1e98c-f1fc-408f-bc28-2fe92e69de3b" providerId="ADAL" clId="{3977ECF1-21E2-4C48-BA21-4E2A38177A03}" dt="2025-09-15T06:55:44.039" v="56" actId="47"/>
        <pc:sldMkLst>
          <pc:docMk/>
          <pc:sldMk cId="2146581384" sldId="7379"/>
        </pc:sldMkLst>
      </pc:sldChg>
      <pc:sldChg chg="addSp delSp modSp add del mod">
        <pc:chgData name="Saad Akbar" userId="34e1e98c-f1fc-408f-bc28-2fe92e69de3b" providerId="ADAL" clId="{3977ECF1-21E2-4C48-BA21-4E2A38177A03}" dt="2025-09-16T08:58:05.453" v="2902" actId="47"/>
        <pc:sldMkLst>
          <pc:docMk/>
          <pc:sldMk cId="2333467101" sldId="7379"/>
        </pc:sldMkLst>
        <pc:spChg chg="add del">
          <ac:chgData name="Saad Akbar" userId="34e1e98c-f1fc-408f-bc28-2fe92e69de3b" providerId="ADAL" clId="{3977ECF1-21E2-4C48-BA21-4E2A38177A03}" dt="2025-09-16T08:27:32.059" v="2210"/>
          <ac:spMkLst>
            <pc:docMk/>
            <pc:sldMk cId="2333467101" sldId="7379"/>
            <ac:spMk id="5" creationId="{7E49575B-ACA0-1285-C2E5-11A89E5199D3}"/>
          </ac:spMkLst>
        </pc:spChg>
        <pc:spChg chg="mod">
          <ac:chgData name="Saad Akbar" userId="34e1e98c-f1fc-408f-bc28-2fe92e69de3b" providerId="ADAL" clId="{3977ECF1-21E2-4C48-BA21-4E2A38177A03}" dt="2025-09-16T08:57:35.073" v="2896" actId="20577"/>
          <ac:spMkLst>
            <pc:docMk/>
            <pc:sldMk cId="2333467101" sldId="7379"/>
            <ac:spMk id="18" creationId="{2B442303-8942-102A-ECCA-8DD0CEBCCCC0}"/>
          </ac:spMkLst>
        </pc:spChg>
      </pc:sldChg>
      <pc:sldChg chg="modSp add mod ord">
        <pc:chgData name="Saad Akbar" userId="34e1e98c-f1fc-408f-bc28-2fe92e69de3b" providerId="ADAL" clId="{3977ECF1-21E2-4C48-BA21-4E2A38177A03}" dt="2025-09-16T08:59:51.647" v="2921" actId="113"/>
        <pc:sldMkLst>
          <pc:docMk/>
          <pc:sldMk cId="2509497430" sldId="7380"/>
        </pc:sldMkLst>
        <pc:spChg chg="mod">
          <ac:chgData name="Saad Akbar" userId="34e1e98c-f1fc-408f-bc28-2fe92e69de3b" providerId="ADAL" clId="{3977ECF1-21E2-4C48-BA21-4E2A38177A03}" dt="2025-09-16T08:59:51.647" v="2921" actId="113"/>
          <ac:spMkLst>
            <pc:docMk/>
            <pc:sldMk cId="2509497430" sldId="7380"/>
            <ac:spMk id="18" creationId="{2B442303-8942-102A-ECCA-8DD0CEBCCCC0}"/>
          </ac:spMkLst>
        </pc:spChg>
      </pc:sldChg>
      <pc:sldChg chg="modSp add mod">
        <pc:chgData name="Saad Akbar" userId="34e1e98c-f1fc-408f-bc28-2fe92e69de3b" providerId="ADAL" clId="{3977ECF1-21E2-4C48-BA21-4E2A38177A03}" dt="2025-09-16T08:59:28.808" v="2917" actId="20577"/>
        <pc:sldMkLst>
          <pc:docMk/>
          <pc:sldMk cId="2276905670" sldId="7381"/>
        </pc:sldMkLst>
        <pc:spChg chg="mod">
          <ac:chgData name="Saad Akbar" userId="34e1e98c-f1fc-408f-bc28-2fe92e69de3b" providerId="ADAL" clId="{3977ECF1-21E2-4C48-BA21-4E2A38177A03}" dt="2025-09-16T08:59:28.808" v="2917" actId="20577"/>
          <ac:spMkLst>
            <pc:docMk/>
            <pc:sldMk cId="2276905670" sldId="7381"/>
            <ac:spMk id="18" creationId="{2B442303-8942-102A-ECCA-8DD0CEBCCCC0}"/>
          </ac:spMkLst>
        </pc:spChg>
      </pc:sldChg>
    </pc:docChg>
  </pc:docChgLst>
  <pc:docChgLst>
    <pc:chgData name="Saad Akbar" userId="34e1e98c-f1fc-408f-bc28-2fe92e69de3b" providerId="ADAL" clId="{75884209-DD0B-4102-86B8-2300BD0184C2}"/>
    <pc:docChg chg="undo custSel addSld modSld">
      <pc:chgData name="Saad Akbar" userId="34e1e98c-f1fc-408f-bc28-2fe92e69de3b" providerId="ADAL" clId="{75884209-DD0B-4102-86B8-2300BD0184C2}" dt="2025-09-09T07:02:39.661" v="228" actId="20577"/>
      <pc:docMkLst>
        <pc:docMk/>
      </pc:docMkLst>
      <pc:sldChg chg="addSp delSp modSp mod">
        <pc:chgData name="Saad Akbar" userId="34e1e98c-f1fc-408f-bc28-2fe92e69de3b" providerId="ADAL" clId="{75884209-DD0B-4102-86B8-2300BD0184C2}" dt="2025-09-09T06:58:02.246" v="105" actId="1076"/>
        <pc:sldMkLst>
          <pc:docMk/>
          <pc:sldMk cId="1143428586" sldId="7375"/>
        </pc:sldMkLst>
        <pc:spChg chg="mod">
          <ac:chgData name="Saad Akbar" userId="34e1e98c-f1fc-408f-bc28-2fe92e69de3b" providerId="ADAL" clId="{75884209-DD0B-4102-86B8-2300BD0184C2}" dt="2025-09-09T05:41:56.123" v="5" actId="1076"/>
          <ac:spMkLst>
            <pc:docMk/>
            <pc:sldMk cId="1143428586" sldId="7375"/>
            <ac:spMk id="90" creationId="{DAB29B71-1911-9C12-40C3-1E1A70B35AA2}"/>
          </ac:spMkLst>
        </pc:spChg>
        <pc:spChg chg="add del mod">
          <ac:chgData name="Saad Akbar" userId="34e1e98c-f1fc-408f-bc28-2fe92e69de3b" providerId="ADAL" clId="{75884209-DD0B-4102-86B8-2300BD0184C2}" dt="2025-09-09T06:57:29.161" v="101"/>
          <ac:spMkLst>
            <pc:docMk/>
            <pc:sldMk cId="1143428586" sldId="7375"/>
            <ac:spMk id="91" creationId="{935711B1-708E-B9CC-C24D-05A1FFA3E726}"/>
          </ac:spMkLst>
        </pc:spChg>
        <pc:spChg chg="add del mod">
          <ac:chgData name="Saad Akbar" userId="34e1e98c-f1fc-408f-bc28-2fe92e69de3b" providerId="ADAL" clId="{75884209-DD0B-4102-86B8-2300BD0184C2}" dt="2025-09-09T06:57:29.161" v="101"/>
          <ac:spMkLst>
            <pc:docMk/>
            <pc:sldMk cId="1143428586" sldId="7375"/>
            <ac:spMk id="92" creationId="{56F95DC1-32AB-60D8-6220-B7F9E5A96AAB}"/>
          </ac:spMkLst>
        </pc:spChg>
        <pc:spChg chg="add del mod">
          <ac:chgData name="Saad Akbar" userId="34e1e98c-f1fc-408f-bc28-2fe92e69de3b" providerId="ADAL" clId="{75884209-DD0B-4102-86B8-2300BD0184C2}" dt="2025-09-09T06:57:29.161" v="101"/>
          <ac:spMkLst>
            <pc:docMk/>
            <pc:sldMk cId="1143428586" sldId="7375"/>
            <ac:spMk id="93" creationId="{D3F48DBA-F3A4-11B8-B2E5-3CF2FCEE2828}"/>
          </ac:spMkLst>
        </pc:spChg>
        <pc:spChg chg="add del mod">
          <ac:chgData name="Saad Akbar" userId="34e1e98c-f1fc-408f-bc28-2fe92e69de3b" providerId="ADAL" clId="{75884209-DD0B-4102-86B8-2300BD0184C2}" dt="2025-09-09T06:57:29.161" v="101"/>
          <ac:spMkLst>
            <pc:docMk/>
            <pc:sldMk cId="1143428586" sldId="7375"/>
            <ac:spMk id="94" creationId="{06470EB8-185D-AC21-D395-129BD2CA501D}"/>
          </ac:spMkLst>
        </pc:spChg>
        <pc:grpChg chg="del">
          <ac:chgData name="Saad Akbar" userId="34e1e98c-f1fc-408f-bc28-2fe92e69de3b" providerId="ADAL" clId="{75884209-DD0B-4102-86B8-2300BD0184C2}" dt="2025-09-09T05:41:29.421" v="0" actId="478"/>
          <ac:grpSpMkLst>
            <pc:docMk/>
            <pc:sldMk cId="1143428586" sldId="7375"/>
            <ac:grpSpMk id="10" creationId="{8A313D13-7D87-FFD7-8128-16AA7358EF16}"/>
          </ac:grpSpMkLst>
        </pc:grpChg>
        <pc:picChg chg="add mod">
          <ac:chgData name="Saad Akbar" userId="34e1e98c-f1fc-408f-bc28-2fe92e69de3b" providerId="ADAL" clId="{75884209-DD0B-4102-86B8-2300BD0184C2}" dt="2025-09-09T06:57:54.372" v="103" actId="1076"/>
          <ac:picMkLst>
            <pc:docMk/>
            <pc:sldMk cId="1143428586" sldId="7375"/>
            <ac:picMk id="96" creationId="{11F030EF-E3AD-B089-AFF3-4E5CFD60C967}"/>
          </ac:picMkLst>
        </pc:picChg>
        <pc:picChg chg="mod">
          <ac:chgData name="Saad Akbar" userId="34e1e98c-f1fc-408f-bc28-2fe92e69de3b" providerId="ADAL" clId="{75884209-DD0B-4102-86B8-2300BD0184C2}" dt="2025-09-09T05:41:33.324" v="1" actId="1076"/>
          <ac:picMkLst>
            <pc:docMk/>
            <pc:sldMk cId="1143428586" sldId="7375"/>
            <ac:picMk id="137" creationId="{D14B76E1-0BA9-A004-3861-5916E19B24B0}"/>
          </ac:picMkLst>
        </pc:picChg>
        <pc:cxnChg chg="add mod">
          <ac:chgData name="Saad Akbar" userId="34e1e98c-f1fc-408f-bc28-2fe92e69de3b" providerId="ADAL" clId="{75884209-DD0B-4102-86B8-2300BD0184C2}" dt="2025-09-09T05:41:50.214" v="4" actId="1076"/>
          <ac:cxnSpMkLst>
            <pc:docMk/>
            <pc:sldMk cId="1143428586" sldId="7375"/>
            <ac:cxnSpMk id="36" creationId="{A9665100-9E84-0EDC-EA8E-D6C03061FB58}"/>
          </ac:cxnSpMkLst>
        </pc:cxnChg>
        <pc:cxnChg chg="add mod">
          <ac:chgData name="Saad Akbar" userId="34e1e98c-f1fc-408f-bc28-2fe92e69de3b" providerId="ADAL" clId="{75884209-DD0B-4102-86B8-2300BD0184C2}" dt="2025-09-09T06:58:02.246" v="105" actId="1076"/>
          <ac:cxnSpMkLst>
            <pc:docMk/>
            <pc:sldMk cId="1143428586" sldId="7375"/>
            <ac:cxnSpMk id="97" creationId="{DDB7DBC8-E898-617E-0602-686FC9C361C0}"/>
          </ac:cxnSpMkLst>
        </pc:cxnChg>
      </pc:sldChg>
      <pc:sldChg chg="addSp delSp modSp add mod">
        <pc:chgData name="Saad Akbar" userId="34e1e98c-f1fc-408f-bc28-2fe92e69de3b" providerId="ADAL" clId="{75884209-DD0B-4102-86B8-2300BD0184C2}" dt="2025-09-09T07:01:55.233" v="222" actId="20577"/>
        <pc:sldMkLst>
          <pc:docMk/>
          <pc:sldMk cId="877225553" sldId="7376"/>
        </pc:sldMkLst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5" creationId="{EA03388F-2BB8-C38C-EB7D-BAF7C8D9888E}"/>
          </ac:spMkLst>
        </pc:spChg>
        <pc:spChg chg="mod">
          <ac:chgData name="Saad Akbar" userId="34e1e98c-f1fc-408f-bc28-2fe92e69de3b" providerId="ADAL" clId="{75884209-DD0B-4102-86B8-2300BD0184C2}" dt="2025-09-09T07:01:55.233" v="222" actId="20577"/>
          <ac:spMkLst>
            <pc:docMk/>
            <pc:sldMk cId="877225553" sldId="7376"/>
            <ac:spMk id="6" creationId="{00000000-0000-0000-0000-000000000000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7" creationId="{5EAE678F-E9A0-47C8-BC29-C1EB27D339F4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8" creationId="{9CCB644A-92B1-4009-9AB2-CAAC3BB65C3E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9" creationId="{5BEAAA01-D660-4AAF-BD93-39A6ACB22E99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11" creationId="{AEA52322-0875-4237-94F8-497D47AC4331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12" creationId="{69D2CB2B-D439-4E17-9215-30A96F656DBF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13" creationId="{7DCB7728-DC06-4F42-95D0-D7DB8245873D}"/>
          </ac:spMkLst>
        </pc:spChg>
        <pc:spChg chg="add del">
          <ac:chgData name="Saad Akbar" userId="34e1e98c-f1fc-408f-bc28-2fe92e69de3b" providerId="ADAL" clId="{75884209-DD0B-4102-86B8-2300BD0184C2}" dt="2025-09-09T06:53:54.983" v="9" actId="22"/>
          <ac:spMkLst>
            <pc:docMk/>
            <pc:sldMk cId="877225553" sldId="7376"/>
            <ac:spMk id="17" creationId="{4CF80FA2-7464-661B-173C-6B8372BC7EE4}"/>
          </ac:spMkLst>
        </pc:spChg>
        <pc:spChg chg="add mod">
          <ac:chgData name="Saad Akbar" userId="34e1e98c-f1fc-408f-bc28-2fe92e69de3b" providerId="ADAL" clId="{75884209-DD0B-4102-86B8-2300BD0184C2}" dt="2025-09-09T06:59:51.864" v="155" actId="1076"/>
          <ac:spMkLst>
            <pc:docMk/>
            <pc:sldMk cId="877225553" sldId="7376"/>
            <ac:spMk id="18" creationId="{2B442303-8942-102A-ECCA-8DD0CEBCCCC0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32" creationId="{08CA2699-E3C2-4EE8-BDC4-B63802340585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33" creationId="{08CA2699-E3C2-4EE8-BDC4-B63802340585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34" creationId="{08CA2699-E3C2-4EE8-BDC4-B63802340585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35" creationId="{08CA2699-E3C2-4EE8-BDC4-B63802340585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37" creationId="{4869B464-0F24-4366-AB65-04341E325BD3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38" creationId="{2FEE2618-7DEB-4B5E-97E6-9CCF5A8F03C9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89" creationId="{15BCBB28-316F-1C5E-B5E0-BA1DCDD4B670}"/>
          </ac:spMkLst>
        </pc:spChg>
        <pc:spChg chg="del">
          <ac:chgData name="Saad Akbar" userId="34e1e98c-f1fc-408f-bc28-2fe92e69de3b" providerId="ADAL" clId="{75884209-DD0B-4102-86B8-2300BD0184C2}" dt="2025-09-09T06:53:45.441" v="7" actId="478"/>
          <ac:spMkLst>
            <pc:docMk/>
            <pc:sldMk cId="877225553" sldId="7376"/>
            <ac:spMk id="90" creationId="{DAB29B71-1911-9C12-40C3-1E1A70B35AA2}"/>
          </ac:spMkLst>
        </pc:spChg>
        <pc:grpChg chg="del">
          <ac:chgData name="Saad Akbar" userId="34e1e98c-f1fc-408f-bc28-2fe92e69de3b" providerId="ADAL" clId="{75884209-DD0B-4102-86B8-2300BD0184C2}" dt="2025-09-09T06:53:45.441" v="7" actId="478"/>
          <ac:grpSpMkLst>
            <pc:docMk/>
            <pc:sldMk cId="877225553" sldId="7376"/>
            <ac:grpSpMk id="14" creationId="{831EE032-9353-8EDD-F715-160D5D67C306}"/>
          </ac:grpSpMkLst>
        </pc:grpChg>
        <pc:grpChg chg="del">
          <ac:chgData name="Saad Akbar" userId="34e1e98c-f1fc-408f-bc28-2fe92e69de3b" providerId="ADAL" clId="{75884209-DD0B-4102-86B8-2300BD0184C2}" dt="2025-09-09T06:53:45.441" v="7" actId="478"/>
          <ac:grpSpMkLst>
            <pc:docMk/>
            <pc:sldMk cId="877225553" sldId="7376"/>
            <ac:grpSpMk id="28" creationId="{78803DEB-701C-40F5-BE27-D1E7067ECD17}"/>
          </ac:grpSpMkLst>
        </pc:grpChg>
        <pc:grpChg chg="del">
          <ac:chgData name="Saad Akbar" userId="34e1e98c-f1fc-408f-bc28-2fe92e69de3b" providerId="ADAL" clId="{75884209-DD0B-4102-86B8-2300BD0184C2}" dt="2025-09-09T06:53:45.441" v="7" actId="478"/>
          <ac:grpSpMkLst>
            <pc:docMk/>
            <pc:sldMk cId="877225553" sldId="7376"/>
            <ac:grpSpMk id="44" creationId="{0A87601F-AE6E-0158-D932-B97F77E40522}"/>
          </ac:grpSpMkLst>
        </pc:grpChg>
        <pc:grpChg chg="del">
          <ac:chgData name="Saad Akbar" userId="34e1e98c-f1fc-408f-bc28-2fe92e69de3b" providerId="ADAL" clId="{75884209-DD0B-4102-86B8-2300BD0184C2}" dt="2025-09-09T06:53:45.441" v="7" actId="478"/>
          <ac:grpSpMkLst>
            <pc:docMk/>
            <pc:sldMk cId="877225553" sldId="7376"/>
            <ac:grpSpMk id="68" creationId="{75A35205-0DA1-B094-2FBA-333D63EDB9F6}"/>
          </ac:grpSpMkLst>
        </pc:grpChg>
        <pc:grpChg chg="del">
          <ac:chgData name="Saad Akbar" userId="34e1e98c-f1fc-408f-bc28-2fe92e69de3b" providerId="ADAL" clId="{75884209-DD0B-4102-86B8-2300BD0184C2}" dt="2025-09-09T06:53:45.441" v="7" actId="478"/>
          <ac:grpSpMkLst>
            <pc:docMk/>
            <pc:sldMk cId="877225553" sldId="7376"/>
            <ac:grpSpMk id="72" creationId="{9E7554AC-6628-8FC7-EE8B-748C2B8E1E06}"/>
          </ac:grpSpMkLst>
        </pc:grpChg>
        <pc:grpChg chg="del">
          <ac:chgData name="Saad Akbar" userId="34e1e98c-f1fc-408f-bc28-2fe92e69de3b" providerId="ADAL" clId="{75884209-DD0B-4102-86B8-2300BD0184C2}" dt="2025-09-09T06:53:45.441" v="7" actId="478"/>
          <ac:grpSpMkLst>
            <pc:docMk/>
            <pc:sldMk cId="877225553" sldId="7376"/>
            <ac:grpSpMk id="85" creationId="{34D41C7A-835B-C39D-80D5-25826A45419F}"/>
          </ac:grpSpMkLst>
        </pc:grpChg>
        <pc:grpChg chg="del">
          <ac:chgData name="Saad Akbar" userId="34e1e98c-f1fc-408f-bc28-2fe92e69de3b" providerId="ADAL" clId="{75884209-DD0B-4102-86B8-2300BD0184C2}" dt="2025-09-09T06:53:45.441" v="7" actId="478"/>
          <ac:grpSpMkLst>
            <pc:docMk/>
            <pc:sldMk cId="877225553" sldId="7376"/>
            <ac:grpSpMk id="108" creationId="{4DA88141-C615-E52A-6E0F-578265EABC52}"/>
          </ac:grpSpMkLst>
        </pc:grpChg>
        <pc:picChg chg="del">
          <ac:chgData name="Saad Akbar" userId="34e1e98c-f1fc-408f-bc28-2fe92e69de3b" providerId="ADAL" clId="{75884209-DD0B-4102-86B8-2300BD0184C2}" dt="2025-09-09T06:53:45.441" v="7" actId="478"/>
          <ac:picMkLst>
            <pc:docMk/>
            <pc:sldMk cId="877225553" sldId="7376"/>
            <ac:picMk id="137" creationId="{D14B76E1-0BA9-A004-3861-5916E19B24B0}"/>
          </ac:picMkLst>
        </pc:picChg>
        <pc:cxnChg chg="del">
          <ac:chgData name="Saad Akbar" userId="34e1e98c-f1fc-408f-bc28-2fe92e69de3b" providerId="ADAL" clId="{75884209-DD0B-4102-86B8-2300BD0184C2}" dt="2025-09-09T06:53:45.441" v="7" actId="478"/>
          <ac:cxnSpMkLst>
            <pc:docMk/>
            <pc:sldMk cId="877225553" sldId="7376"/>
            <ac:cxnSpMk id="16" creationId="{D55CCCA4-F19F-4548-B441-24AAD00F2163}"/>
          </ac:cxnSpMkLst>
        </pc:cxnChg>
        <pc:cxnChg chg="del mod">
          <ac:chgData name="Saad Akbar" userId="34e1e98c-f1fc-408f-bc28-2fe92e69de3b" providerId="ADAL" clId="{75884209-DD0B-4102-86B8-2300BD0184C2}" dt="2025-09-09T06:53:45.441" v="7" actId="478"/>
          <ac:cxnSpMkLst>
            <pc:docMk/>
            <pc:sldMk cId="877225553" sldId="7376"/>
            <ac:cxnSpMk id="27" creationId="{00000000-0000-0000-0000-000000000000}"/>
          </ac:cxnSpMkLst>
        </pc:cxnChg>
        <pc:cxnChg chg="del">
          <ac:chgData name="Saad Akbar" userId="34e1e98c-f1fc-408f-bc28-2fe92e69de3b" providerId="ADAL" clId="{75884209-DD0B-4102-86B8-2300BD0184C2}" dt="2025-09-09T06:53:45.441" v="7" actId="478"/>
          <ac:cxnSpMkLst>
            <pc:docMk/>
            <pc:sldMk cId="877225553" sldId="7376"/>
            <ac:cxnSpMk id="36" creationId="{A9665100-9E84-0EDC-EA8E-D6C03061FB58}"/>
          </ac:cxnSpMkLst>
        </pc:cxnChg>
        <pc:cxnChg chg="del">
          <ac:chgData name="Saad Akbar" userId="34e1e98c-f1fc-408f-bc28-2fe92e69de3b" providerId="ADAL" clId="{75884209-DD0B-4102-86B8-2300BD0184C2}" dt="2025-09-09T06:53:45.441" v="7" actId="478"/>
          <ac:cxnSpMkLst>
            <pc:docMk/>
            <pc:sldMk cId="877225553" sldId="7376"/>
            <ac:cxnSpMk id="46" creationId="{A36187C7-5C68-29E9-8297-E92B6077139D}"/>
          </ac:cxnSpMkLst>
        </pc:cxnChg>
        <pc:cxnChg chg="del">
          <ac:chgData name="Saad Akbar" userId="34e1e98c-f1fc-408f-bc28-2fe92e69de3b" providerId="ADAL" clId="{75884209-DD0B-4102-86B8-2300BD0184C2}" dt="2025-09-09T06:53:45.441" v="7" actId="478"/>
          <ac:cxnSpMkLst>
            <pc:docMk/>
            <pc:sldMk cId="877225553" sldId="7376"/>
            <ac:cxnSpMk id="74" creationId="{64481F80-B8CC-64AC-DDA0-A745BB49FE71}"/>
          </ac:cxnSpMkLst>
        </pc:cxnChg>
        <pc:cxnChg chg="del">
          <ac:chgData name="Saad Akbar" userId="34e1e98c-f1fc-408f-bc28-2fe92e69de3b" providerId="ADAL" clId="{75884209-DD0B-4102-86B8-2300BD0184C2}" dt="2025-09-09T06:53:45.441" v="7" actId="478"/>
          <ac:cxnSpMkLst>
            <pc:docMk/>
            <pc:sldMk cId="877225553" sldId="7376"/>
            <ac:cxnSpMk id="107" creationId="{BC0CBE16-E0E0-A295-509E-E487FB06E9CA}"/>
          </ac:cxnSpMkLst>
        </pc:cxnChg>
        <pc:cxnChg chg="del">
          <ac:chgData name="Saad Akbar" userId="34e1e98c-f1fc-408f-bc28-2fe92e69de3b" providerId="ADAL" clId="{75884209-DD0B-4102-86B8-2300BD0184C2}" dt="2025-09-09T06:53:45.441" v="7" actId="478"/>
          <ac:cxnSpMkLst>
            <pc:docMk/>
            <pc:sldMk cId="877225553" sldId="7376"/>
            <ac:cxnSpMk id="128" creationId="{4085EE46-F0C6-889F-6D60-776435563AB4}"/>
          </ac:cxnSpMkLst>
        </pc:cxnChg>
        <pc:cxnChg chg="del">
          <ac:chgData name="Saad Akbar" userId="34e1e98c-f1fc-408f-bc28-2fe92e69de3b" providerId="ADAL" clId="{75884209-DD0B-4102-86B8-2300BD0184C2}" dt="2025-09-09T06:53:45.441" v="7" actId="478"/>
          <ac:cxnSpMkLst>
            <pc:docMk/>
            <pc:sldMk cId="877225553" sldId="7376"/>
            <ac:cxnSpMk id="130" creationId="{B60B1FCE-FCF2-F4BA-1F6C-55C7E3B81217}"/>
          </ac:cxnSpMkLst>
        </pc:cxnChg>
      </pc:sldChg>
      <pc:sldChg chg="modSp add mod">
        <pc:chgData name="Saad Akbar" userId="34e1e98c-f1fc-408f-bc28-2fe92e69de3b" providerId="ADAL" clId="{75884209-DD0B-4102-86B8-2300BD0184C2}" dt="2025-09-09T07:02:39.661" v="228" actId="20577"/>
        <pc:sldMkLst>
          <pc:docMk/>
          <pc:sldMk cId="1517590626" sldId="7377"/>
        </pc:sldMkLst>
        <pc:spChg chg="mod">
          <ac:chgData name="Saad Akbar" userId="34e1e98c-f1fc-408f-bc28-2fe92e69de3b" providerId="ADAL" clId="{75884209-DD0B-4102-86B8-2300BD0184C2}" dt="2025-09-09T07:01:42.046" v="200" actId="20577"/>
          <ac:spMkLst>
            <pc:docMk/>
            <pc:sldMk cId="1517590626" sldId="7377"/>
            <ac:spMk id="6" creationId="{00000000-0000-0000-0000-000000000000}"/>
          </ac:spMkLst>
        </pc:spChg>
        <pc:spChg chg="mod">
          <ac:chgData name="Saad Akbar" userId="34e1e98c-f1fc-408f-bc28-2fe92e69de3b" providerId="ADAL" clId="{75884209-DD0B-4102-86B8-2300BD0184C2}" dt="2025-09-09T07:02:39.661" v="228" actId="20577"/>
          <ac:spMkLst>
            <pc:docMk/>
            <pc:sldMk cId="1517590626" sldId="7377"/>
            <ac:spMk id="18" creationId="{2B442303-8942-102A-ECCA-8DD0CEBCCCC0}"/>
          </ac:spMkLst>
        </pc:spChg>
      </pc:sldChg>
    </pc:docChg>
  </pc:docChgLst>
  <pc:docChgLst>
    <pc:chgData name="Saad Akbar" userId="34e1e98c-f1fc-408f-bc28-2fe92e69de3b" providerId="ADAL" clId="{F8A41CCE-8DDC-4D2E-8606-D74C3607F1EB}"/>
    <pc:docChg chg="undo custSel addSld delSld modSld delSection modSection">
      <pc:chgData name="Saad Akbar" userId="34e1e98c-f1fc-408f-bc28-2fe92e69de3b" providerId="ADAL" clId="{F8A41CCE-8DDC-4D2E-8606-D74C3607F1EB}" dt="2025-07-31T13:26:59.292" v="1038" actId="1076"/>
      <pc:docMkLst>
        <pc:docMk/>
      </pc:docMkLst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2571841241" sldId="256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190142686" sldId="259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915160267" sldId="260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799429726" sldId="261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90963708" sldId="262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319585498" sldId="263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498831747" sldId="264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64637906" sldId="265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897231320" sldId="266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551740512" sldId="268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739251112" sldId="269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417267195" sldId="270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2613960946" sldId="271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447770535" sldId="273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84179504" sldId="274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863592203" sldId="280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522958448" sldId="294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2384815257" sldId="295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2925802995" sldId="296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451611438" sldId="297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104894391" sldId="298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190599177" sldId="299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65504564" sldId="300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814708087" sldId="302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258074334" sldId="303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706122049" sldId="307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689237611" sldId="308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513215315" sldId="309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677985088" sldId="310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491693871" sldId="2535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29494672" sldId="2560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2322170482" sldId="7331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150602048" sldId="7332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2408643055" sldId="7333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4269328675" sldId="7334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154048212" sldId="7335"/>
        </pc:sldMkLst>
      </pc:sldChg>
      <pc:sldChg chg="addSp delSp modSp del mod">
        <pc:chgData name="Saad Akbar" userId="34e1e98c-f1fc-408f-bc28-2fe92e69de3b" providerId="ADAL" clId="{F8A41CCE-8DDC-4D2E-8606-D74C3607F1EB}" dt="2025-07-31T08:42:09.550" v="1000" actId="47"/>
        <pc:sldMkLst>
          <pc:docMk/>
          <pc:sldMk cId="1901799105" sldId="7336"/>
        </pc:sldMkLst>
        <pc:spChg chg="add del mod">
          <ac:chgData name="Saad Akbar" userId="34e1e98c-f1fc-408f-bc28-2fe92e69de3b" providerId="ADAL" clId="{F8A41CCE-8DDC-4D2E-8606-D74C3607F1EB}" dt="2025-07-31T08:24:17.490" v="243"/>
          <ac:spMkLst>
            <pc:docMk/>
            <pc:sldMk cId="1901799105" sldId="7336"/>
            <ac:spMk id="2" creationId="{F0CF35F3-50EC-F5DF-925B-0250892A7FEF}"/>
          </ac:spMkLst>
        </pc:spChg>
        <pc:spChg chg="del">
          <ac:chgData name="Saad Akbar" userId="34e1e98c-f1fc-408f-bc28-2fe92e69de3b" providerId="ADAL" clId="{F8A41CCE-8DDC-4D2E-8606-D74C3607F1EB}" dt="2025-07-31T08:39:51.404" v="967" actId="478"/>
          <ac:spMkLst>
            <pc:docMk/>
            <pc:sldMk cId="1901799105" sldId="7336"/>
            <ac:spMk id="3" creationId="{C01BAEB0-1FBA-47E4-8B94-4F086B9E7140}"/>
          </ac:spMkLst>
        </pc:spChg>
        <pc:spChg chg="add del mod">
          <ac:chgData name="Saad Akbar" userId="34e1e98c-f1fc-408f-bc28-2fe92e69de3b" providerId="ADAL" clId="{F8A41CCE-8DDC-4D2E-8606-D74C3607F1EB}" dt="2025-07-31T08:24:17.490" v="243"/>
          <ac:spMkLst>
            <pc:docMk/>
            <pc:sldMk cId="1901799105" sldId="7336"/>
            <ac:spMk id="4" creationId="{B3D5094B-4A35-32C3-D3D8-D972EAFCC349}"/>
          </ac:spMkLst>
        </pc:spChg>
        <pc:spChg chg="add del mod">
          <ac:chgData name="Saad Akbar" userId="34e1e98c-f1fc-408f-bc28-2fe92e69de3b" providerId="ADAL" clId="{F8A41CCE-8DDC-4D2E-8606-D74C3607F1EB}" dt="2025-07-31T08:41:41.180" v="996" actId="21"/>
          <ac:spMkLst>
            <pc:docMk/>
            <pc:sldMk cId="1901799105" sldId="7336"/>
            <ac:spMk id="5" creationId="{A6920F55-DF86-D9A5-46B0-C66E85548164}"/>
          </ac:spMkLst>
        </pc:spChg>
        <pc:spChg chg="add del mod">
          <ac:chgData name="Saad Akbar" userId="34e1e98c-f1fc-408f-bc28-2fe92e69de3b" providerId="ADAL" clId="{F8A41CCE-8DDC-4D2E-8606-D74C3607F1EB}" dt="2025-07-31T08:41:41.180" v="996" actId="21"/>
          <ac:spMkLst>
            <pc:docMk/>
            <pc:sldMk cId="1901799105" sldId="7336"/>
            <ac:spMk id="6" creationId="{A1ECBCC3-E7C7-2836-D764-1FE9150C7CEA}"/>
          </ac:spMkLst>
        </pc:spChg>
        <pc:spChg chg="add del mod">
          <ac:chgData name="Saad Akbar" userId="34e1e98c-f1fc-408f-bc28-2fe92e69de3b" providerId="ADAL" clId="{F8A41CCE-8DDC-4D2E-8606-D74C3607F1EB}" dt="2025-07-31T08:41:41.180" v="996" actId="21"/>
          <ac:spMkLst>
            <pc:docMk/>
            <pc:sldMk cId="1901799105" sldId="7336"/>
            <ac:spMk id="7" creationId="{60BA36DB-CACA-6C19-FAEF-4BF222270566}"/>
          </ac:spMkLst>
        </pc:spChg>
        <pc:spChg chg="add mod">
          <ac:chgData name="Saad Akbar" userId="34e1e98c-f1fc-408f-bc28-2fe92e69de3b" providerId="ADAL" clId="{F8A41CCE-8DDC-4D2E-8606-D74C3607F1EB}" dt="2025-07-31T08:39:51.404" v="967" actId="478"/>
          <ac:spMkLst>
            <pc:docMk/>
            <pc:sldMk cId="1901799105" sldId="7336"/>
            <ac:spMk id="10" creationId="{AA7D3B0E-5231-ED64-D31B-C95F3C23381A}"/>
          </ac:spMkLst>
        </pc:spChg>
        <pc:spChg chg="add del mod">
          <ac:chgData name="Saad Akbar" userId="34e1e98c-f1fc-408f-bc28-2fe92e69de3b" providerId="ADAL" clId="{F8A41CCE-8DDC-4D2E-8606-D74C3607F1EB}" dt="2025-07-31T08:41:40.585" v="995"/>
          <ac:spMkLst>
            <pc:docMk/>
            <pc:sldMk cId="1901799105" sldId="7336"/>
            <ac:spMk id="11" creationId="{F4D4045E-E115-7F74-D301-D7833AE04E42}"/>
          </ac:spMkLst>
        </pc:spChg>
        <pc:spChg chg="add del mod">
          <ac:chgData name="Saad Akbar" userId="34e1e98c-f1fc-408f-bc28-2fe92e69de3b" providerId="ADAL" clId="{F8A41CCE-8DDC-4D2E-8606-D74C3607F1EB}" dt="2025-07-31T08:41:40.585" v="995"/>
          <ac:spMkLst>
            <pc:docMk/>
            <pc:sldMk cId="1901799105" sldId="7336"/>
            <ac:spMk id="12" creationId="{1B4930B5-FE02-3024-E7E9-096D470915F8}"/>
          </ac:spMkLst>
        </pc:spChg>
        <pc:spChg chg="add del mod">
          <ac:chgData name="Saad Akbar" userId="34e1e98c-f1fc-408f-bc28-2fe92e69de3b" providerId="ADAL" clId="{F8A41CCE-8DDC-4D2E-8606-D74C3607F1EB}" dt="2025-07-31T08:41:40.585" v="995"/>
          <ac:spMkLst>
            <pc:docMk/>
            <pc:sldMk cId="1901799105" sldId="7336"/>
            <ac:spMk id="13" creationId="{B8F9DE98-032E-E3F6-F44E-E127025D21A1}"/>
          </ac:spMkLst>
        </pc:spChg>
        <pc:spChg chg="del">
          <ac:chgData name="Saad Akbar" userId="34e1e98c-f1fc-408f-bc28-2fe92e69de3b" providerId="ADAL" clId="{F8A41CCE-8DDC-4D2E-8606-D74C3607F1EB}" dt="2025-07-31T08:39:51.404" v="967" actId="478"/>
          <ac:spMkLst>
            <pc:docMk/>
            <pc:sldMk cId="1901799105" sldId="7336"/>
            <ac:spMk id="28" creationId="{6F6F2567-35ED-F243-9696-95890DC255AA}"/>
          </ac:spMkLst>
        </pc:spChg>
        <pc:spChg chg="del">
          <ac:chgData name="Saad Akbar" userId="34e1e98c-f1fc-408f-bc28-2fe92e69de3b" providerId="ADAL" clId="{F8A41CCE-8DDC-4D2E-8606-D74C3607F1EB}" dt="2025-07-31T08:39:51.404" v="967" actId="478"/>
          <ac:spMkLst>
            <pc:docMk/>
            <pc:sldMk cId="1901799105" sldId="7336"/>
            <ac:spMk id="80" creationId="{9069E63F-674F-3A45-84E7-B01B411721CF}"/>
          </ac:spMkLst>
        </pc:spChg>
        <pc:spChg chg="mod">
          <ac:chgData name="Saad Akbar" userId="34e1e98c-f1fc-408f-bc28-2fe92e69de3b" providerId="ADAL" clId="{F8A41CCE-8DDC-4D2E-8606-D74C3607F1EB}" dt="2025-07-31T08:41:39.856" v="992" actId="1076"/>
          <ac:spMkLst>
            <pc:docMk/>
            <pc:sldMk cId="1901799105" sldId="7336"/>
            <ac:spMk id="669" creationId="{D44738DE-997C-F80A-81DA-B9554624CA36}"/>
          </ac:spMkLst>
        </pc:spChg>
        <pc:spChg chg="del">
          <ac:chgData name="Saad Akbar" userId="34e1e98c-f1fc-408f-bc28-2fe92e69de3b" providerId="ADAL" clId="{F8A41CCE-8DDC-4D2E-8606-D74C3607F1EB}" dt="2025-07-31T08:40:11.151" v="972" actId="21"/>
          <ac:spMkLst>
            <pc:docMk/>
            <pc:sldMk cId="1901799105" sldId="7336"/>
            <ac:spMk id="864" creationId="{0D52CFAD-7C16-A2DA-2D43-B5D9F72CB3E1}"/>
          </ac:spMkLst>
        </pc:spChg>
        <pc:spChg chg="add del">
          <ac:chgData name="Saad Akbar" userId="34e1e98c-f1fc-408f-bc28-2fe92e69de3b" providerId="ADAL" clId="{F8A41CCE-8DDC-4D2E-8606-D74C3607F1EB}" dt="2025-07-31T08:24:47.598" v="246" actId="21"/>
          <ac:spMkLst>
            <pc:docMk/>
            <pc:sldMk cId="1901799105" sldId="7336"/>
            <ac:spMk id="865" creationId="{E750A63A-12DD-693F-A7DA-45B9C199EFAA}"/>
          </ac:spMkLst>
        </pc:spChg>
        <pc:spChg chg="mod">
          <ac:chgData name="Saad Akbar" userId="34e1e98c-f1fc-408f-bc28-2fe92e69de3b" providerId="ADAL" clId="{F8A41CCE-8DDC-4D2E-8606-D74C3607F1EB}" dt="2025-07-31T08:41:38.865" v="990" actId="1076"/>
          <ac:spMkLst>
            <pc:docMk/>
            <pc:sldMk cId="1901799105" sldId="7336"/>
            <ac:spMk id="866" creationId="{0EC6176B-9C3A-18E3-D3C6-6D3DD87EF9A8}"/>
          </ac:spMkLst>
        </pc:spChg>
        <pc:spChg chg="mod">
          <ac:chgData name="Saad Akbar" userId="34e1e98c-f1fc-408f-bc28-2fe92e69de3b" providerId="ADAL" clId="{F8A41CCE-8DDC-4D2E-8606-D74C3607F1EB}" dt="2025-07-31T08:41:40.199" v="993" actId="1076"/>
          <ac:spMkLst>
            <pc:docMk/>
            <pc:sldMk cId="1901799105" sldId="7336"/>
            <ac:spMk id="867" creationId="{1F413BBC-FEFC-2499-EF55-E95642CE57C4}"/>
          </ac:spMkLst>
        </pc:spChg>
        <pc:spChg chg="add del">
          <ac:chgData name="Saad Akbar" userId="34e1e98c-f1fc-408f-bc28-2fe92e69de3b" providerId="ADAL" clId="{F8A41CCE-8DDC-4D2E-8606-D74C3607F1EB}" dt="2025-07-31T08:24:47.598" v="246" actId="21"/>
          <ac:spMkLst>
            <pc:docMk/>
            <pc:sldMk cId="1901799105" sldId="7336"/>
            <ac:spMk id="869" creationId="{1846E81D-80DA-8093-B8FA-1D227CAE053C}"/>
          </ac:spMkLst>
        </pc:spChg>
        <pc:spChg chg="mod">
          <ac:chgData name="Saad Akbar" userId="34e1e98c-f1fc-408f-bc28-2fe92e69de3b" providerId="ADAL" clId="{F8A41CCE-8DDC-4D2E-8606-D74C3607F1EB}" dt="2025-07-31T08:41:39.494" v="991" actId="1076"/>
          <ac:spMkLst>
            <pc:docMk/>
            <pc:sldMk cId="1901799105" sldId="7336"/>
            <ac:spMk id="871" creationId="{8EB2B8A1-092F-10B5-B55F-AFBCA892F691}"/>
          </ac:spMkLst>
        </pc:spChg>
        <pc:spChg chg="add del">
          <ac:chgData name="Saad Akbar" userId="34e1e98c-f1fc-408f-bc28-2fe92e69de3b" providerId="ADAL" clId="{F8A41CCE-8DDC-4D2E-8606-D74C3607F1EB}" dt="2025-07-31T08:24:47.598" v="246" actId="21"/>
          <ac:spMkLst>
            <pc:docMk/>
            <pc:sldMk cId="1901799105" sldId="7336"/>
            <ac:spMk id="872" creationId="{6D613684-36F8-4319-DA99-80E086D42608}"/>
          </ac:spMkLst>
        </pc:spChg>
        <pc:grpChg chg="add del">
          <ac:chgData name="Saad Akbar" userId="34e1e98c-f1fc-408f-bc28-2fe92e69de3b" providerId="ADAL" clId="{F8A41CCE-8DDC-4D2E-8606-D74C3607F1EB}" dt="2025-07-31T08:40:06.930" v="971" actId="478"/>
          <ac:grpSpMkLst>
            <pc:docMk/>
            <pc:sldMk cId="1901799105" sldId="7336"/>
            <ac:grpSpMk id="8" creationId="{B1472099-ABBE-55DB-DC6F-5AAAC2B9067A}"/>
          </ac:grpSpMkLst>
        </pc:grpChg>
        <pc:grpChg chg="add del">
          <ac:chgData name="Saad Akbar" userId="34e1e98c-f1fc-408f-bc28-2fe92e69de3b" providerId="ADAL" clId="{F8A41CCE-8DDC-4D2E-8606-D74C3607F1EB}" dt="2025-07-31T08:24:47.598" v="246" actId="21"/>
          <ac:grpSpMkLst>
            <pc:docMk/>
            <pc:sldMk cId="1901799105" sldId="7336"/>
            <ac:grpSpMk id="666" creationId="{6F10DAE0-23FE-CBE5-4892-D91EFBED3F42}"/>
          </ac:grpSpMkLst>
        </pc:grpChg>
        <pc:grpChg chg="del">
          <ac:chgData name="Saad Akbar" userId="34e1e98c-f1fc-408f-bc28-2fe92e69de3b" providerId="ADAL" clId="{F8A41CCE-8DDC-4D2E-8606-D74C3607F1EB}" dt="2025-07-31T08:39:51.404" v="967" actId="478"/>
          <ac:grpSpMkLst>
            <pc:docMk/>
            <pc:sldMk cId="1901799105" sldId="7336"/>
            <ac:grpSpMk id="973" creationId="{E0CB719F-334B-7DBB-8F89-AA62B3D5D252}"/>
          </ac:grpSpMkLst>
        </pc:grpChg>
        <pc:grpChg chg="del">
          <ac:chgData name="Saad Akbar" userId="34e1e98c-f1fc-408f-bc28-2fe92e69de3b" providerId="ADAL" clId="{F8A41CCE-8DDC-4D2E-8606-D74C3607F1EB}" dt="2025-07-31T08:39:51.404" v="967" actId="478"/>
          <ac:grpSpMkLst>
            <pc:docMk/>
            <pc:sldMk cId="1901799105" sldId="7336"/>
            <ac:grpSpMk id="986" creationId="{BACF8A44-F5DB-1093-9FD4-30DD4C537639}"/>
          </ac:grpSpMkLst>
        </pc:grpChg>
        <pc:grpChg chg="del">
          <ac:chgData name="Saad Akbar" userId="34e1e98c-f1fc-408f-bc28-2fe92e69de3b" providerId="ADAL" clId="{F8A41CCE-8DDC-4D2E-8606-D74C3607F1EB}" dt="2025-07-31T08:39:51.404" v="967" actId="478"/>
          <ac:grpSpMkLst>
            <pc:docMk/>
            <pc:sldMk cId="1901799105" sldId="7336"/>
            <ac:grpSpMk id="998" creationId="{B2A05D82-7C8B-E9EE-B858-BA983738D942}"/>
          </ac:grpSpMkLst>
        </pc:grpChg>
        <pc:grpChg chg="del">
          <ac:chgData name="Saad Akbar" userId="34e1e98c-f1fc-408f-bc28-2fe92e69de3b" providerId="ADAL" clId="{F8A41CCE-8DDC-4D2E-8606-D74C3607F1EB}" dt="2025-07-31T08:39:51.404" v="967" actId="478"/>
          <ac:grpSpMkLst>
            <pc:docMk/>
            <pc:sldMk cId="1901799105" sldId="7336"/>
            <ac:grpSpMk id="1008" creationId="{10D870E3-4D93-BDEC-3D8D-160D9897C366}"/>
          </ac:grpSpMkLst>
        </pc:grpChg>
        <pc:grpChg chg="del">
          <ac:chgData name="Saad Akbar" userId="34e1e98c-f1fc-408f-bc28-2fe92e69de3b" providerId="ADAL" clId="{F8A41CCE-8DDC-4D2E-8606-D74C3607F1EB}" dt="2025-07-31T08:39:51.404" v="967" actId="478"/>
          <ac:grpSpMkLst>
            <pc:docMk/>
            <pc:sldMk cId="1901799105" sldId="7336"/>
            <ac:grpSpMk id="1035" creationId="{8CF6639C-878D-951C-E968-99FFD24AA87E}"/>
          </ac:grpSpMkLst>
        </pc:grpChg>
        <pc:grpChg chg="del">
          <ac:chgData name="Saad Akbar" userId="34e1e98c-f1fc-408f-bc28-2fe92e69de3b" providerId="ADAL" clId="{F8A41CCE-8DDC-4D2E-8606-D74C3607F1EB}" dt="2025-07-31T08:39:51.404" v="967" actId="478"/>
          <ac:grpSpMkLst>
            <pc:docMk/>
            <pc:sldMk cId="1901799105" sldId="7336"/>
            <ac:grpSpMk id="1048" creationId="{03C62FEA-CE4B-7336-E142-0D48CB0B86F5}"/>
          </ac:grpSpMkLst>
        </pc:grpChg>
        <pc:grpChg chg="del">
          <ac:chgData name="Saad Akbar" userId="34e1e98c-f1fc-408f-bc28-2fe92e69de3b" providerId="ADAL" clId="{F8A41CCE-8DDC-4D2E-8606-D74C3607F1EB}" dt="2025-07-31T08:39:51.404" v="967" actId="478"/>
          <ac:grpSpMkLst>
            <pc:docMk/>
            <pc:sldMk cId="1901799105" sldId="7336"/>
            <ac:grpSpMk id="1056" creationId="{5951A64A-AB2F-E055-B998-36FC8C4F83D7}"/>
          </ac:grpSpMkLst>
        </pc:grpChg>
        <pc:grpChg chg="del">
          <ac:chgData name="Saad Akbar" userId="34e1e98c-f1fc-408f-bc28-2fe92e69de3b" providerId="ADAL" clId="{F8A41CCE-8DDC-4D2E-8606-D74C3607F1EB}" dt="2025-07-31T08:39:51.404" v="967" actId="478"/>
          <ac:grpSpMkLst>
            <pc:docMk/>
            <pc:sldMk cId="1901799105" sldId="7336"/>
            <ac:grpSpMk id="1065" creationId="{EB0D5EF7-C901-4F03-306B-3A400D285E02}"/>
          </ac:grpSpMkLst>
        </pc:grpChg>
        <pc:grpChg chg="del">
          <ac:chgData name="Saad Akbar" userId="34e1e98c-f1fc-408f-bc28-2fe92e69de3b" providerId="ADAL" clId="{F8A41CCE-8DDC-4D2E-8606-D74C3607F1EB}" dt="2025-07-31T08:39:51.404" v="967" actId="478"/>
          <ac:grpSpMkLst>
            <pc:docMk/>
            <pc:sldMk cId="1901799105" sldId="7336"/>
            <ac:grpSpMk id="1080" creationId="{7216905E-6244-C303-BA64-52213F7FD6E9}"/>
          </ac:grpSpMkLst>
        </pc:grpChg>
        <pc:grpChg chg="del">
          <ac:chgData name="Saad Akbar" userId="34e1e98c-f1fc-408f-bc28-2fe92e69de3b" providerId="ADAL" clId="{F8A41CCE-8DDC-4D2E-8606-D74C3607F1EB}" dt="2025-07-31T08:39:51.404" v="967" actId="478"/>
          <ac:grpSpMkLst>
            <pc:docMk/>
            <pc:sldMk cId="1901799105" sldId="7336"/>
            <ac:grpSpMk id="1099" creationId="{550C9E57-33A3-35A4-A948-93A4796DA707}"/>
          </ac:grpSpMkLst>
        </pc:grpChg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727513979" sldId="7337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2234737646" sldId="7338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293092709" sldId="7363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2879808882" sldId="7364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710187386" sldId="7365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2157769938" sldId="7366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588769937" sldId="7367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423609663" sldId="7368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3586714066" sldId="7369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909440008" sldId="7370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1641105502" sldId="7372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49123960" sldId="7373"/>
        </pc:sldMkLst>
      </pc:sldChg>
      <pc:sldChg chg="del">
        <pc:chgData name="Saad Akbar" userId="34e1e98c-f1fc-408f-bc28-2fe92e69de3b" providerId="ADAL" clId="{F8A41CCE-8DDC-4D2E-8606-D74C3607F1EB}" dt="2025-07-31T08:42:09.550" v="1000" actId="47"/>
        <pc:sldMkLst>
          <pc:docMk/>
          <pc:sldMk cId="2458674829" sldId="7374"/>
        </pc:sldMkLst>
      </pc:sldChg>
      <pc:sldChg chg="addSp delSp modSp mod">
        <pc:chgData name="Saad Akbar" userId="34e1e98c-f1fc-408f-bc28-2fe92e69de3b" providerId="ADAL" clId="{F8A41CCE-8DDC-4D2E-8606-D74C3607F1EB}" dt="2025-07-31T11:33:07.504" v="1006" actId="14100"/>
        <pc:sldMkLst>
          <pc:docMk/>
          <pc:sldMk cId="1143428586" sldId="7375"/>
        </pc:sldMkLst>
        <pc:spChg chg="mod">
          <ac:chgData name="Saad Akbar" userId="34e1e98c-f1fc-408f-bc28-2fe92e69de3b" providerId="ADAL" clId="{F8A41CCE-8DDC-4D2E-8606-D74C3607F1EB}" dt="2025-07-31T08:19:22.593" v="179" actId="20577"/>
          <ac:spMkLst>
            <pc:docMk/>
            <pc:sldMk cId="1143428586" sldId="7375"/>
            <ac:spMk id="5" creationId="{EA03388F-2BB8-C38C-EB7D-BAF7C8D9888E}"/>
          </ac:spMkLst>
        </pc:spChg>
        <pc:spChg chg="mod">
          <ac:chgData name="Saad Akbar" userId="34e1e98c-f1fc-408f-bc28-2fe92e69de3b" providerId="ADAL" clId="{F8A41CCE-8DDC-4D2E-8606-D74C3607F1EB}" dt="2025-07-31T08:39:02.391" v="966"/>
          <ac:spMkLst>
            <pc:docMk/>
            <pc:sldMk cId="1143428586" sldId="7375"/>
            <ac:spMk id="6" creationId="{00000000-0000-0000-0000-000000000000}"/>
          </ac:spMkLst>
        </pc:spChg>
        <pc:spChg chg="mod">
          <ac:chgData name="Saad Akbar" userId="34e1e98c-f1fc-408f-bc28-2fe92e69de3b" providerId="ADAL" clId="{F8A41CCE-8DDC-4D2E-8606-D74C3607F1EB}" dt="2025-07-31T08:41:27.817" v="987" actId="1076"/>
          <ac:spMkLst>
            <pc:docMk/>
            <pc:sldMk cId="1143428586" sldId="7375"/>
            <ac:spMk id="7" creationId="{5EAE678F-E9A0-47C8-BC29-C1EB27D339F4}"/>
          </ac:spMkLst>
        </pc:spChg>
        <pc:spChg chg="mod">
          <ac:chgData name="Saad Akbar" userId="34e1e98c-f1fc-408f-bc28-2fe92e69de3b" providerId="ADAL" clId="{F8A41CCE-8DDC-4D2E-8606-D74C3607F1EB}" dt="2025-07-31T08:12:26.585" v="124" actId="1076"/>
          <ac:spMkLst>
            <pc:docMk/>
            <pc:sldMk cId="1143428586" sldId="7375"/>
            <ac:spMk id="8" creationId="{9CCB644A-92B1-4009-9AB2-CAAC3BB65C3E}"/>
          </ac:spMkLst>
        </pc:spChg>
        <pc:spChg chg="mod">
          <ac:chgData name="Saad Akbar" userId="34e1e98c-f1fc-408f-bc28-2fe92e69de3b" providerId="ADAL" clId="{F8A41CCE-8DDC-4D2E-8606-D74C3607F1EB}" dt="2025-07-31T08:19:43.389" v="232" actId="20577"/>
          <ac:spMkLst>
            <pc:docMk/>
            <pc:sldMk cId="1143428586" sldId="7375"/>
            <ac:spMk id="11" creationId="{AEA52322-0875-4237-94F8-497D47AC4331}"/>
          </ac:spMkLst>
        </pc:spChg>
        <pc:spChg chg="mod">
          <ac:chgData name="Saad Akbar" userId="34e1e98c-f1fc-408f-bc28-2fe92e69de3b" providerId="ADAL" clId="{F8A41CCE-8DDC-4D2E-8606-D74C3607F1EB}" dt="2025-07-31T08:19:33.860" v="208" actId="20577"/>
          <ac:spMkLst>
            <pc:docMk/>
            <pc:sldMk cId="1143428586" sldId="7375"/>
            <ac:spMk id="13" creationId="{7DCB7728-DC06-4F42-95D0-D7DB8245873D}"/>
          </ac:spMkLst>
        </pc:spChg>
        <pc:spChg chg="del mod">
          <ac:chgData name="Saad Akbar" userId="34e1e98c-f1fc-408f-bc28-2fe92e69de3b" providerId="ADAL" clId="{F8A41CCE-8DDC-4D2E-8606-D74C3607F1EB}" dt="2025-07-31T08:09:13.158" v="62" actId="478"/>
          <ac:spMkLst>
            <pc:docMk/>
            <pc:sldMk cId="1143428586" sldId="7375"/>
            <ac:spMk id="14" creationId="{4B82C043-594A-4C7B-A26E-D8C121AC756B}"/>
          </ac:spMkLst>
        </pc:spChg>
        <pc:spChg chg="del mod">
          <ac:chgData name="Saad Akbar" userId="34e1e98c-f1fc-408f-bc28-2fe92e69de3b" providerId="ADAL" clId="{F8A41CCE-8DDC-4D2E-8606-D74C3607F1EB}" dt="2025-07-31T08:17:14.901" v="128" actId="478"/>
          <ac:spMkLst>
            <pc:docMk/>
            <pc:sldMk cId="1143428586" sldId="7375"/>
            <ac:spMk id="15" creationId="{7AD0E932-7681-4B91-AF9E-097DDFF86177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19" creationId="{18D45ADE-0352-D39B-A32C-60E2A4D26E07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20" creationId="{B0E42170-179B-675E-C604-BEA7100FC17C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21" creationId="{344305A8-0A4D-3BB1-8CD8-5DE51FBF66A8}"/>
          </ac:spMkLst>
        </pc:spChg>
        <pc:spChg chg="del mod">
          <ac:chgData name="Saad Akbar" userId="34e1e98c-f1fc-408f-bc28-2fe92e69de3b" providerId="ADAL" clId="{F8A41CCE-8DDC-4D2E-8606-D74C3607F1EB}" dt="2025-07-31T08:18:31.127" v="147" actId="478"/>
          <ac:spMkLst>
            <pc:docMk/>
            <pc:sldMk cId="1143428586" sldId="7375"/>
            <ac:spMk id="22" creationId="{535FEEDD-9E29-4601-BE3B-CE89098D9C8E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23" creationId="{4471CC92-248C-C339-6C48-C53EC43FC728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24" creationId="{93E822EC-879B-3CFE-39EE-F3FCA7349FC5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25" creationId="{52E51BB9-CCE5-4559-9A3F-10CA34559326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31" creationId="{86D1132F-ACEF-7CF7-87DD-5A2FB23ADF82}"/>
          </ac:spMkLst>
        </pc:spChg>
        <pc:spChg chg="mod">
          <ac:chgData name="Saad Akbar" userId="34e1e98c-f1fc-408f-bc28-2fe92e69de3b" providerId="ADAL" clId="{F8A41CCE-8DDC-4D2E-8606-D74C3607F1EB}" dt="2025-07-31T08:23:34.746" v="240" actId="1076"/>
          <ac:spMkLst>
            <pc:docMk/>
            <pc:sldMk cId="1143428586" sldId="7375"/>
            <ac:spMk id="33" creationId="{08CA2699-E3C2-4EE8-BDC4-B63802340585}"/>
          </ac:spMkLst>
        </pc:spChg>
        <pc:spChg chg="mod">
          <ac:chgData name="Saad Akbar" userId="34e1e98c-f1fc-408f-bc28-2fe92e69de3b" providerId="ADAL" clId="{F8A41CCE-8DDC-4D2E-8606-D74C3607F1EB}" dt="2025-07-31T08:23:47.654" v="241" actId="1076"/>
          <ac:spMkLst>
            <pc:docMk/>
            <pc:sldMk cId="1143428586" sldId="7375"/>
            <ac:spMk id="34" creationId="{08CA2699-E3C2-4EE8-BDC4-B63802340585}"/>
          </ac:spMkLst>
        </pc:spChg>
        <pc:spChg chg="mod">
          <ac:chgData name="Saad Akbar" userId="34e1e98c-f1fc-408f-bc28-2fe92e69de3b" providerId="ADAL" clId="{F8A41CCE-8DDC-4D2E-8606-D74C3607F1EB}" dt="2025-07-31T08:18:24.625" v="146" actId="1076"/>
          <ac:spMkLst>
            <pc:docMk/>
            <pc:sldMk cId="1143428586" sldId="7375"/>
            <ac:spMk id="35" creationId="{08CA2699-E3C2-4EE8-BDC4-B63802340585}"/>
          </ac:spMkLst>
        </pc:spChg>
        <pc:spChg chg="mod">
          <ac:chgData name="Saad Akbar" userId="34e1e98c-f1fc-408f-bc28-2fe92e69de3b" providerId="ADAL" clId="{F8A41CCE-8DDC-4D2E-8606-D74C3607F1EB}" dt="2025-07-31T08:09:51.974" v="96" actId="1076"/>
          <ac:spMkLst>
            <pc:docMk/>
            <pc:sldMk cId="1143428586" sldId="7375"/>
            <ac:spMk id="37" creationId="{4869B464-0F24-4366-AB65-04341E325BD3}"/>
          </ac:spMkLst>
        </pc:spChg>
        <pc:spChg chg="mod">
          <ac:chgData name="Saad Akbar" userId="34e1e98c-f1fc-408f-bc28-2fe92e69de3b" providerId="ADAL" clId="{F8A41CCE-8DDC-4D2E-8606-D74C3607F1EB}" dt="2025-07-31T08:12:30.282" v="125" actId="1076"/>
          <ac:spMkLst>
            <pc:docMk/>
            <pc:sldMk cId="1143428586" sldId="7375"/>
            <ac:spMk id="38" creationId="{2FEE2618-7DEB-4B5E-97E6-9CCF5A8F03C9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39" creationId="{D549F243-7318-9948-49D3-44569CFE0DD6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40" creationId="{6A0D3656-004D-DAD0-D3F8-CF2DFCEDAE58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41" creationId="{C5957809-6CAD-D02C-AC30-0E710C7EFE4E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42" creationId="{75EFFC5E-3B2B-BC1F-C3EA-D8F75DA5978C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43" creationId="{E65A4633-F149-8C78-3FB3-1A099356F674}"/>
          </ac:spMkLst>
        </pc:spChg>
        <pc:spChg chg="del mod">
          <ac:chgData name="Saad Akbar" userId="34e1e98c-f1fc-408f-bc28-2fe92e69de3b" providerId="ADAL" clId="{F8A41CCE-8DDC-4D2E-8606-D74C3607F1EB}" dt="2025-07-31T08:11:49.112" v="117" actId="478"/>
          <ac:spMkLst>
            <pc:docMk/>
            <pc:sldMk cId="1143428586" sldId="7375"/>
            <ac:spMk id="45" creationId="{70D99303-10B8-E6A1-1870-4F2E6F50CF9C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49" creationId="{2BEDA49C-A30D-380B-70AE-9326E1EE8D62}"/>
          </ac:spMkLst>
        </pc:spChg>
        <pc:spChg chg="mod">
          <ac:chgData name="Saad Akbar" userId="34e1e98c-f1fc-408f-bc28-2fe92e69de3b" providerId="ADAL" clId="{F8A41CCE-8DDC-4D2E-8606-D74C3607F1EB}" dt="2025-07-31T08:18:49.908" v="155" actId="20577"/>
          <ac:spMkLst>
            <pc:docMk/>
            <pc:sldMk cId="1143428586" sldId="7375"/>
            <ac:spMk id="50" creationId="{E2E2A7B7-E3CC-618C-1600-BC000447D4B5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51" creationId="{4B5F2B80-0996-ADBA-D8F4-320E81CC6798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53" creationId="{70B0F915-D643-F47C-B784-A299459ABFFD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54" creationId="{574EB72E-C500-492D-2F51-59DB81A5F989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55" creationId="{77BA9B97-B4F5-2888-6617-EF1C8D11E526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56" creationId="{6A032E12-6F1E-DE44-30DD-1433C029F354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57" creationId="{0B79A231-E0C0-6CFD-1FDA-E312CBA00210}"/>
          </ac:spMkLst>
        </pc:spChg>
        <pc:spChg chg="mod">
          <ac:chgData name="Saad Akbar" userId="34e1e98c-f1fc-408f-bc28-2fe92e69de3b" providerId="ADAL" clId="{F8A41CCE-8DDC-4D2E-8606-D74C3607F1EB}" dt="2025-07-31T08:08:34.885" v="48"/>
          <ac:spMkLst>
            <pc:docMk/>
            <pc:sldMk cId="1143428586" sldId="7375"/>
            <ac:spMk id="58" creationId="{C678F7A8-4936-4945-9312-3347E8961213}"/>
          </ac:spMkLst>
        </pc:spChg>
        <pc:spChg chg="del mod">
          <ac:chgData name="Saad Akbar" userId="34e1e98c-f1fc-408f-bc28-2fe92e69de3b" providerId="ADAL" clId="{F8A41CCE-8DDC-4D2E-8606-D74C3607F1EB}" dt="2025-07-31T08:08:58.086" v="58" actId="478"/>
          <ac:spMkLst>
            <pc:docMk/>
            <pc:sldMk cId="1143428586" sldId="7375"/>
            <ac:spMk id="65" creationId="{8B106B41-B15A-F450-B659-F6480A87AB10}"/>
          </ac:spMkLst>
        </pc:spChg>
        <pc:spChg chg="del mod">
          <ac:chgData name="Saad Akbar" userId="34e1e98c-f1fc-408f-bc28-2fe92e69de3b" providerId="ADAL" clId="{F8A41CCE-8DDC-4D2E-8606-D74C3607F1EB}" dt="2025-07-31T08:09:15.445" v="64" actId="478"/>
          <ac:spMkLst>
            <pc:docMk/>
            <pc:sldMk cId="1143428586" sldId="7375"/>
            <ac:spMk id="66" creationId="{274BD167-489D-3325-64ED-19648A970471}"/>
          </ac:spMkLst>
        </pc:spChg>
        <pc:spChg chg="mod">
          <ac:chgData name="Saad Akbar" userId="34e1e98c-f1fc-408f-bc28-2fe92e69de3b" providerId="ADAL" clId="{F8A41CCE-8DDC-4D2E-8606-D74C3607F1EB}" dt="2025-07-31T08:11:28.038" v="113"/>
          <ac:spMkLst>
            <pc:docMk/>
            <pc:sldMk cId="1143428586" sldId="7375"/>
            <ac:spMk id="76" creationId="{40B3D347-60B5-C374-E7F6-C4A30F0C02B3}"/>
          </ac:spMkLst>
        </pc:spChg>
        <pc:spChg chg="mod">
          <ac:chgData name="Saad Akbar" userId="34e1e98c-f1fc-408f-bc28-2fe92e69de3b" providerId="ADAL" clId="{F8A41CCE-8DDC-4D2E-8606-D74C3607F1EB}" dt="2025-07-31T08:11:28.038" v="113"/>
          <ac:spMkLst>
            <pc:docMk/>
            <pc:sldMk cId="1143428586" sldId="7375"/>
            <ac:spMk id="78" creationId="{A74FCEE0-2173-D9BC-7D70-BD2221FAA9A7}"/>
          </ac:spMkLst>
        </pc:spChg>
        <pc:spChg chg="mod">
          <ac:chgData name="Saad Akbar" userId="34e1e98c-f1fc-408f-bc28-2fe92e69de3b" providerId="ADAL" clId="{F8A41CCE-8DDC-4D2E-8606-D74C3607F1EB}" dt="2025-07-31T08:11:28.038" v="113"/>
          <ac:spMkLst>
            <pc:docMk/>
            <pc:sldMk cId="1143428586" sldId="7375"/>
            <ac:spMk id="79" creationId="{A79E0996-FB7A-00E3-2539-7A595EAD5FC8}"/>
          </ac:spMkLst>
        </pc:spChg>
        <pc:spChg chg="mod">
          <ac:chgData name="Saad Akbar" userId="34e1e98c-f1fc-408f-bc28-2fe92e69de3b" providerId="ADAL" clId="{F8A41CCE-8DDC-4D2E-8606-D74C3607F1EB}" dt="2025-07-31T08:11:28.038" v="113"/>
          <ac:spMkLst>
            <pc:docMk/>
            <pc:sldMk cId="1143428586" sldId="7375"/>
            <ac:spMk id="81" creationId="{BD01481B-91FF-F356-9565-F0DA74ADAD3A}"/>
          </ac:spMkLst>
        </pc:spChg>
        <pc:spChg chg="mod">
          <ac:chgData name="Saad Akbar" userId="34e1e98c-f1fc-408f-bc28-2fe92e69de3b" providerId="ADAL" clId="{F8A41CCE-8DDC-4D2E-8606-D74C3607F1EB}" dt="2025-07-31T08:11:28.038" v="113"/>
          <ac:spMkLst>
            <pc:docMk/>
            <pc:sldMk cId="1143428586" sldId="7375"/>
            <ac:spMk id="82" creationId="{CA8B739C-D0F5-506E-1C13-0B0214EC9A9E}"/>
          </ac:spMkLst>
        </pc:spChg>
        <pc:spChg chg="mod">
          <ac:chgData name="Saad Akbar" userId="34e1e98c-f1fc-408f-bc28-2fe92e69de3b" providerId="ADAL" clId="{F8A41CCE-8DDC-4D2E-8606-D74C3607F1EB}" dt="2025-07-31T08:17:54.853" v="139" actId="1076"/>
          <ac:spMkLst>
            <pc:docMk/>
            <pc:sldMk cId="1143428586" sldId="7375"/>
            <ac:spMk id="83" creationId="{3FE8D1FA-2373-E1D4-A087-09B0637BB00F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88" creationId="{0083C419-C2BC-6EFE-189D-9192B24DD3FD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89" creationId="{8F45E927-F822-F623-C4F4-4B694FE4BAE1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92" creationId="{B0489931-F622-9A89-C2D2-9BC9E359B8EE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93" creationId="{2A41E15E-26FD-A3C1-E7B3-4A6ED83C4633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94" creationId="{47C7440D-F980-78CE-6AFC-CFB502939B4C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95" creationId="{1E3F5008-7E03-C9A3-C857-99855F0DFFBB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96" creationId="{5F5AC2D4-8220-7353-CEE0-18C99A8B8DD1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97" creationId="{712FC4FC-744E-C1B1-9073-4C6622C94ABB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98" creationId="{86986A62-42E0-9CCC-A58D-71E35ED4AD47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99" creationId="{363F2069-7314-06F3-93D6-CDEB47430632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100" creationId="{F3AF9861-5233-CA8E-8F33-F5FFE9D69718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101" creationId="{ADA1296B-827F-C57C-7ED6-8280DE972E54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102" creationId="{A694E5CE-ED38-F528-8978-BF72832E40C7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103" creationId="{71E00E4B-0E2A-EC8A-1316-0BD9BF71BC4D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104" creationId="{6440229B-D8C1-6FB3-7B56-F1D355FACDBD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105" creationId="{C5E5ED23-5D1E-DC87-0CC8-37673EDD4DC4}"/>
          </ac:spMkLst>
        </pc:spChg>
        <pc:spChg chg="mod">
          <ac:chgData name="Saad Akbar" userId="34e1e98c-f1fc-408f-bc28-2fe92e69de3b" providerId="ADAL" clId="{F8A41CCE-8DDC-4D2E-8606-D74C3607F1EB}" dt="2025-07-31T08:12:09.518" v="119"/>
          <ac:spMkLst>
            <pc:docMk/>
            <pc:sldMk cId="1143428586" sldId="7375"/>
            <ac:spMk id="106" creationId="{1E118CCA-C5A0-AF2F-D977-0CA02F37C51F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11" creationId="{6D2D656F-A34D-F432-FCE8-140AC9515443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12" creationId="{23E76BD0-E893-6AB7-826D-EAE5389A08DC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15" creationId="{B9479B32-436D-8A8A-44E5-BF9A0F04DC84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16" creationId="{B6355498-FB0C-5092-E678-ED099109DD0B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17" creationId="{80C068B5-1A64-1A43-E403-BD2A403781C2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18" creationId="{7736B648-E5A4-8632-78BC-6B2BDA1DD3EE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19" creationId="{26E99062-A84B-E7E4-3608-8985B8FE6334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20" creationId="{552FB0D1-FC56-9AFF-455B-422B34ACF2B3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21" creationId="{3A0F472E-6D52-C566-0A6E-0CD57985B095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22" creationId="{9C6EB36C-C7CA-E874-05AA-A227C154CA63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23" creationId="{B3A4337F-7FA3-BA36-6B4F-414017EEA1B3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24" creationId="{F206E720-E1A4-5C00-7B97-0BC7753A8872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25" creationId="{240E234C-1369-D696-4BA0-79991DA685FB}"/>
          </ac:spMkLst>
        </pc:spChg>
        <pc:spChg chg="mod">
          <ac:chgData name="Saad Akbar" userId="34e1e98c-f1fc-408f-bc28-2fe92e69de3b" providerId="ADAL" clId="{F8A41CCE-8DDC-4D2E-8606-D74C3607F1EB}" dt="2025-07-31T08:17:16.044" v="129"/>
          <ac:spMkLst>
            <pc:docMk/>
            <pc:sldMk cId="1143428586" sldId="7375"/>
            <ac:spMk id="126" creationId="{26EDBD20-F6E7-6164-F6D0-3B7A02038A39}"/>
          </ac:spMkLst>
        </pc:spChg>
        <pc:spChg chg="add del mod">
          <ac:chgData name="Saad Akbar" userId="34e1e98c-f1fc-408f-bc28-2fe92e69de3b" providerId="ADAL" clId="{F8A41CCE-8DDC-4D2E-8606-D74C3607F1EB}" dt="2025-07-31T08:41:28.200" v="988"/>
          <ac:spMkLst>
            <pc:docMk/>
            <pc:sldMk cId="1143428586" sldId="7375"/>
            <ac:spMk id="133" creationId="{66DEB05B-DD10-83D2-8058-03EE15185A9F}"/>
          </ac:spMkLst>
        </pc:spChg>
        <pc:spChg chg="add del mod">
          <ac:chgData name="Saad Akbar" userId="34e1e98c-f1fc-408f-bc28-2fe92e69de3b" providerId="ADAL" clId="{F8A41CCE-8DDC-4D2E-8606-D74C3607F1EB}" dt="2025-07-31T08:41:28.200" v="988"/>
          <ac:spMkLst>
            <pc:docMk/>
            <pc:sldMk cId="1143428586" sldId="7375"/>
            <ac:spMk id="134" creationId="{E67387D1-460B-268A-181D-03D0484B9B17}"/>
          </ac:spMkLst>
        </pc:spChg>
        <pc:spChg chg="add del mod">
          <ac:chgData name="Saad Akbar" userId="34e1e98c-f1fc-408f-bc28-2fe92e69de3b" providerId="ADAL" clId="{F8A41CCE-8DDC-4D2E-8606-D74C3607F1EB}" dt="2025-07-31T08:41:28.200" v="988"/>
          <ac:spMkLst>
            <pc:docMk/>
            <pc:sldMk cId="1143428586" sldId="7375"/>
            <ac:spMk id="135" creationId="{EA95986B-14C5-6A34-B55D-8C0D241E06C6}"/>
          </ac:spMkLst>
        </pc:spChg>
        <pc:grpChg chg="add mod">
          <ac:chgData name="Saad Akbar" userId="34e1e98c-f1fc-408f-bc28-2fe92e69de3b" providerId="ADAL" clId="{F8A41CCE-8DDC-4D2E-8606-D74C3607F1EB}" dt="2025-07-31T08:19:10.088" v="160" actId="1076"/>
          <ac:grpSpMkLst>
            <pc:docMk/>
            <pc:sldMk cId="1143428586" sldId="7375"/>
            <ac:grpSpMk id="10" creationId="{8A313D13-7D87-FFD7-8128-16AA7358EF16}"/>
          </ac:grpSpMkLst>
        </pc:grpChg>
        <pc:grpChg chg="mod">
          <ac:chgData name="Saad Akbar" userId="34e1e98c-f1fc-408f-bc28-2fe92e69de3b" providerId="ADAL" clId="{F8A41CCE-8DDC-4D2E-8606-D74C3607F1EB}" dt="2025-07-31T08:08:34.885" v="48"/>
          <ac:grpSpMkLst>
            <pc:docMk/>
            <pc:sldMk cId="1143428586" sldId="7375"/>
            <ac:grpSpMk id="17" creationId="{70EAA444-375F-BB27-0C39-D1919626F875}"/>
          </ac:grpSpMkLst>
        </pc:grpChg>
        <pc:grpChg chg="mod">
          <ac:chgData name="Saad Akbar" userId="34e1e98c-f1fc-408f-bc28-2fe92e69de3b" providerId="ADAL" clId="{F8A41CCE-8DDC-4D2E-8606-D74C3607F1EB}" dt="2025-07-31T08:08:34.885" v="48"/>
          <ac:grpSpMkLst>
            <pc:docMk/>
            <pc:sldMk cId="1143428586" sldId="7375"/>
            <ac:grpSpMk id="18" creationId="{D6F0F7B3-9DF3-BF6D-5674-DC369C91E4FA}"/>
          </ac:grpSpMkLst>
        </pc:grpChg>
        <pc:grpChg chg="add mod">
          <ac:chgData name="Saad Akbar" userId="34e1e98c-f1fc-408f-bc28-2fe92e69de3b" providerId="ADAL" clId="{F8A41CCE-8DDC-4D2E-8606-D74C3607F1EB}" dt="2025-07-31T08:18:42.776" v="152" actId="1076"/>
          <ac:grpSpMkLst>
            <pc:docMk/>
            <pc:sldMk cId="1143428586" sldId="7375"/>
            <ac:grpSpMk id="44" creationId="{0A87601F-AE6E-0158-D932-B97F77E40522}"/>
          </ac:grpSpMkLst>
        </pc:grpChg>
        <pc:grpChg chg="mod">
          <ac:chgData name="Saad Akbar" userId="34e1e98c-f1fc-408f-bc28-2fe92e69de3b" providerId="ADAL" clId="{F8A41CCE-8DDC-4D2E-8606-D74C3607F1EB}" dt="2025-07-31T08:08:34.885" v="48"/>
          <ac:grpSpMkLst>
            <pc:docMk/>
            <pc:sldMk cId="1143428586" sldId="7375"/>
            <ac:grpSpMk id="47" creationId="{376312C4-20C9-C7DA-25FF-B1D780DED2FA}"/>
          </ac:grpSpMkLst>
        </pc:grpChg>
        <pc:grpChg chg="mod">
          <ac:chgData name="Saad Akbar" userId="34e1e98c-f1fc-408f-bc28-2fe92e69de3b" providerId="ADAL" clId="{F8A41CCE-8DDC-4D2E-8606-D74C3607F1EB}" dt="2025-07-31T08:08:34.885" v="48"/>
          <ac:grpSpMkLst>
            <pc:docMk/>
            <pc:sldMk cId="1143428586" sldId="7375"/>
            <ac:grpSpMk id="48" creationId="{3A537591-58A7-3D82-990F-ECB47B86F74C}"/>
          </ac:grpSpMkLst>
        </pc:grpChg>
        <pc:grpChg chg="mod">
          <ac:chgData name="Saad Akbar" userId="34e1e98c-f1fc-408f-bc28-2fe92e69de3b" providerId="ADAL" clId="{F8A41CCE-8DDC-4D2E-8606-D74C3607F1EB}" dt="2025-07-31T08:08:34.885" v="48"/>
          <ac:grpSpMkLst>
            <pc:docMk/>
            <pc:sldMk cId="1143428586" sldId="7375"/>
            <ac:grpSpMk id="52" creationId="{E626F839-7F20-FB6F-F2F2-A56FC40E576B}"/>
          </ac:grpSpMkLst>
        </pc:grpChg>
        <pc:grpChg chg="add mod">
          <ac:chgData name="Saad Akbar" userId="34e1e98c-f1fc-408f-bc28-2fe92e69de3b" providerId="ADAL" clId="{F8A41CCE-8DDC-4D2E-8606-D74C3607F1EB}" dt="2025-07-31T08:18:04.847" v="142" actId="1076"/>
          <ac:grpSpMkLst>
            <pc:docMk/>
            <pc:sldMk cId="1143428586" sldId="7375"/>
            <ac:grpSpMk id="72" creationId="{9E7554AC-6628-8FC7-EE8B-748C2B8E1E06}"/>
          </ac:grpSpMkLst>
        </pc:grpChg>
        <pc:grpChg chg="mod">
          <ac:chgData name="Saad Akbar" userId="34e1e98c-f1fc-408f-bc28-2fe92e69de3b" providerId="ADAL" clId="{F8A41CCE-8DDC-4D2E-8606-D74C3607F1EB}" dt="2025-07-31T08:11:28.038" v="113"/>
          <ac:grpSpMkLst>
            <pc:docMk/>
            <pc:sldMk cId="1143428586" sldId="7375"/>
            <ac:grpSpMk id="73" creationId="{69789A9E-70DF-5CC5-C80D-5ACAB96B0D38}"/>
          </ac:grpSpMkLst>
        </pc:grpChg>
        <pc:grpChg chg="mod">
          <ac:chgData name="Saad Akbar" userId="34e1e98c-f1fc-408f-bc28-2fe92e69de3b" providerId="ADAL" clId="{F8A41CCE-8DDC-4D2E-8606-D74C3607F1EB}" dt="2025-07-31T08:11:28.038" v="113"/>
          <ac:grpSpMkLst>
            <pc:docMk/>
            <pc:sldMk cId="1143428586" sldId="7375"/>
            <ac:grpSpMk id="75" creationId="{051A9342-A5C0-C02C-6B1F-EA23140DF0DC}"/>
          </ac:grpSpMkLst>
        </pc:grpChg>
        <pc:grpChg chg="add mod">
          <ac:chgData name="Saad Akbar" userId="34e1e98c-f1fc-408f-bc28-2fe92e69de3b" providerId="ADAL" clId="{F8A41CCE-8DDC-4D2E-8606-D74C3607F1EB}" dt="2025-07-31T08:12:14.103" v="120" actId="1076"/>
          <ac:grpSpMkLst>
            <pc:docMk/>
            <pc:sldMk cId="1143428586" sldId="7375"/>
            <ac:grpSpMk id="85" creationId="{9DA15EBD-1DE7-C018-E7E1-ED8BA45969A0}"/>
          </ac:grpSpMkLst>
        </pc:grpChg>
        <pc:grpChg chg="mod">
          <ac:chgData name="Saad Akbar" userId="34e1e98c-f1fc-408f-bc28-2fe92e69de3b" providerId="ADAL" clId="{F8A41CCE-8DDC-4D2E-8606-D74C3607F1EB}" dt="2025-07-31T08:12:09.518" v="119"/>
          <ac:grpSpMkLst>
            <pc:docMk/>
            <pc:sldMk cId="1143428586" sldId="7375"/>
            <ac:grpSpMk id="86" creationId="{DAA8365D-B322-6987-D6D1-B4F66521C5B4}"/>
          </ac:grpSpMkLst>
        </pc:grpChg>
        <pc:grpChg chg="mod">
          <ac:chgData name="Saad Akbar" userId="34e1e98c-f1fc-408f-bc28-2fe92e69de3b" providerId="ADAL" clId="{F8A41CCE-8DDC-4D2E-8606-D74C3607F1EB}" dt="2025-07-31T08:12:09.518" v="119"/>
          <ac:grpSpMkLst>
            <pc:docMk/>
            <pc:sldMk cId="1143428586" sldId="7375"/>
            <ac:grpSpMk id="87" creationId="{AB1EE06B-D9FC-C057-C00D-F4D992A2BC66}"/>
          </ac:grpSpMkLst>
        </pc:grpChg>
        <pc:grpChg chg="mod">
          <ac:chgData name="Saad Akbar" userId="34e1e98c-f1fc-408f-bc28-2fe92e69de3b" providerId="ADAL" clId="{F8A41CCE-8DDC-4D2E-8606-D74C3607F1EB}" dt="2025-07-31T08:12:09.518" v="119"/>
          <ac:grpSpMkLst>
            <pc:docMk/>
            <pc:sldMk cId="1143428586" sldId="7375"/>
            <ac:grpSpMk id="90" creationId="{3E2246D5-73C7-3FE1-906E-FCFE13DDD1DB}"/>
          </ac:grpSpMkLst>
        </pc:grpChg>
        <pc:grpChg chg="mod">
          <ac:chgData name="Saad Akbar" userId="34e1e98c-f1fc-408f-bc28-2fe92e69de3b" providerId="ADAL" clId="{F8A41CCE-8DDC-4D2E-8606-D74C3607F1EB}" dt="2025-07-31T08:12:09.518" v="119"/>
          <ac:grpSpMkLst>
            <pc:docMk/>
            <pc:sldMk cId="1143428586" sldId="7375"/>
            <ac:grpSpMk id="91" creationId="{5190F145-0725-6BFE-0E60-FFB956E08B00}"/>
          </ac:grpSpMkLst>
        </pc:grpChg>
        <pc:grpChg chg="add mod">
          <ac:chgData name="Saad Akbar" userId="34e1e98c-f1fc-408f-bc28-2fe92e69de3b" providerId="ADAL" clId="{F8A41CCE-8DDC-4D2E-8606-D74C3607F1EB}" dt="2025-07-31T08:23:18.074" v="237" actId="1076"/>
          <ac:grpSpMkLst>
            <pc:docMk/>
            <pc:sldMk cId="1143428586" sldId="7375"/>
            <ac:grpSpMk id="108" creationId="{4DA88141-C615-E52A-6E0F-578265EABC52}"/>
          </ac:grpSpMkLst>
        </pc:grpChg>
        <pc:grpChg chg="mod">
          <ac:chgData name="Saad Akbar" userId="34e1e98c-f1fc-408f-bc28-2fe92e69de3b" providerId="ADAL" clId="{F8A41CCE-8DDC-4D2E-8606-D74C3607F1EB}" dt="2025-07-31T08:17:16.044" v="129"/>
          <ac:grpSpMkLst>
            <pc:docMk/>
            <pc:sldMk cId="1143428586" sldId="7375"/>
            <ac:grpSpMk id="109" creationId="{D255DC4A-3FEC-BA88-58B8-C2E3C8522D33}"/>
          </ac:grpSpMkLst>
        </pc:grpChg>
        <pc:grpChg chg="mod">
          <ac:chgData name="Saad Akbar" userId="34e1e98c-f1fc-408f-bc28-2fe92e69de3b" providerId="ADAL" clId="{F8A41CCE-8DDC-4D2E-8606-D74C3607F1EB}" dt="2025-07-31T08:17:16.044" v="129"/>
          <ac:grpSpMkLst>
            <pc:docMk/>
            <pc:sldMk cId="1143428586" sldId="7375"/>
            <ac:grpSpMk id="110" creationId="{22B93256-78A0-EFDA-75BB-E94025DAD1E1}"/>
          </ac:grpSpMkLst>
        </pc:grpChg>
        <pc:grpChg chg="mod">
          <ac:chgData name="Saad Akbar" userId="34e1e98c-f1fc-408f-bc28-2fe92e69de3b" providerId="ADAL" clId="{F8A41CCE-8DDC-4D2E-8606-D74C3607F1EB}" dt="2025-07-31T08:17:16.044" v="129"/>
          <ac:grpSpMkLst>
            <pc:docMk/>
            <pc:sldMk cId="1143428586" sldId="7375"/>
            <ac:grpSpMk id="113" creationId="{41C313C2-6009-80F7-4883-E2CDB55E7634}"/>
          </ac:grpSpMkLst>
        </pc:grpChg>
        <pc:grpChg chg="mod">
          <ac:chgData name="Saad Akbar" userId="34e1e98c-f1fc-408f-bc28-2fe92e69de3b" providerId="ADAL" clId="{F8A41CCE-8DDC-4D2E-8606-D74C3607F1EB}" dt="2025-07-31T08:17:16.044" v="129"/>
          <ac:grpSpMkLst>
            <pc:docMk/>
            <pc:sldMk cId="1143428586" sldId="7375"/>
            <ac:grpSpMk id="114" creationId="{9250DE26-3920-B10D-899D-E37276A7CA17}"/>
          </ac:grpSpMkLst>
        </pc:grpChg>
        <pc:picChg chg="add mod">
          <ac:chgData name="Saad Akbar" userId="34e1e98c-f1fc-408f-bc28-2fe92e69de3b" providerId="ADAL" clId="{F8A41CCE-8DDC-4D2E-8606-D74C3607F1EB}" dt="2025-07-31T08:42:01.918" v="999" actId="1076"/>
          <ac:picMkLst>
            <pc:docMk/>
            <pc:sldMk cId="1143428586" sldId="7375"/>
            <ac:picMk id="137" creationId="{D14B76E1-0BA9-A004-3861-5916E19B24B0}"/>
          </ac:picMkLst>
        </pc:picChg>
        <pc:cxnChg chg="mod">
          <ac:chgData name="Saad Akbar" userId="34e1e98c-f1fc-408f-bc28-2fe92e69de3b" providerId="ADAL" clId="{F8A41CCE-8DDC-4D2E-8606-D74C3607F1EB}" dt="2025-07-31T08:18:00.438" v="141" actId="1076"/>
          <ac:cxnSpMkLst>
            <pc:docMk/>
            <pc:sldMk cId="1143428586" sldId="7375"/>
            <ac:cxnSpMk id="16" creationId="{D55CCCA4-F19F-4548-B441-24AAD00F2163}"/>
          </ac:cxnSpMkLst>
        </pc:cxnChg>
        <pc:cxnChg chg="del mod">
          <ac:chgData name="Saad Akbar" userId="34e1e98c-f1fc-408f-bc28-2fe92e69de3b" providerId="ADAL" clId="{F8A41CCE-8DDC-4D2E-8606-D74C3607F1EB}" dt="2025-07-31T08:10:27.478" v="103" actId="478"/>
          <ac:cxnSpMkLst>
            <pc:docMk/>
            <pc:sldMk cId="1143428586" sldId="7375"/>
            <ac:cxnSpMk id="26" creationId="{00000000-0000-0000-0000-000000000000}"/>
          </ac:cxnSpMkLst>
        </pc:cxnChg>
        <pc:cxnChg chg="mod">
          <ac:chgData name="Saad Akbar" userId="34e1e98c-f1fc-408f-bc28-2fe92e69de3b" providerId="ADAL" clId="{F8A41CCE-8DDC-4D2E-8606-D74C3607F1EB}" dt="2025-07-31T08:23:07.233" v="234" actId="14100"/>
          <ac:cxnSpMkLst>
            <pc:docMk/>
            <pc:sldMk cId="1143428586" sldId="7375"/>
            <ac:cxnSpMk id="27" creationId="{00000000-0000-0000-0000-000000000000}"/>
          </ac:cxnSpMkLst>
        </pc:cxnChg>
        <pc:cxnChg chg="mod">
          <ac:chgData name="Saad Akbar" userId="34e1e98c-f1fc-408f-bc28-2fe92e69de3b" providerId="ADAL" clId="{F8A41CCE-8DDC-4D2E-8606-D74C3607F1EB}" dt="2025-07-31T08:23:13.370" v="236" actId="1076"/>
          <ac:cxnSpMkLst>
            <pc:docMk/>
            <pc:sldMk cId="1143428586" sldId="7375"/>
            <ac:cxnSpMk id="46" creationId="{A36187C7-5C68-29E9-8297-E92B6077139D}"/>
          </ac:cxnSpMkLst>
        </pc:cxnChg>
        <pc:cxnChg chg="add del mod">
          <ac:chgData name="Saad Akbar" userId="34e1e98c-f1fc-408f-bc28-2fe92e69de3b" providerId="ADAL" clId="{F8A41CCE-8DDC-4D2E-8606-D74C3607F1EB}" dt="2025-07-31T08:11:51.783" v="118" actId="478"/>
          <ac:cxnSpMkLst>
            <pc:docMk/>
            <pc:sldMk cId="1143428586" sldId="7375"/>
            <ac:cxnSpMk id="67" creationId="{D184FBBF-A435-4BF0-031C-98A42E100DDB}"/>
          </ac:cxnSpMkLst>
        </pc:cxnChg>
        <pc:cxnChg chg="del mod">
          <ac:chgData name="Saad Akbar" userId="34e1e98c-f1fc-408f-bc28-2fe92e69de3b" providerId="ADAL" clId="{F8A41CCE-8DDC-4D2E-8606-D74C3607F1EB}" dt="2025-07-31T08:10:53.980" v="109" actId="478"/>
          <ac:cxnSpMkLst>
            <pc:docMk/>
            <pc:sldMk cId="1143428586" sldId="7375"/>
            <ac:cxnSpMk id="71" creationId="{56045A21-3F79-163B-C98E-6BF159512D04}"/>
          </ac:cxnSpMkLst>
        </pc:cxnChg>
        <pc:cxnChg chg="mod">
          <ac:chgData name="Saad Akbar" userId="34e1e98c-f1fc-408f-bc28-2fe92e69de3b" providerId="ADAL" clId="{F8A41CCE-8DDC-4D2E-8606-D74C3607F1EB}" dt="2025-07-31T11:33:07.504" v="1006" actId="14100"/>
          <ac:cxnSpMkLst>
            <pc:docMk/>
            <pc:sldMk cId="1143428586" sldId="7375"/>
            <ac:cxnSpMk id="74" creationId="{64481F80-B8CC-64AC-DDA0-A745BB49FE71}"/>
          </ac:cxnSpMkLst>
        </pc:cxnChg>
        <pc:cxnChg chg="del">
          <ac:chgData name="Saad Akbar" userId="34e1e98c-f1fc-408f-bc28-2fe92e69de3b" providerId="ADAL" clId="{F8A41CCE-8DDC-4D2E-8606-D74C3607F1EB}" dt="2025-07-31T08:10:55.138" v="110" actId="478"/>
          <ac:cxnSpMkLst>
            <pc:docMk/>
            <pc:sldMk cId="1143428586" sldId="7375"/>
            <ac:cxnSpMk id="77" creationId="{51B87A50-F26F-9657-8CF0-B782F6B8B9B3}"/>
          </ac:cxnSpMkLst>
        </pc:cxnChg>
        <pc:cxnChg chg="del mod">
          <ac:chgData name="Saad Akbar" userId="34e1e98c-f1fc-408f-bc28-2fe92e69de3b" providerId="ADAL" clId="{F8A41CCE-8DDC-4D2E-8606-D74C3607F1EB}" dt="2025-07-31T08:18:56.026" v="156" actId="478"/>
          <ac:cxnSpMkLst>
            <pc:docMk/>
            <pc:sldMk cId="1143428586" sldId="7375"/>
            <ac:cxnSpMk id="80" creationId="{2430F0A6-65B7-3B0F-461B-708F383F8C77}"/>
          </ac:cxnSpMkLst>
        </pc:cxnChg>
        <pc:cxnChg chg="add mod">
          <ac:chgData name="Saad Akbar" userId="34e1e98c-f1fc-408f-bc28-2fe92e69de3b" providerId="ADAL" clId="{F8A41CCE-8DDC-4D2E-8606-D74C3607F1EB}" dt="2025-07-31T08:23:26.944" v="239" actId="1076"/>
          <ac:cxnSpMkLst>
            <pc:docMk/>
            <pc:sldMk cId="1143428586" sldId="7375"/>
            <ac:cxnSpMk id="107" creationId="{BC0CBE16-E0E0-A295-509E-E487FB06E9CA}"/>
          </ac:cxnSpMkLst>
        </pc:cxnChg>
        <pc:cxnChg chg="add mod">
          <ac:chgData name="Saad Akbar" userId="34e1e98c-f1fc-408f-bc28-2fe92e69de3b" providerId="ADAL" clId="{F8A41CCE-8DDC-4D2E-8606-D74C3607F1EB}" dt="2025-07-31T08:18:18.326" v="145" actId="1076"/>
          <ac:cxnSpMkLst>
            <pc:docMk/>
            <pc:sldMk cId="1143428586" sldId="7375"/>
            <ac:cxnSpMk id="128" creationId="{4085EE46-F0C6-889F-6D60-776435563AB4}"/>
          </ac:cxnSpMkLst>
        </pc:cxnChg>
        <pc:cxnChg chg="add mod">
          <ac:chgData name="Saad Akbar" userId="34e1e98c-f1fc-408f-bc28-2fe92e69de3b" providerId="ADAL" clId="{F8A41CCE-8DDC-4D2E-8606-D74C3607F1EB}" dt="2025-07-31T08:19:06.377" v="159" actId="14100"/>
          <ac:cxnSpMkLst>
            <pc:docMk/>
            <pc:sldMk cId="1143428586" sldId="7375"/>
            <ac:cxnSpMk id="130" creationId="{B60B1FCE-FCF2-F4BA-1F6C-55C7E3B81217}"/>
          </ac:cxnSpMkLst>
        </pc:cxnChg>
      </pc:sldChg>
      <pc:sldChg chg="modSp mod">
        <pc:chgData name="Saad Akbar" userId="34e1e98c-f1fc-408f-bc28-2fe92e69de3b" providerId="ADAL" clId="{F8A41CCE-8DDC-4D2E-8606-D74C3607F1EB}" dt="2025-07-31T13:16:23.174" v="1024" actId="20577"/>
        <pc:sldMkLst>
          <pc:docMk/>
          <pc:sldMk cId="2645471563" sldId="7376"/>
        </pc:sldMkLst>
        <pc:spChg chg="mod">
          <ac:chgData name="Saad Akbar" userId="34e1e98c-f1fc-408f-bc28-2fe92e69de3b" providerId="ADAL" clId="{F8A41CCE-8DDC-4D2E-8606-D74C3607F1EB}" dt="2025-07-31T08:38:51.843" v="963" actId="313"/>
          <ac:spMkLst>
            <pc:docMk/>
            <pc:sldMk cId="2645471563" sldId="7376"/>
            <ac:spMk id="6" creationId="{00000000-0000-0000-0000-000000000000}"/>
          </ac:spMkLst>
        </pc:spChg>
        <pc:spChg chg="mod">
          <ac:chgData name="Saad Akbar" userId="34e1e98c-f1fc-408f-bc28-2fe92e69de3b" providerId="ADAL" clId="{F8A41CCE-8DDC-4D2E-8606-D74C3607F1EB}" dt="2025-07-31T13:16:23.174" v="1024" actId="20577"/>
          <ac:spMkLst>
            <pc:docMk/>
            <pc:sldMk cId="2645471563" sldId="7376"/>
            <ac:spMk id="17" creationId="{799310AB-BED3-6797-B10C-BA4156470441}"/>
          </ac:spMkLst>
        </pc:spChg>
      </pc:sldChg>
      <pc:sldChg chg="addSp delSp modSp add mod">
        <pc:chgData name="Saad Akbar" userId="34e1e98c-f1fc-408f-bc28-2fe92e69de3b" providerId="ADAL" clId="{F8A41CCE-8DDC-4D2E-8606-D74C3607F1EB}" dt="2025-07-31T13:26:59.292" v="1038" actId="1076"/>
        <pc:sldMkLst>
          <pc:docMk/>
          <pc:sldMk cId="1181284666" sldId="7377"/>
        </pc:sldMkLst>
        <pc:spChg chg="add del mod">
          <ac:chgData name="Saad Akbar" userId="34e1e98c-f1fc-408f-bc28-2fe92e69de3b" providerId="ADAL" clId="{F8A41CCE-8DDC-4D2E-8606-D74C3607F1EB}" dt="2025-07-31T13:16:15.532" v="1022" actId="478"/>
          <ac:spMkLst>
            <pc:docMk/>
            <pc:sldMk cId="1181284666" sldId="7377"/>
            <ac:spMk id="3" creationId="{667D22DD-0051-4C39-CFD5-DABA8163611C}"/>
          </ac:spMkLst>
        </pc:spChg>
        <pc:spChg chg="del">
          <ac:chgData name="Saad Akbar" userId="34e1e98c-f1fc-408f-bc28-2fe92e69de3b" providerId="ADAL" clId="{F8A41CCE-8DDC-4D2E-8606-D74C3607F1EB}" dt="2025-07-31T13:13:47.017" v="1014" actId="478"/>
          <ac:spMkLst>
            <pc:docMk/>
            <pc:sldMk cId="1181284666" sldId="7377"/>
            <ac:spMk id="6" creationId="{00000000-0000-0000-0000-000000000000}"/>
          </ac:spMkLst>
        </pc:spChg>
        <pc:spChg chg="del mod">
          <ac:chgData name="Saad Akbar" userId="34e1e98c-f1fc-408f-bc28-2fe92e69de3b" providerId="ADAL" clId="{F8A41CCE-8DDC-4D2E-8606-D74C3607F1EB}" dt="2025-07-31T13:13:47.017" v="1014" actId="478"/>
          <ac:spMkLst>
            <pc:docMk/>
            <pc:sldMk cId="1181284666" sldId="7377"/>
            <ac:spMk id="17" creationId="{799310AB-BED3-6797-B10C-BA4156470441}"/>
          </ac:spMkLst>
        </pc:spChg>
        <pc:graphicFrameChg chg="add del mod">
          <ac:chgData name="Saad Akbar" userId="34e1e98c-f1fc-408f-bc28-2fe92e69de3b" providerId="ADAL" clId="{F8A41CCE-8DDC-4D2E-8606-D74C3607F1EB}" dt="2025-07-31T13:21:28.902" v="1025" actId="478"/>
          <ac:graphicFrameMkLst>
            <pc:docMk/>
            <pc:sldMk cId="1181284666" sldId="7377"/>
            <ac:graphicFrameMk id="4" creationId="{A80F5864-FB67-316E-4043-2DC7504BACAB}"/>
          </ac:graphicFrameMkLst>
        </pc:graphicFrameChg>
        <pc:graphicFrameChg chg="add del mod">
          <ac:chgData name="Saad Akbar" userId="34e1e98c-f1fc-408f-bc28-2fe92e69de3b" providerId="ADAL" clId="{F8A41CCE-8DDC-4D2E-8606-D74C3607F1EB}" dt="2025-07-31T13:24:55.860" v="1028" actId="478"/>
          <ac:graphicFrameMkLst>
            <pc:docMk/>
            <pc:sldMk cId="1181284666" sldId="7377"/>
            <ac:graphicFrameMk id="5" creationId="{32DA6387-FDDF-5D0E-AA82-C1951FCF0DEF}"/>
          </ac:graphicFrameMkLst>
        </pc:graphicFrameChg>
        <pc:graphicFrameChg chg="add del mod">
          <ac:chgData name="Saad Akbar" userId="34e1e98c-f1fc-408f-bc28-2fe92e69de3b" providerId="ADAL" clId="{F8A41CCE-8DDC-4D2E-8606-D74C3607F1EB}" dt="2025-07-31T13:26:48.992" v="1036" actId="478"/>
          <ac:graphicFrameMkLst>
            <pc:docMk/>
            <pc:sldMk cId="1181284666" sldId="7377"/>
            <ac:graphicFrameMk id="7" creationId="{6F55DFEF-308F-35E1-C669-6C3078C38A6E}"/>
          </ac:graphicFrameMkLst>
        </pc:graphicFrameChg>
        <pc:graphicFrameChg chg="add mod">
          <ac:chgData name="Saad Akbar" userId="34e1e98c-f1fc-408f-bc28-2fe92e69de3b" providerId="ADAL" clId="{F8A41CCE-8DDC-4D2E-8606-D74C3607F1EB}" dt="2025-07-31T13:26:59.292" v="1038" actId="1076"/>
          <ac:graphicFrameMkLst>
            <pc:docMk/>
            <pc:sldMk cId="1181284666" sldId="7377"/>
            <ac:graphicFrameMk id="8" creationId="{875DD42E-F882-9BCA-9F67-38A6F6C56081}"/>
          </ac:graphicFrameMkLst>
        </pc:graphicFrameChg>
      </pc:sldChg>
      <pc:sldMasterChg chg="delSldLayout">
        <pc:chgData name="Saad Akbar" userId="34e1e98c-f1fc-408f-bc28-2fe92e69de3b" providerId="ADAL" clId="{F8A41CCE-8DDC-4D2E-8606-D74C3607F1EB}" dt="2025-07-31T08:42:09.550" v="1000" actId="47"/>
        <pc:sldMasterMkLst>
          <pc:docMk/>
          <pc:sldMasterMk cId="3632300099" sldId="2147483741"/>
        </pc:sldMasterMkLst>
        <pc:sldLayoutChg chg="del">
          <pc:chgData name="Saad Akbar" userId="34e1e98c-f1fc-408f-bc28-2fe92e69de3b" providerId="ADAL" clId="{F8A41CCE-8DDC-4D2E-8606-D74C3607F1EB}" dt="2025-07-31T08:42:09.550" v="1000" actId="47"/>
          <pc:sldLayoutMkLst>
            <pc:docMk/>
            <pc:sldMasterMk cId="3632300099" sldId="2147483741"/>
            <pc:sldLayoutMk cId="4259795572" sldId="2147483991"/>
          </pc:sldLayoutMkLst>
        </pc:sldLayoutChg>
      </pc:sldMasterChg>
    </pc:docChg>
  </pc:docChgLst>
  <pc:docChgLst>
    <pc:chgData name="Saad Akbar" userId="34e1e98c-f1fc-408f-bc28-2fe92e69de3b" providerId="ADAL" clId="{1F382850-C59C-41C4-A544-E4CB20B51AAE}"/>
    <pc:docChg chg="undo custSel addSld delSld modSld">
      <pc:chgData name="Saad Akbar" userId="34e1e98c-f1fc-408f-bc28-2fe92e69de3b" providerId="ADAL" clId="{1F382850-C59C-41C4-A544-E4CB20B51AAE}" dt="2025-09-12T08:12:26.379" v="1562" actId="47"/>
      <pc:docMkLst>
        <pc:docMk/>
      </pc:docMkLst>
      <pc:sldChg chg="addSp delSp modSp mod">
        <pc:chgData name="Saad Akbar" userId="34e1e98c-f1fc-408f-bc28-2fe92e69de3b" providerId="ADAL" clId="{1F382850-C59C-41C4-A544-E4CB20B51AAE}" dt="2025-09-12T07:40:02.086" v="201" actId="20577"/>
        <pc:sldMkLst>
          <pc:docMk/>
          <pc:sldMk cId="1143428586" sldId="7375"/>
        </pc:sldMkLst>
        <pc:spChg chg="mod">
          <ac:chgData name="Saad Akbar" userId="34e1e98c-f1fc-408f-bc28-2fe92e69de3b" providerId="ADAL" clId="{1F382850-C59C-41C4-A544-E4CB20B51AAE}" dt="2025-09-12T07:28:31.726" v="90" actId="14100"/>
          <ac:spMkLst>
            <pc:docMk/>
            <pc:sldMk cId="1143428586" sldId="7375"/>
            <ac:spMk id="5" creationId="{EA03388F-2BB8-C38C-EB7D-BAF7C8D9888E}"/>
          </ac:spMkLst>
        </pc:spChg>
        <pc:spChg chg="mod">
          <ac:chgData name="Saad Akbar" userId="34e1e98c-f1fc-408f-bc28-2fe92e69de3b" providerId="ADAL" clId="{1F382850-C59C-41C4-A544-E4CB20B51AAE}" dt="2025-09-12T07:38:10.797" v="158" actId="1076"/>
          <ac:spMkLst>
            <pc:docMk/>
            <pc:sldMk cId="1143428586" sldId="7375"/>
            <ac:spMk id="7" creationId="{5EAE678F-E9A0-47C8-BC29-C1EB27D339F4}"/>
          </ac:spMkLst>
        </pc:spChg>
        <pc:spChg chg="mod">
          <ac:chgData name="Saad Akbar" userId="34e1e98c-f1fc-408f-bc28-2fe92e69de3b" providerId="ADAL" clId="{1F382850-C59C-41C4-A544-E4CB20B51AAE}" dt="2025-09-12T07:26:16.363" v="41" actId="14100"/>
          <ac:spMkLst>
            <pc:docMk/>
            <pc:sldMk cId="1143428586" sldId="7375"/>
            <ac:spMk id="11" creationId="{AEA52322-0875-4237-94F8-497D47AC4331}"/>
          </ac:spMkLst>
        </pc:spChg>
        <pc:spChg chg="mod">
          <ac:chgData name="Saad Akbar" userId="34e1e98c-f1fc-408f-bc28-2fe92e69de3b" providerId="ADAL" clId="{1F382850-C59C-41C4-A544-E4CB20B51AAE}" dt="2025-09-12T07:19:00.407" v="32" actId="14100"/>
          <ac:spMkLst>
            <pc:docMk/>
            <pc:sldMk cId="1143428586" sldId="7375"/>
            <ac:spMk id="12" creationId="{69D2CB2B-D439-4E17-9215-30A96F656DBF}"/>
          </ac:spMkLst>
        </pc:spChg>
        <pc:spChg chg="mod">
          <ac:chgData name="Saad Akbar" userId="34e1e98c-f1fc-408f-bc28-2fe92e69de3b" providerId="ADAL" clId="{1F382850-C59C-41C4-A544-E4CB20B51AAE}" dt="2025-09-12T07:39:35.178" v="188" actId="313"/>
          <ac:spMkLst>
            <pc:docMk/>
            <pc:sldMk cId="1143428586" sldId="7375"/>
            <ac:spMk id="13" creationId="{7DCB7728-DC06-4F42-95D0-D7DB8245873D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19" creationId="{FEFFB820-8C2E-6344-0A3E-DEC07B7F5F46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20" creationId="{8986DC1D-EDF1-0B35-D6E5-B9B793DE6D05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24" creationId="{F26E0FC4-F0EE-75B9-460E-A4659865C21B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25" creationId="{35842650-9C98-62AC-5D19-6A8F09A3FAF7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31" creationId="{22414B74-D3CA-DDE0-DCB8-2F2F4CB03628}"/>
          </ac:spMkLst>
        </pc:spChg>
        <pc:spChg chg="mod">
          <ac:chgData name="Saad Akbar" userId="34e1e98c-f1fc-408f-bc28-2fe92e69de3b" providerId="ADAL" clId="{1F382850-C59C-41C4-A544-E4CB20B51AAE}" dt="2025-09-12T07:38:40.540" v="163" actId="1076"/>
          <ac:spMkLst>
            <pc:docMk/>
            <pc:sldMk cId="1143428586" sldId="7375"/>
            <ac:spMk id="34" creationId="{08CA2699-E3C2-4EE8-BDC4-B63802340585}"/>
          </ac:spMkLst>
        </pc:spChg>
        <pc:spChg chg="mod">
          <ac:chgData name="Saad Akbar" userId="34e1e98c-f1fc-408f-bc28-2fe92e69de3b" providerId="ADAL" clId="{1F382850-C59C-41C4-A544-E4CB20B51AAE}" dt="2025-09-12T07:26:36.907" v="47" actId="1076"/>
          <ac:spMkLst>
            <pc:docMk/>
            <pc:sldMk cId="1143428586" sldId="7375"/>
            <ac:spMk id="35" creationId="{08CA2699-E3C2-4EE8-BDC4-B63802340585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39" creationId="{ED48BAE5-244A-F7F4-9AFC-191296508BD0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40" creationId="{53ABDC64-6846-47C6-D996-E21EEDAAA61C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41" creationId="{989163A3-6D5F-46EE-B06D-F410B2142681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42" creationId="{8AC286E9-D225-A1E0-E6D0-A2250382DC79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43" creationId="{64621DAD-9451-48FA-CCF3-6AD7A2E22768}"/>
          </ac:spMkLst>
        </pc:spChg>
        <pc:spChg chg="mod">
          <ac:chgData name="Saad Akbar" userId="34e1e98c-f1fc-408f-bc28-2fe92e69de3b" providerId="ADAL" clId="{1F382850-C59C-41C4-A544-E4CB20B51AAE}" dt="2025-09-12T07:14:03.560" v="4"/>
          <ac:spMkLst>
            <pc:docMk/>
            <pc:sldMk cId="1143428586" sldId="7375"/>
            <ac:spMk id="88" creationId="{4CC38EE3-509C-9AB5-505B-A42815632BBF}"/>
          </ac:spMkLst>
        </pc:spChg>
        <pc:spChg chg="mod">
          <ac:chgData name="Saad Akbar" userId="34e1e98c-f1fc-408f-bc28-2fe92e69de3b" providerId="ADAL" clId="{1F382850-C59C-41C4-A544-E4CB20B51AAE}" dt="2025-09-12T07:29:53.320" v="131" actId="1076"/>
          <ac:spMkLst>
            <pc:docMk/>
            <pc:sldMk cId="1143428586" sldId="7375"/>
            <ac:spMk id="89" creationId="{15BCBB28-316F-1C5E-B5E0-BA1DCDD4B670}"/>
          </ac:spMkLst>
        </pc:spChg>
        <pc:spChg chg="mod">
          <ac:chgData name="Saad Akbar" userId="34e1e98c-f1fc-408f-bc28-2fe92e69de3b" providerId="ADAL" clId="{1F382850-C59C-41C4-A544-E4CB20B51AAE}" dt="2025-09-12T07:30:46.530" v="142" actId="1076"/>
          <ac:spMkLst>
            <pc:docMk/>
            <pc:sldMk cId="1143428586" sldId="7375"/>
            <ac:spMk id="90" creationId="{DAB29B71-1911-9C12-40C3-1E1A70B35AA2}"/>
          </ac:spMkLst>
        </pc:spChg>
        <pc:spChg chg="mod">
          <ac:chgData name="Saad Akbar" userId="34e1e98c-f1fc-408f-bc28-2fe92e69de3b" providerId="ADAL" clId="{1F382850-C59C-41C4-A544-E4CB20B51AAE}" dt="2025-09-12T07:15:12.658" v="14"/>
          <ac:spMkLst>
            <pc:docMk/>
            <pc:sldMk cId="1143428586" sldId="7375"/>
            <ac:spMk id="93" creationId="{0169D2CF-BACB-A326-223E-B6A650A86764}"/>
          </ac:spMkLst>
        </pc:spChg>
        <pc:spChg chg="mod">
          <ac:chgData name="Saad Akbar" userId="34e1e98c-f1fc-408f-bc28-2fe92e69de3b" providerId="ADAL" clId="{1F382850-C59C-41C4-A544-E4CB20B51AAE}" dt="2025-09-12T07:15:12.658" v="14"/>
          <ac:spMkLst>
            <pc:docMk/>
            <pc:sldMk cId="1143428586" sldId="7375"/>
            <ac:spMk id="94" creationId="{08F81D96-9C17-4558-E3BF-028CF81A1512}"/>
          </ac:spMkLst>
        </pc:spChg>
        <pc:spChg chg="mod">
          <ac:chgData name="Saad Akbar" userId="34e1e98c-f1fc-408f-bc28-2fe92e69de3b" providerId="ADAL" clId="{1F382850-C59C-41C4-A544-E4CB20B51AAE}" dt="2025-09-12T07:15:12.658" v="14"/>
          <ac:spMkLst>
            <pc:docMk/>
            <pc:sldMk cId="1143428586" sldId="7375"/>
            <ac:spMk id="95" creationId="{8FADF371-FFD3-B8A2-C23C-46E1F5207EE5}"/>
          </ac:spMkLst>
        </pc:spChg>
        <pc:spChg chg="mod">
          <ac:chgData name="Saad Akbar" userId="34e1e98c-f1fc-408f-bc28-2fe92e69de3b" providerId="ADAL" clId="{1F382850-C59C-41C4-A544-E4CB20B51AAE}" dt="2025-09-12T07:15:12.658" v="14"/>
          <ac:spMkLst>
            <pc:docMk/>
            <pc:sldMk cId="1143428586" sldId="7375"/>
            <ac:spMk id="98" creationId="{7A247B84-E585-8A5A-49D5-C536ED41E53B}"/>
          </ac:spMkLst>
        </pc:spChg>
        <pc:spChg chg="mod">
          <ac:chgData name="Saad Akbar" userId="34e1e98c-f1fc-408f-bc28-2fe92e69de3b" providerId="ADAL" clId="{1F382850-C59C-41C4-A544-E4CB20B51AAE}" dt="2025-09-12T07:15:12.658" v="14"/>
          <ac:spMkLst>
            <pc:docMk/>
            <pc:sldMk cId="1143428586" sldId="7375"/>
            <ac:spMk id="99" creationId="{0BA06439-1C83-E007-8541-C3916CCF96F2}"/>
          </ac:spMkLst>
        </pc:spChg>
        <pc:spChg chg="mod">
          <ac:chgData name="Saad Akbar" userId="34e1e98c-f1fc-408f-bc28-2fe92e69de3b" providerId="ADAL" clId="{1F382850-C59C-41C4-A544-E4CB20B51AAE}" dt="2025-09-12T07:15:44.840" v="16"/>
          <ac:spMkLst>
            <pc:docMk/>
            <pc:sldMk cId="1143428586" sldId="7375"/>
            <ac:spMk id="102" creationId="{CDC9FE95-3042-B1CD-4934-C576545EEDAA}"/>
          </ac:spMkLst>
        </pc:spChg>
        <pc:spChg chg="mod">
          <ac:chgData name="Saad Akbar" userId="34e1e98c-f1fc-408f-bc28-2fe92e69de3b" providerId="ADAL" clId="{1F382850-C59C-41C4-A544-E4CB20B51AAE}" dt="2025-09-12T07:15:44.840" v="16"/>
          <ac:spMkLst>
            <pc:docMk/>
            <pc:sldMk cId="1143428586" sldId="7375"/>
            <ac:spMk id="105" creationId="{87BA654B-8192-FA93-2DE5-D5B9CE64A133}"/>
          </ac:spMkLst>
        </pc:spChg>
        <pc:spChg chg="mod">
          <ac:chgData name="Saad Akbar" userId="34e1e98c-f1fc-408f-bc28-2fe92e69de3b" providerId="ADAL" clId="{1F382850-C59C-41C4-A544-E4CB20B51AAE}" dt="2025-09-12T07:15:44.840" v="16"/>
          <ac:spMkLst>
            <pc:docMk/>
            <pc:sldMk cId="1143428586" sldId="7375"/>
            <ac:spMk id="106" creationId="{4BFA3F33-E552-D43F-A608-71359B37736E}"/>
          </ac:spMkLst>
        </pc:spChg>
        <pc:spChg chg="mod">
          <ac:chgData name="Saad Akbar" userId="34e1e98c-f1fc-408f-bc28-2fe92e69de3b" providerId="ADAL" clId="{1F382850-C59C-41C4-A544-E4CB20B51AAE}" dt="2025-09-12T07:15:44.840" v="16"/>
          <ac:spMkLst>
            <pc:docMk/>
            <pc:sldMk cId="1143428586" sldId="7375"/>
            <ac:spMk id="135" creationId="{D9EF7443-031A-E281-4D2C-366B6BE89E7D}"/>
          </ac:spMkLst>
        </pc:spChg>
        <pc:spChg chg="mod">
          <ac:chgData name="Saad Akbar" userId="34e1e98c-f1fc-408f-bc28-2fe92e69de3b" providerId="ADAL" clId="{1F382850-C59C-41C4-A544-E4CB20B51AAE}" dt="2025-09-12T07:15:44.840" v="16"/>
          <ac:spMkLst>
            <pc:docMk/>
            <pc:sldMk cId="1143428586" sldId="7375"/>
            <ac:spMk id="136" creationId="{CFC7CBBC-2375-7278-9292-9B918AC7CF87}"/>
          </ac:spMkLst>
        </pc:spChg>
        <pc:spChg chg="mod">
          <ac:chgData name="Saad Akbar" userId="34e1e98c-f1fc-408f-bc28-2fe92e69de3b" providerId="ADAL" clId="{1F382850-C59C-41C4-A544-E4CB20B51AAE}" dt="2025-09-12T07:16:09.435" v="18"/>
          <ac:spMkLst>
            <pc:docMk/>
            <pc:sldMk cId="1143428586" sldId="7375"/>
            <ac:spMk id="140" creationId="{5E920E12-D5F0-7D0B-A637-954AA3DFDE9E}"/>
          </ac:spMkLst>
        </pc:spChg>
        <pc:spChg chg="mod">
          <ac:chgData name="Saad Akbar" userId="34e1e98c-f1fc-408f-bc28-2fe92e69de3b" providerId="ADAL" clId="{1F382850-C59C-41C4-A544-E4CB20B51AAE}" dt="2025-09-12T07:16:09.435" v="18"/>
          <ac:spMkLst>
            <pc:docMk/>
            <pc:sldMk cId="1143428586" sldId="7375"/>
            <ac:spMk id="143" creationId="{91ADAAA0-D283-7176-DC97-1B4CDCF095D7}"/>
          </ac:spMkLst>
        </pc:spChg>
        <pc:spChg chg="mod">
          <ac:chgData name="Saad Akbar" userId="34e1e98c-f1fc-408f-bc28-2fe92e69de3b" providerId="ADAL" clId="{1F382850-C59C-41C4-A544-E4CB20B51AAE}" dt="2025-09-12T07:16:09.435" v="18"/>
          <ac:spMkLst>
            <pc:docMk/>
            <pc:sldMk cId="1143428586" sldId="7375"/>
            <ac:spMk id="144" creationId="{DA36FDEA-7C33-22A9-4EA7-6B92CBD3AF82}"/>
          </ac:spMkLst>
        </pc:spChg>
        <pc:spChg chg="mod">
          <ac:chgData name="Saad Akbar" userId="34e1e98c-f1fc-408f-bc28-2fe92e69de3b" providerId="ADAL" clId="{1F382850-C59C-41C4-A544-E4CB20B51AAE}" dt="2025-09-12T07:16:09.435" v="18"/>
          <ac:spMkLst>
            <pc:docMk/>
            <pc:sldMk cId="1143428586" sldId="7375"/>
            <ac:spMk id="145" creationId="{D55FC0C1-5E56-95F8-4A6F-B1BE8AF4F180}"/>
          </ac:spMkLst>
        </pc:spChg>
        <pc:spChg chg="mod">
          <ac:chgData name="Saad Akbar" userId="34e1e98c-f1fc-408f-bc28-2fe92e69de3b" providerId="ADAL" clId="{1F382850-C59C-41C4-A544-E4CB20B51AAE}" dt="2025-09-12T07:16:09.435" v="18"/>
          <ac:spMkLst>
            <pc:docMk/>
            <pc:sldMk cId="1143428586" sldId="7375"/>
            <ac:spMk id="146" creationId="{4183A7F8-C091-3F55-9BD2-A5ED751DEEC4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51" creationId="{B349EA0F-641D-553E-DBFE-CA9FD179DA0F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54" creationId="{8BF59E98-F571-8705-CD11-5D31AB0DD474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55" creationId="{CEC91BEF-FD8F-0696-DA5B-029091F5C703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56" creationId="{26E5AAC6-F057-9BBA-5F26-1E7D3A950EF5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57" creationId="{3D7538C0-7C23-2844-6A22-82BAD9749CA9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58" creationId="{179CC5A9-9064-EC1C-70AF-5019799DF4C0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59" creationId="{A0F6C4A3-71F1-856F-B166-73362A0BDA9C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60" creationId="{C6DE0DB3-6341-F366-E776-E633F4263D52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61" creationId="{632EC5E7-4292-D87C-4E46-93A1592809DB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62" creationId="{A18772DD-BD4B-09B6-5008-40030113B0BF}"/>
          </ac:spMkLst>
        </pc:spChg>
        <pc:spChg chg="mod">
          <ac:chgData name="Saad Akbar" userId="34e1e98c-f1fc-408f-bc28-2fe92e69de3b" providerId="ADAL" clId="{1F382850-C59C-41C4-A544-E4CB20B51AAE}" dt="2025-09-12T07:18:32.890" v="29"/>
          <ac:spMkLst>
            <pc:docMk/>
            <pc:sldMk cId="1143428586" sldId="7375"/>
            <ac:spMk id="163" creationId="{BAAC8414-3102-4C5D-F37B-E30FDFC1BA8E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66" creationId="{FFF1C2E6-4C6C-FAD5-AC67-9DA1FF93B0B6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67" creationId="{19F7512A-81CA-D002-F202-929BAA5EEF96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68" creationId="{3C0B177D-0BAF-54C4-F12E-525BF9548A8C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69" creationId="{ACBA785B-1491-E25F-4081-B629E702ED04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70" creationId="{302A3D0C-1CAD-7DF5-609F-68F35B99A87D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71" creationId="{0FC5F9A4-B7C4-48BE-4393-724E5A30F90D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72" creationId="{AB45467C-0E37-52BC-0D14-67CA5C50BA70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73" creationId="{5D9D9B0C-6344-C402-B304-4BFCFA5F257B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74" creationId="{3574AC79-08F8-8EE4-8264-0FEFD368B891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75" creationId="{09817AA4-6D69-0909-8A07-296518F190C3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76" creationId="{AAFBC955-2BC1-97D0-86EB-D6A3AA5569BE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77" creationId="{40CD1EA8-E446-F6A8-FAA0-2C548D81787C}"/>
          </ac:spMkLst>
        </pc:spChg>
        <pc:spChg chg="mod">
          <ac:chgData name="Saad Akbar" userId="34e1e98c-f1fc-408f-bc28-2fe92e69de3b" providerId="ADAL" clId="{1F382850-C59C-41C4-A544-E4CB20B51AAE}" dt="2025-09-12T07:25:26.880" v="34"/>
          <ac:spMkLst>
            <pc:docMk/>
            <pc:sldMk cId="1143428586" sldId="7375"/>
            <ac:spMk id="178" creationId="{ABCED3C1-B0A8-B061-D78C-48A9DC845753}"/>
          </ac:spMkLst>
        </pc:spChg>
        <pc:spChg chg="add mod">
          <ac:chgData name="Saad Akbar" userId="34e1e98c-f1fc-408f-bc28-2fe92e69de3b" providerId="ADAL" clId="{1F382850-C59C-41C4-A544-E4CB20B51AAE}" dt="2025-09-12T07:27:19.132" v="72" actId="14100"/>
          <ac:spMkLst>
            <pc:docMk/>
            <pc:sldMk cId="1143428586" sldId="7375"/>
            <ac:spMk id="180" creationId="{8A2D8CE3-DE1B-330C-1298-E18F2DFED361}"/>
          </ac:spMkLst>
        </pc:spChg>
        <pc:spChg chg="add mod">
          <ac:chgData name="Saad Akbar" userId="34e1e98c-f1fc-408f-bc28-2fe92e69de3b" providerId="ADAL" clId="{1F382850-C59C-41C4-A544-E4CB20B51AAE}" dt="2025-09-12T07:38:07.493" v="156" actId="14100"/>
          <ac:spMkLst>
            <pc:docMk/>
            <pc:sldMk cId="1143428586" sldId="7375"/>
            <ac:spMk id="181" creationId="{28B97448-5A5C-DF49-BC2F-0F025A173573}"/>
          </ac:spMkLst>
        </pc:spChg>
        <pc:spChg chg="add mod">
          <ac:chgData name="Saad Akbar" userId="34e1e98c-f1fc-408f-bc28-2fe92e69de3b" providerId="ADAL" clId="{1F382850-C59C-41C4-A544-E4CB20B51AAE}" dt="2025-09-12T07:40:02.086" v="201" actId="20577"/>
          <ac:spMkLst>
            <pc:docMk/>
            <pc:sldMk cId="1143428586" sldId="7375"/>
            <ac:spMk id="182" creationId="{D50D1753-C4B2-C768-C56A-7897C9B37605}"/>
          </ac:spMkLst>
        </pc:spChg>
        <pc:spChg chg="add mod">
          <ac:chgData name="Saad Akbar" userId="34e1e98c-f1fc-408f-bc28-2fe92e69de3b" providerId="ADAL" clId="{1F382850-C59C-41C4-A544-E4CB20B51AAE}" dt="2025-09-12T07:30:41.972" v="141" actId="1076"/>
          <ac:spMkLst>
            <pc:docMk/>
            <pc:sldMk cId="1143428586" sldId="7375"/>
            <ac:spMk id="184" creationId="{7D3B8F01-4C08-25B4-E132-62F78057F0C7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195" creationId="{DA9AFB25-B658-8AC9-933C-890F3204B496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196" creationId="{D8272924-0C61-41E2-738C-62F02EC8E9F6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197" creationId="{6FEAF3A4-0AE6-16C3-5EDD-DE7AF07C5BE9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198" creationId="{1DF4D943-4B18-F7C8-4384-6421D47A3FB7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199" creationId="{14170698-46E4-2F25-E97D-3EDDAB67A723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00" creationId="{E485463A-11CD-25D8-1D3E-7E082F0C4869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01" creationId="{02671D2D-9D67-ABA1-7479-A6DCEED15E6E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02" creationId="{19284C0C-8143-557B-E1E7-7740270BFB08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03" creationId="{B055A577-6809-1919-9D1D-81231AFF3725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04" creationId="{E33534F1-66A7-5290-D7F1-8EC02A3A5265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05" creationId="{54A17B3D-C8DB-3BF5-EFAE-ECC7F0CA124D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06" creationId="{C4D6AE94-115B-A5E2-334B-68C2128ABBF6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07" creationId="{9E904066-5D5E-C45A-4EF0-58310CDE54EC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08" creationId="{3A0F36CC-3A6C-3241-A2DF-9CCEFD5F434B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09" creationId="{3CE72FF4-BC6F-DCFD-E9AE-6C223E9F7506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10" creationId="{235E06E2-1DF0-C51D-ABAD-831E4ABCFDA5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11" creationId="{A56E64D6-52FE-D127-066F-A725C8C9A01F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12" creationId="{1FBFCAE1-F12C-5FCE-85C4-1C585C8E6A01}"/>
          </ac:spMkLst>
        </pc:spChg>
        <pc:spChg chg="mod">
          <ac:chgData name="Saad Akbar" userId="34e1e98c-f1fc-408f-bc28-2fe92e69de3b" providerId="ADAL" clId="{1F382850-C59C-41C4-A544-E4CB20B51AAE}" dt="2025-09-12T07:37:53.342" v="152"/>
          <ac:spMkLst>
            <pc:docMk/>
            <pc:sldMk cId="1143428586" sldId="7375"/>
            <ac:spMk id="213" creationId="{496CCBCE-5DCF-6127-B6CF-F4C0F0E9BA35}"/>
          </ac:spMkLst>
        </pc:spChg>
        <pc:grpChg chg="add mod">
          <ac:chgData name="Saad Akbar" userId="34e1e98c-f1fc-408f-bc28-2fe92e69de3b" providerId="ADAL" clId="{1F382850-C59C-41C4-A544-E4CB20B51AAE}" dt="2025-09-12T07:27:32.248" v="76" actId="1076"/>
          <ac:grpSpMkLst>
            <pc:docMk/>
            <pc:sldMk cId="1143428586" sldId="7375"/>
            <ac:grpSpMk id="10" creationId="{3A07092B-E65B-77A1-59CF-E4B20339D8B0}"/>
          </ac:grpSpMkLst>
        </pc:grpChg>
        <pc:grpChg chg="mod">
          <ac:chgData name="Saad Akbar" userId="34e1e98c-f1fc-408f-bc28-2fe92e69de3b" providerId="ADAL" clId="{1F382850-C59C-41C4-A544-E4CB20B51AAE}" dt="2025-09-12T07:26:40.078" v="48" actId="1076"/>
          <ac:grpSpMkLst>
            <pc:docMk/>
            <pc:sldMk cId="1143428586" sldId="7375"/>
            <ac:grpSpMk id="14" creationId="{831EE032-9353-8EDD-F715-160D5D67C306}"/>
          </ac:grpSpMkLst>
        </pc:grpChg>
        <pc:grpChg chg="mod">
          <ac:chgData name="Saad Akbar" userId="34e1e98c-f1fc-408f-bc28-2fe92e69de3b" providerId="ADAL" clId="{1F382850-C59C-41C4-A544-E4CB20B51AAE}" dt="2025-09-12T07:14:03.560" v="4"/>
          <ac:grpSpMkLst>
            <pc:docMk/>
            <pc:sldMk cId="1143428586" sldId="7375"/>
            <ac:grpSpMk id="17" creationId="{F148682E-6E8A-1AA5-235A-80790503FAC3}"/>
          </ac:grpSpMkLst>
        </pc:grpChg>
        <pc:grpChg chg="mod">
          <ac:chgData name="Saad Akbar" userId="34e1e98c-f1fc-408f-bc28-2fe92e69de3b" providerId="ADAL" clId="{1F382850-C59C-41C4-A544-E4CB20B51AAE}" dt="2025-09-12T07:14:03.560" v="4"/>
          <ac:grpSpMkLst>
            <pc:docMk/>
            <pc:sldMk cId="1143428586" sldId="7375"/>
            <ac:grpSpMk id="18" creationId="{3B198BCF-CC57-25DA-4574-63AB468B6524}"/>
          </ac:grpSpMkLst>
        </pc:grpChg>
        <pc:grpChg chg="mod">
          <ac:chgData name="Saad Akbar" userId="34e1e98c-f1fc-408f-bc28-2fe92e69de3b" providerId="ADAL" clId="{1F382850-C59C-41C4-A544-E4CB20B51AAE}" dt="2025-09-12T07:14:03.560" v="4"/>
          <ac:grpSpMkLst>
            <pc:docMk/>
            <pc:sldMk cId="1143428586" sldId="7375"/>
            <ac:grpSpMk id="21" creationId="{7F491840-A567-7C6C-844B-CBAF39CE97AD}"/>
          </ac:grpSpMkLst>
        </pc:grpChg>
        <pc:grpChg chg="mod">
          <ac:chgData name="Saad Akbar" userId="34e1e98c-f1fc-408f-bc28-2fe92e69de3b" providerId="ADAL" clId="{1F382850-C59C-41C4-A544-E4CB20B51AAE}" dt="2025-09-12T07:14:03.560" v="4"/>
          <ac:grpSpMkLst>
            <pc:docMk/>
            <pc:sldMk cId="1143428586" sldId="7375"/>
            <ac:grpSpMk id="23" creationId="{F1DFC6EA-DFFA-F90C-AA40-BA8D7F74FC67}"/>
          </ac:grpSpMkLst>
        </pc:grpChg>
        <pc:grpChg chg="mod">
          <ac:chgData name="Saad Akbar" userId="34e1e98c-f1fc-408f-bc28-2fe92e69de3b" providerId="ADAL" clId="{1F382850-C59C-41C4-A544-E4CB20B51AAE}" dt="2025-09-12T07:26:48.447" v="49" actId="1076"/>
          <ac:grpSpMkLst>
            <pc:docMk/>
            <pc:sldMk cId="1143428586" sldId="7375"/>
            <ac:grpSpMk id="44" creationId="{0A87601F-AE6E-0158-D932-B97F77E40522}"/>
          </ac:grpSpMkLst>
        </pc:grpChg>
        <pc:grpChg chg="mod">
          <ac:chgData name="Saad Akbar" userId="34e1e98c-f1fc-408f-bc28-2fe92e69de3b" providerId="ADAL" clId="{1F382850-C59C-41C4-A544-E4CB20B51AAE}" dt="2025-09-12T07:29:53.320" v="131" actId="1076"/>
          <ac:grpSpMkLst>
            <pc:docMk/>
            <pc:sldMk cId="1143428586" sldId="7375"/>
            <ac:grpSpMk id="68" creationId="{75A35205-0DA1-B094-2FBA-333D63EDB9F6}"/>
          </ac:grpSpMkLst>
        </pc:grpChg>
        <pc:grpChg chg="mod">
          <ac:chgData name="Saad Akbar" userId="34e1e98c-f1fc-408f-bc28-2fe92e69de3b" providerId="ADAL" clId="{1F382850-C59C-41C4-A544-E4CB20B51AAE}" dt="2025-09-12T07:38:17.694" v="159" actId="1076"/>
          <ac:grpSpMkLst>
            <pc:docMk/>
            <pc:sldMk cId="1143428586" sldId="7375"/>
            <ac:grpSpMk id="72" creationId="{9E7554AC-6628-8FC7-EE8B-748C2B8E1E06}"/>
          </ac:grpSpMkLst>
        </pc:grpChg>
        <pc:grpChg chg="add mod">
          <ac:chgData name="Saad Akbar" userId="34e1e98c-f1fc-408f-bc28-2fe92e69de3b" providerId="ADAL" clId="{1F382850-C59C-41C4-A544-E4CB20B51AAE}" dt="2025-09-12T07:31:13.401" v="148" actId="1076"/>
          <ac:grpSpMkLst>
            <pc:docMk/>
            <pc:sldMk cId="1143428586" sldId="7375"/>
            <ac:grpSpMk id="91" creationId="{CCABC56D-3F25-1BAF-B66E-941330370EAF}"/>
          </ac:grpSpMkLst>
        </pc:grpChg>
        <pc:grpChg chg="mod">
          <ac:chgData name="Saad Akbar" userId="34e1e98c-f1fc-408f-bc28-2fe92e69de3b" providerId="ADAL" clId="{1F382850-C59C-41C4-A544-E4CB20B51AAE}" dt="2025-09-12T07:15:12.658" v="14"/>
          <ac:grpSpMkLst>
            <pc:docMk/>
            <pc:sldMk cId="1143428586" sldId="7375"/>
            <ac:grpSpMk id="92" creationId="{31B50489-718D-88D2-19F7-C5BF93E6A640}"/>
          </ac:grpSpMkLst>
        </pc:grpChg>
        <pc:grpChg chg="add mod">
          <ac:chgData name="Saad Akbar" userId="34e1e98c-f1fc-408f-bc28-2fe92e69de3b" providerId="ADAL" clId="{1F382850-C59C-41C4-A544-E4CB20B51AAE}" dt="2025-09-12T07:29:08.048" v="118" actId="1076"/>
          <ac:grpSpMkLst>
            <pc:docMk/>
            <pc:sldMk cId="1143428586" sldId="7375"/>
            <ac:grpSpMk id="100" creationId="{BF7B50E0-DCCF-4669-2F7F-05182C092201}"/>
          </ac:grpSpMkLst>
        </pc:grpChg>
        <pc:grpChg chg="mod">
          <ac:chgData name="Saad Akbar" userId="34e1e98c-f1fc-408f-bc28-2fe92e69de3b" providerId="ADAL" clId="{1F382850-C59C-41C4-A544-E4CB20B51AAE}" dt="2025-09-12T07:15:44.840" v="16"/>
          <ac:grpSpMkLst>
            <pc:docMk/>
            <pc:sldMk cId="1143428586" sldId="7375"/>
            <ac:grpSpMk id="101" creationId="{F7AF85EB-23FA-2FCA-F063-B951D863A4B4}"/>
          </ac:grpSpMkLst>
        </pc:grpChg>
        <pc:grpChg chg="mod">
          <ac:chgData name="Saad Akbar" userId="34e1e98c-f1fc-408f-bc28-2fe92e69de3b" providerId="ADAL" clId="{1F382850-C59C-41C4-A544-E4CB20B51AAE}" dt="2025-09-12T07:15:44.840" v="16"/>
          <ac:grpSpMkLst>
            <pc:docMk/>
            <pc:sldMk cId="1143428586" sldId="7375"/>
            <ac:grpSpMk id="103" creationId="{C150A056-06E7-B555-6F01-822EC096ED1E}"/>
          </ac:grpSpMkLst>
        </pc:grpChg>
        <pc:grpChg chg="mod">
          <ac:chgData name="Saad Akbar" userId="34e1e98c-f1fc-408f-bc28-2fe92e69de3b" providerId="ADAL" clId="{1F382850-C59C-41C4-A544-E4CB20B51AAE}" dt="2025-09-12T07:15:44.840" v="16"/>
          <ac:grpSpMkLst>
            <pc:docMk/>
            <pc:sldMk cId="1143428586" sldId="7375"/>
            <ac:grpSpMk id="104" creationId="{DFECDC9C-36C9-D4FE-3CCC-B8227B15F86C}"/>
          </ac:grpSpMkLst>
        </pc:grpChg>
        <pc:grpChg chg="add mod">
          <ac:chgData name="Saad Akbar" userId="34e1e98c-f1fc-408f-bc28-2fe92e69de3b" providerId="ADAL" clId="{1F382850-C59C-41C4-A544-E4CB20B51AAE}" dt="2025-09-12T07:30:41.972" v="141" actId="1076"/>
          <ac:grpSpMkLst>
            <pc:docMk/>
            <pc:sldMk cId="1143428586" sldId="7375"/>
            <ac:grpSpMk id="138" creationId="{24A57FEC-4356-6947-796F-1C586223232D}"/>
          </ac:grpSpMkLst>
        </pc:grpChg>
        <pc:grpChg chg="mod">
          <ac:chgData name="Saad Akbar" userId="34e1e98c-f1fc-408f-bc28-2fe92e69de3b" providerId="ADAL" clId="{1F382850-C59C-41C4-A544-E4CB20B51AAE}" dt="2025-09-12T07:16:09.435" v="18"/>
          <ac:grpSpMkLst>
            <pc:docMk/>
            <pc:sldMk cId="1143428586" sldId="7375"/>
            <ac:grpSpMk id="139" creationId="{24FD2A8D-1E50-9648-7148-C89FF81761D8}"/>
          </ac:grpSpMkLst>
        </pc:grpChg>
        <pc:grpChg chg="mod">
          <ac:chgData name="Saad Akbar" userId="34e1e98c-f1fc-408f-bc28-2fe92e69de3b" providerId="ADAL" clId="{1F382850-C59C-41C4-A544-E4CB20B51AAE}" dt="2025-09-12T07:16:09.435" v="18"/>
          <ac:grpSpMkLst>
            <pc:docMk/>
            <pc:sldMk cId="1143428586" sldId="7375"/>
            <ac:grpSpMk id="141" creationId="{72EFD584-07E7-034D-499D-3391EFE4F394}"/>
          </ac:grpSpMkLst>
        </pc:grpChg>
        <pc:grpChg chg="mod">
          <ac:chgData name="Saad Akbar" userId="34e1e98c-f1fc-408f-bc28-2fe92e69de3b" providerId="ADAL" clId="{1F382850-C59C-41C4-A544-E4CB20B51AAE}" dt="2025-09-12T07:16:09.435" v="18"/>
          <ac:grpSpMkLst>
            <pc:docMk/>
            <pc:sldMk cId="1143428586" sldId="7375"/>
            <ac:grpSpMk id="142" creationId="{51956174-A475-77F2-A173-ADD7A14A01F9}"/>
          </ac:grpSpMkLst>
        </pc:grpChg>
        <pc:grpChg chg="add mod">
          <ac:chgData name="Saad Akbar" userId="34e1e98c-f1fc-408f-bc28-2fe92e69de3b" providerId="ADAL" clId="{1F382850-C59C-41C4-A544-E4CB20B51AAE}" dt="2025-09-12T07:29:53.320" v="131" actId="1076"/>
          <ac:grpSpMkLst>
            <pc:docMk/>
            <pc:sldMk cId="1143428586" sldId="7375"/>
            <ac:grpSpMk id="149" creationId="{ACC01247-073B-7BC2-02AA-C59C11382A83}"/>
          </ac:grpSpMkLst>
        </pc:grpChg>
        <pc:grpChg chg="mod">
          <ac:chgData name="Saad Akbar" userId="34e1e98c-f1fc-408f-bc28-2fe92e69de3b" providerId="ADAL" clId="{1F382850-C59C-41C4-A544-E4CB20B51AAE}" dt="2025-09-12T07:18:32.890" v="29"/>
          <ac:grpSpMkLst>
            <pc:docMk/>
            <pc:sldMk cId="1143428586" sldId="7375"/>
            <ac:grpSpMk id="150" creationId="{3909F966-7E50-9E92-8C1E-E5554FDD5DBD}"/>
          </ac:grpSpMkLst>
        </pc:grpChg>
        <pc:grpChg chg="mod">
          <ac:chgData name="Saad Akbar" userId="34e1e98c-f1fc-408f-bc28-2fe92e69de3b" providerId="ADAL" clId="{1F382850-C59C-41C4-A544-E4CB20B51AAE}" dt="2025-09-12T07:18:32.890" v="29"/>
          <ac:grpSpMkLst>
            <pc:docMk/>
            <pc:sldMk cId="1143428586" sldId="7375"/>
            <ac:grpSpMk id="152" creationId="{F4441BFD-AC10-B7B8-795D-DBBEF93B5F64}"/>
          </ac:grpSpMkLst>
        </pc:grpChg>
        <pc:grpChg chg="mod">
          <ac:chgData name="Saad Akbar" userId="34e1e98c-f1fc-408f-bc28-2fe92e69de3b" providerId="ADAL" clId="{1F382850-C59C-41C4-A544-E4CB20B51AAE}" dt="2025-09-12T07:18:32.890" v="29"/>
          <ac:grpSpMkLst>
            <pc:docMk/>
            <pc:sldMk cId="1143428586" sldId="7375"/>
            <ac:grpSpMk id="153" creationId="{E398272B-A8D7-F68B-D137-4EE167D6CA99}"/>
          </ac:grpSpMkLst>
        </pc:grpChg>
        <pc:grpChg chg="add mod">
          <ac:chgData name="Saad Akbar" userId="34e1e98c-f1fc-408f-bc28-2fe92e69de3b" providerId="ADAL" clId="{1F382850-C59C-41C4-A544-E4CB20B51AAE}" dt="2025-09-12T07:37:14.754" v="150" actId="1076"/>
          <ac:grpSpMkLst>
            <pc:docMk/>
            <pc:sldMk cId="1143428586" sldId="7375"/>
            <ac:grpSpMk id="164" creationId="{BBE9AFCA-1213-7D9B-C835-CCD48E0A1A29}"/>
          </ac:grpSpMkLst>
        </pc:grpChg>
        <pc:grpChg chg="mod">
          <ac:chgData name="Saad Akbar" userId="34e1e98c-f1fc-408f-bc28-2fe92e69de3b" providerId="ADAL" clId="{1F382850-C59C-41C4-A544-E4CB20B51AAE}" dt="2025-09-12T07:25:26.880" v="34"/>
          <ac:grpSpMkLst>
            <pc:docMk/>
            <pc:sldMk cId="1143428586" sldId="7375"/>
            <ac:grpSpMk id="165" creationId="{85D3BFF2-894C-A05A-14CE-377BA5C38C6D}"/>
          </ac:grpSpMkLst>
        </pc:grpChg>
        <pc:grpChg chg="add mod">
          <ac:chgData name="Saad Akbar" userId="34e1e98c-f1fc-408f-bc28-2fe92e69de3b" providerId="ADAL" clId="{1F382850-C59C-41C4-A544-E4CB20B51AAE}" dt="2025-09-12T07:37:59.359" v="153" actId="1076"/>
          <ac:grpSpMkLst>
            <pc:docMk/>
            <pc:sldMk cId="1143428586" sldId="7375"/>
            <ac:grpSpMk id="193" creationId="{2C6A5DD2-E69B-6396-F7DE-8CEBFB2D9142}"/>
          </ac:grpSpMkLst>
        </pc:grpChg>
        <pc:grpChg chg="mod">
          <ac:chgData name="Saad Akbar" userId="34e1e98c-f1fc-408f-bc28-2fe92e69de3b" providerId="ADAL" clId="{1F382850-C59C-41C4-A544-E4CB20B51AAE}" dt="2025-09-12T07:37:53.342" v="152"/>
          <ac:grpSpMkLst>
            <pc:docMk/>
            <pc:sldMk cId="1143428586" sldId="7375"/>
            <ac:grpSpMk id="194" creationId="{D6801836-8901-5081-00B2-E9AA4DC2CC8A}"/>
          </ac:grpSpMkLst>
        </pc:grpChg>
        <pc:picChg chg="del">
          <ac:chgData name="Saad Akbar" userId="34e1e98c-f1fc-408f-bc28-2fe92e69de3b" providerId="ADAL" clId="{1F382850-C59C-41C4-A544-E4CB20B51AAE}" dt="2025-09-12T07:25:12.563" v="33" actId="21"/>
          <ac:picMkLst>
            <pc:docMk/>
            <pc:sldMk cId="1143428586" sldId="7375"/>
            <ac:picMk id="96" creationId="{11F030EF-E3AD-B089-AFF3-4E5CFD60C967}"/>
          </ac:picMkLst>
        </pc:picChg>
        <pc:picChg chg="del mod">
          <ac:chgData name="Saad Akbar" userId="34e1e98c-f1fc-408f-bc28-2fe92e69de3b" providerId="ADAL" clId="{1F382850-C59C-41C4-A544-E4CB20B51AAE}" dt="2025-09-12T07:18:32.372" v="28" actId="478"/>
          <ac:picMkLst>
            <pc:docMk/>
            <pc:sldMk cId="1143428586" sldId="7375"/>
            <ac:picMk id="137" creationId="{D14B76E1-0BA9-A004-3861-5916E19B24B0}"/>
          </ac:picMkLst>
        </pc:picChg>
        <pc:picChg chg="add mod">
          <ac:chgData name="Saad Akbar" userId="34e1e98c-f1fc-408f-bc28-2fe92e69de3b" providerId="ADAL" clId="{1F382850-C59C-41C4-A544-E4CB20B51AAE}" dt="2025-09-12T07:30:41.972" v="141" actId="1076"/>
          <ac:picMkLst>
            <pc:docMk/>
            <pc:sldMk cId="1143428586" sldId="7375"/>
            <ac:picMk id="147" creationId="{F874CD0F-0E0E-6315-E540-A0A207DA6A48}"/>
          </ac:picMkLst>
        </pc:picChg>
        <pc:cxnChg chg="del mod">
          <ac:chgData name="Saad Akbar" userId="34e1e98c-f1fc-408f-bc28-2fe92e69de3b" providerId="ADAL" clId="{1F382850-C59C-41C4-A544-E4CB20B51AAE}" dt="2025-09-12T07:38:46.990" v="165" actId="478"/>
          <ac:cxnSpMkLst>
            <pc:docMk/>
            <pc:sldMk cId="1143428586" sldId="7375"/>
            <ac:cxnSpMk id="16" creationId="{D55CCCA4-F19F-4548-B441-24AAD00F2163}"/>
          </ac:cxnSpMkLst>
        </pc:cxnChg>
        <pc:cxnChg chg="mod">
          <ac:chgData name="Saad Akbar" userId="34e1e98c-f1fc-408f-bc28-2fe92e69de3b" providerId="ADAL" clId="{1F382850-C59C-41C4-A544-E4CB20B51AAE}" dt="2025-09-12T07:29:59.302" v="132" actId="1076"/>
          <ac:cxnSpMkLst>
            <pc:docMk/>
            <pc:sldMk cId="1143428586" sldId="7375"/>
            <ac:cxnSpMk id="36" creationId="{A9665100-9E84-0EDC-EA8E-D6C03061FB58}"/>
          </ac:cxnSpMkLst>
        </pc:cxnChg>
        <pc:cxnChg chg="mod">
          <ac:chgData name="Saad Akbar" userId="34e1e98c-f1fc-408f-bc28-2fe92e69de3b" providerId="ADAL" clId="{1F382850-C59C-41C4-A544-E4CB20B51AAE}" dt="2025-09-12T07:30:51.930" v="143" actId="14100"/>
          <ac:cxnSpMkLst>
            <pc:docMk/>
            <pc:sldMk cId="1143428586" sldId="7375"/>
            <ac:cxnSpMk id="74" creationId="{64481F80-B8CC-64AC-DDA0-A745BB49FE71}"/>
          </ac:cxnSpMkLst>
        </pc:cxnChg>
        <pc:cxnChg chg="mod">
          <ac:chgData name="Saad Akbar" userId="34e1e98c-f1fc-408f-bc28-2fe92e69de3b" providerId="ADAL" clId="{1F382850-C59C-41C4-A544-E4CB20B51AAE}" dt="2025-09-12T07:37:17.624" v="151" actId="1076"/>
          <ac:cxnSpMkLst>
            <pc:docMk/>
            <pc:sldMk cId="1143428586" sldId="7375"/>
            <ac:cxnSpMk id="97" creationId="{DDB7DBC8-E898-617E-0602-686FC9C361C0}"/>
          </ac:cxnSpMkLst>
        </pc:cxnChg>
        <pc:cxnChg chg="del mod">
          <ac:chgData name="Saad Akbar" userId="34e1e98c-f1fc-408f-bc28-2fe92e69de3b" providerId="ADAL" clId="{1F382850-C59C-41C4-A544-E4CB20B51AAE}" dt="2025-09-12T07:38:50.342" v="166" actId="478"/>
          <ac:cxnSpMkLst>
            <pc:docMk/>
            <pc:sldMk cId="1143428586" sldId="7375"/>
            <ac:cxnSpMk id="128" creationId="{4085EE46-F0C6-889F-6D60-776435563AB4}"/>
          </ac:cxnSpMkLst>
        </pc:cxnChg>
        <pc:cxnChg chg="mod">
          <ac:chgData name="Saad Akbar" userId="34e1e98c-f1fc-408f-bc28-2fe92e69de3b" providerId="ADAL" clId="{1F382850-C59C-41C4-A544-E4CB20B51AAE}" dt="2025-09-12T07:29:43.928" v="130" actId="14100"/>
          <ac:cxnSpMkLst>
            <pc:docMk/>
            <pc:sldMk cId="1143428586" sldId="7375"/>
            <ac:cxnSpMk id="130" creationId="{B60B1FCE-FCF2-F4BA-1F6C-55C7E3B81217}"/>
          </ac:cxnSpMkLst>
        </pc:cxnChg>
        <pc:cxnChg chg="add mod">
          <ac:chgData name="Saad Akbar" userId="34e1e98c-f1fc-408f-bc28-2fe92e69de3b" providerId="ADAL" clId="{1F382850-C59C-41C4-A544-E4CB20B51AAE}" dt="2025-09-12T07:30:08.916" v="135" actId="1076"/>
          <ac:cxnSpMkLst>
            <pc:docMk/>
            <pc:sldMk cId="1143428586" sldId="7375"/>
            <ac:cxnSpMk id="186" creationId="{20ED4B25-019B-A511-9D50-9FF865CB1A88}"/>
          </ac:cxnSpMkLst>
        </pc:cxnChg>
        <pc:cxnChg chg="add mod">
          <ac:chgData name="Saad Akbar" userId="34e1e98c-f1fc-408f-bc28-2fe92e69de3b" providerId="ADAL" clId="{1F382850-C59C-41C4-A544-E4CB20B51AAE}" dt="2025-09-12T07:31:09.779" v="147" actId="1076"/>
          <ac:cxnSpMkLst>
            <pc:docMk/>
            <pc:sldMk cId="1143428586" sldId="7375"/>
            <ac:cxnSpMk id="188" creationId="{BC31EA35-D6CB-3D37-9586-36AFB8BEC769}"/>
          </ac:cxnSpMkLst>
        </pc:cxnChg>
        <pc:cxnChg chg="add mod">
          <ac:chgData name="Saad Akbar" userId="34e1e98c-f1fc-408f-bc28-2fe92e69de3b" providerId="ADAL" clId="{1F382850-C59C-41C4-A544-E4CB20B51AAE}" dt="2025-09-12T07:39:02.094" v="170" actId="1076"/>
          <ac:cxnSpMkLst>
            <pc:docMk/>
            <pc:sldMk cId="1143428586" sldId="7375"/>
            <ac:cxnSpMk id="216" creationId="{D7884BC9-C0EA-4972-2BDE-4D5C32524129}"/>
          </ac:cxnSpMkLst>
        </pc:cxnChg>
        <pc:cxnChg chg="add mod">
          <ac:chgData name="Saad Akbar" userId="34e1e98c-f1fc-408f-bc28-2fe92e69de3b" providerId="ADAL" clId="{1F382850-C59C-41C4-A544-E4CB20B51AAE}" dt="2025-09-12T07:39:07.409" v="172" actId="1076"/>
          <ac:cxnSpMkLst>
            <pc:docMk/>
            <pc:sldMk cId="1143428586" sldId="7375"/>
            <ac:cxnSpMk id="218" creationId="{F9A10011-A215-7772-9360-909E1E82DA28}"/>
          </ac:cxnSpMkLst>
        </pc:cxnChg>
      </pc:sldChg>
      <pc:sldChg chg="del">
        <pc:chgData name="Saad Akbar" userId="34e1e98c-f1fc-408f-bc28-2fe92e69de3b" providerId="ADAL" clId="{1F382850-C59C-41C4-A544-E4CB20B51AAE}" dt="2025-09-12T08:12:26.379" v="1562" actId="47"/>
        <pc:sldMkLst>
          <pc:docMk/>
          <pc:sldMk cId="877225553" sldId="7376"/>
        </pc:sldMkLst>
      </pc:sldChg>
      <pc:sldChg chg="modSp mod">
        <pc:chgData name="Saad Akbar" userId="34e1e98c-f1fc-408f-bc28-2fe92e69de3b" providerId="ADAL" clId="{1F382850-C59C-41C4-A544-E4CB20B51AAE}" dt="2025-09-12T08:12:03.696" v="1561" actId="108"/>
        <pc:sldMkLst>
          <pc:docMk/>
          <pc:sldMk cId="1517590626" sldId="7377"/>
        </pc:sldMkLst>
        <pc:spChg chg="mod">
          <ac:chgData name="Saad Akbar" userId="34e1e98c-f1fc-408f-bc28-2fe92e69de3b" providerId="ADAL" clId="{1F382850-C59C-41C4-A544-E4CB20B51AAE}" dt="2025-09-12T07:46:21.168" v="603" actId="20577"/>
          <ac:spMkLst>
            <pc:docMk/>
            <pc:sldMk cId="1517590626" sldId="7377"/>
            <ac:spMk id="6" creationId="{00000000-0000-0000-0000-000000000000}"/>
          </ac:spMkLst>
        </pc:spChg>
        <pc:spChg chg="mod">
          <ac:chgData name="Saad Akbar" userId="34e1e98c-f1fc-408f-bc28-2fe92e69de3b" providerId="ADAL" clId="{1F382850-C59C-41C4-A544-E4CB20B51AAE}" dt="2025-09-12T08:12:03.696" v="1561" actId="108"/>
          <ac:spMkLst>
            <pc:docMk/>
            <pc:sldMk cId="1517590626" sldId="7377"/>
            <ac:spMk id="18" creationId="{2B442303-8942-102A-ECCA-8DD0CEBCCCC0}"/>
          </ac:spMkLst>
        </pc:spChg>
      </pc:sldChg>
      <pc:sldChg chg="add del">
        <pc:chgData name="Saad Akbar" userId="34e1e98c-f1fc-408f-bc28-2fe92e69de3b" providerId="ADAL" clId="{1F382850-C59C-41C4-A544-E4CB20B51AAE}" dt="2025-09-12T08:00:45.205" v="941" actId="47"/>
        <pc:sldMkLst>
          <pc:docMk/>
          <pc:sldMk cId="1030858137" sldId="7378"/>
        </pc:sldMkLst>
      </pc:sldChg>
      <pc:sldChg chg="modSp add mod">
        <pc:chgData name="Saad Akbar" userId="34e1e98c-f1fc-408f-bc28-2fe92e69de3b" providerId="ADAL" clId="{1F382850-C59C-41C4-A544-E4CB20B51AAE}" dt="2025-09-12T08:11:06.439" v="1503" actId="20577"/>
        <pc:sldMkLst>
          <pc:docMk/>
          <pc:sldMk cId="2146581384" sldId="7379"/>
        </pc:sldMkLst>
        <pc:spChg chg="mod">
          <ac:chgData name="Saad Akbar" userId="34e1e98c-f1fc-408f-bc28-2fe92e69de3b" providerId="ADAL" clId="{1F382850-C59C-41C4-A544-E4CB20B51AAE}" dt="2025-09-12T08:11:06.439" v="1503" actId="20577"/>
          <ac:spMkLst>
            <pc:docMk/>
            <pc:sldMk cId="2146581384" sldId="7379"/>
            <ac:spMk id="18" creationId="{2B442303-8942-102A-ECCA-8DD0CEBCCCC0}"/>
          </ac:spMkLst>
        </pc:spChg>
      </pc:sldChg>
    </pc:docChg>
  </pc:docChgLst>
  <pc:docChgLst>
    <pc:chgData name="Saad Akbar" userId="34e1e98c-f1fc-408f-bc28-2fe92e69de3b" providerId="ADAL" clId="{A5548FB5-87FE-4DD9-B821-495D5FFC42A6}"/>
    <pc:docChg chg="undo custSel delSld modSld">
      <pc:chgData name="Saad Akbar" userId="34e1e98c-f1fc-408f-bc28-2fe92e69de3b" providerId="ADAL" clId="{A5548FB5-87FE-4DD9-B821-495D5FFC42A6}" dt="2025-10-07T11:22:02.560" v="1819" actId="20577"/>
      <pc:docMkLst>
        <pc:docMk/>
      </pc:docMkLst>
      <pc:sldChg chg="addSp delSp modSp mod modNotesTx">
        <pc:chgData name="Saad Akbar" userId="34e1e98c-f1fc-408f-bc28-2fe92e69de3b" providerId="ADAL" clId="{A5548FB5-87FE-4DD9-B821-495D5FFC42A6}" dt="2025-10-07T11:22:02.560" v="1819" actId="20577"/>
        <pc:sldMkLst>
          <pc:docMk/>
          <pc:sldMk cId="2210283366" sldId="7378"/>
        </pc:sldMkLst>
        <pc:spChg chg="mod">
          <ac:chgData name="Saad Akbar" userId="34e1e98c-f1fc-408f-bc28-2fe92e69de3b" providerId="ADAL" clId="{A5548FB5-87FE-4DD9-B821-495D5FFC42A6}" dt="2025-10-07T10:16:46.126" v="179" actId="14100"/>
          <ac:spMkLst>
            <pc:docMk/>
            <pc:sldMk cId="2210283366" sldId="7378"/>
            <ac:spMk id="5" creationId="{EA03388F-2BB8-C38C-EB7D-BAF7C8D9888E}"/>
          </ac:spMkLst>
        </pc:spChg>
        <pc:spChg chg="mod">
          <ac:chgData name="Saad Akbar" userId="34e1e98c-f1fc-408f-bc28-2fe92e69de3b" providerId="ADAL" clId="{A5548FB5-87FE-4DD9-B821-495D5FFC42A6}" dt="2025-10-07T09:55:10.272" v="19" actId="20577"/>
          <ac:spMkLst>
            <pc:docMk/>
            <pc:sldMk cId="2210283366" sldId="7378"/>
            <ac:spMk id="6" creationId="{00000000-0000-0000-0000-000000000000}"/>
          </ac:spMkLst>
        </pc:spChg>
        <pc:spChg chg="mod">
          <ac:chgData name="Saad Akbar" userId="34e1e98c-f1fc-408f-bc28-2fe92e69de3b" providerId="ADAL" clId="{A5548FB5-87FE-4DD9-B821-495D5FFC42A6}" dt="2025-10-07T11:12:27.052" v="1368"/>
          <ac:spMkLst>
            <pc:docMk/>
            <pc:sldMk cId="2210283366" sldId="7378"/>
            <ac:spMk id="7" creationId="{5EAE678F-E9A0-47C8-BC29-C1EB27D339F4}"/>
          </ac:spMkLst>
        </pc:spChg>
        <pc:spChg chg="mod">
          <ac:chgData name="Saad Akbar" userId="34e1e98c-f1fc-408f-bc28-2fe92e69de3b" providerId="ADAL" clId="{A5548FB5-87FE-4DD9-B821-495D5FFC42A6}" dt="2025-10-07T10:16:19.103" v="178" actId="14100"/>
          <ac:spMkLst>
            <pc:docMk/>
            <pc:sldMk cId="2210283366" sldId="7378"/>
            <ac:spMk id="8" creationId="{9CCB644A-92B1-4009-9AB2-CAAC3BB65C3E}"/>
          </ac:spMkLst>
        </pc:spChg>
        <pc:spChg chg="mod">
          <ac:chgData name="Saad Akbar" userId="34e1e98c-f1fc-408f-bc28-2fe92e69de3b" providerId="ADAL" clId="{A5548FB5-87FE-4DD9-B821-495D5FFC42A6}" dt="2025-10-07T10:16:14.857" v="176" actId="14100"/>
          <ac:spMkLst>
            <pc:docMk/>
            <pc:sldMk cId="2210283366" sldId="7378"/>
            <ac:spMk id="9" creationId="{5BEAAA01-D660-4AAF-BD93-39A6ACB22E99}"/>
          </ac:spMkLst>
        </pc:spChg>
        <pc:spChg chg="mod">
          <ac:chgData name="Saad Akbar" userId="34e1e98c-f1fc-408f-bc28-2fe92e69de3b" providerId="ADAL" clId="{A5548FB5-87FE-4DD9-B821-495D5FFC42A6}" dt="2025-10-07T10:16:46.126" v="179" actId="14100"/>
          <ac:spMkLst>
            <pc:docMk/>
            <pc:sldMk cId="2210283366" sldId="7378"/>
            <ac:spMk id="11" creationId="{AEA52322-0875-4237-94F8-497D47AC4331}"/>
          </ac:spMkLst>
        </pc:spChg>
        <pc:spChg chg="mod">
          <ac:chgData name="Saad Akbar" userId="34e1e98c-f1fc-408f-bc28-2fe92e69de3b" providerId="ADAL" clId="{A5548FB5-87FE-4DD9-B821-495D5FFC42A6}" dt="2025-10-07T10:16:46.126" v="179" actId="14100"/>
          <ac:spMkLst>
            <pc:docMk/>
            <pc:sldMk cId="2210283366" sldId="7378"/>
            <ac:spMk id="12" creationId="{69D2CB2B-D439-4E17-9215-30A96F656DBF}"/>
          </ac:spMkLst>
        </pc:spChg>
        <pc:spChg chg="mod">
          <ac:chgData name="Saad Akbar" userId="34e1e98c-f1fc-408f-bc28-2fe92e69de3b" providerId="ADAL" clId="{A5548FB5-87FE-4DD9-B821-495D5FFC42A6}" dt="2025-10-07T10:16:46.126" v="179" actId="14100"/>
          <ac:spMkLst>
            <pc:docMk/>
            <pc:sldMk cId="2210283366" sldId="7378"/>
            <ac:spMk id="13" creationId="{7DCB7728-DC06-4F42-95D0-D7DB8245873D}"/>
          </ac:spMkLst>
        </pc:spChg>
        <pc:spChg chg="mod">
          <ac:chgData name="Saad Akbar" userId="34e1e98c-f1fc-408f-bc28-2fe92e69de3b" providerId="ADAL" clId="{A5548FB5-87FE-4DD9-B821-495D5FFC42A6}" dt="2025-10-07T09:57:52.376" v="84" actId="20577"/>
          <ac:spMkLst>
            <pc:docMk/>
            <pc:sldMk cId="2210283366" sldId="7378"/>
            <ac:spMk id="17" creationId="{E269B38A-0346-6538-BB40-1B2B63C75F2D}"/>
          </ac:spMkLst>
        </pc:spChg>
        <pc:spChg chg="mod">
          <ac:chgData name="Saad Akbar" userId="34e1e98c-f1fc-408f-bc28-2fe92e69de3b" providerId="ADAL" clId="{A5548FB5-87FE-4DD9-B821-495D5FFC42A6}" dt="2025-10-07T10:16:58.884" v="181" actId="1076"/>
          <ac:spMkLst>
            <pc:docMk/>
            <pc:sldMk cId="2210283366" sldId="7378"/>
            <ac:spMk id="32" creationId="{08CA2699-E3C2-4EE8-BDC4-B63802340585}"/>
          </ac:spMkLst>
        </pc:spChg>
        <pc:spChg chg="mod">
          <ac:chgData name="Saad Akbar" userId="34e1e98c-f1fc-408f-bc28-2fe92e69de3b" providerId="ADAL" clId="{A5548FB5-87FE-4DD9-B821-495D5FFC42A6}" dt="2025-10-07T10:17:24.555" v="186" actId="1076"/>
          <ac:spMkLst>
            <pc:docMk/>
            <pc:sldMk cId="2210283366" sldId="7378"/>
            <ac:spMk id="34" creationId="{08CA2699-E3C2-4EE8-BDC4-B63802340585}"/>
          </ac:spMkLst>
        </pc:spChg>
        <pc:spChg chg="mod">
          <ac:chgData name="Saad Akbar" userId="34e1e98c-f1fc-408f-bc28-2fe92e69de3b" providerId="ADAL" clId="{A5548FB5-87FE-4DD9-B821-495D5FFC42A6}" dt="2025-10-07T11:13:51.114" v="1391" actId="1076"/>
          <ac:spMkLst>
            <pc:docMk/>
            <pc:sldMk cId="2210283366" sldId="7378"/>
            <ac:spMk id="35" creationId="{08CA2699-E3C2-4EE8-BDC4-B63802340585}"/>
          </ac:spMkLst>
        </pc:spChg>
        <pc:spChg chg="mod">
          <ac:chgData name="Saad Akbar" userId="34e1e98c-f1fc-408f-bc28-2fe92e69de3b" providerId="ADAL" clId="{A5548FB5-87FE-4DD9-B821-495D5FFC42A6}" dt="2025-10-07T10:18:14.921" v="190"/>
          <ac:spMkLst>
            <pc:docMk/>
            <pc:sldMk cId="2210283366" sldId="7378"/>
            <ac:spMk id="36" creationId="{8F745B99-7503-C88D-F4C6-89221405A0EC}"/>
          </ac:spMkLst>
        </pc:spChg>
        <pc:spChg chg="mod">
          <ac:chgData name="Saad Akbar" userId="34e1e98c-f1fc-408f-bc28-2fe92e69de3b" providerId="ADAL" clId="{A5548FB5-87FE-4DD9-B821-495D5FFC42A6}" dt="2025-10-07T10:51:47.734" v="1093" actId="20577"/>
          <ac:spMkLst>
            <pc:docMk/>
            <pc:sldMk cId="2210283366" sldId="7378"/>
            <ac:spMk id="37" creationId="{4869B464-0F24-4366-AB65-04341E325BD3}"/>
          </ac:spMkLst>
        </pc:spChg>
        <pc:spChg chg="mod">
          <ac:chgData name="Saad Akbar" userId="34e1e98c-f1fc-408f-bc28-2fe92e69de3b" providerId="ADAL" clId="{A5548FB5-87FE-4DD9-B821-495D5FFC42A6}" dt="2025-10-07T10:51:57.119" v="1110" actId="20577"/>
          <ac:spMkLst>
            <pc:docMk/>
            <pc:sldMk cId="2210283366" sldId="7378"/>
            <ac:spMk id="38" creationId="{2FEE2618-7DEB-4B5E-97E6-9CCF5A8F03C9}"/>
          </ac:spMkLst>
        </pc:spChg>
        <pc:spChg chg="mod">
          <ac:chgData name="Saad Akbar" userId="34e1e98c-f1fc-408f-bc28-2fe92e69de3b" providerId="ADAL" clId="{A5548FB5-87FE-4DD9-B821-495D5FFC42A6}" dt="2025-10-07T10:18:14.921" v="190"/>
          <ac:spMkLst>
            <pc:docMk/>
            <pc:sldMk cId="2210283366" sldId="7378"/>
            <ac:spMk id="39" creationId="{F0ACA05B-C38A-74CF-AFB2-5A776CF20F01}"/>
          </ac:spMkLst>
        </pc:spChg>
        <pc:spChg chg="mod">
          <ac:chgData name="Saad Akbar" userId="34e1e98c-f1fc-408f-bc28-2fe92e69de3b" providerId="ADAL" clId="{A5548FB5-87FE-4DD9-B821-495D5FFC42A6}" dt="2025-10-07T10:18:14.921" v="190"/>
          <ac:spMkLst>
            <pc:docMk/>
            <pc:sldMk cId="2210283366" sldId="7378"/>
            <ac:spMk id="40" creationId="{A1C85638-9BFD-E507-01D8-1961DE615B3A}"/>
          </ac:spMkLst>
        </pc:spChg>
        <pc:spChg chg="mod">
          <ac:chgData name="Saad Akbar" userId="34e1e98c-f1fc-408f-bc28-2fe92e69de3b" providerId="ADAL" clId="{A5548FB5-87FE-4DD9-B821-495D5FFC42A6}" dt="2025-10-07T10:18:14.921" v="190"/>
          <ac:spMkLst>
            <pc:docMk/>
            <pc:sldMk cId="2210283366" sldId="7378"/>
            <ac:spMk id="41" creationId="{3774AFFB-018C-3303-FE18-ECE6502C55DA}"/>
          </ac:spMkLst>
        </pc:spChg>
        <pc:spChg chg="mod">
          <ac:chgData name="Saad Akbar" userId="34e1e98c-f1fc-408f-bc28-2fe92e69de3b" providerId="ADAL" clId="{A5548FB5-87FE-4DD9-B821-495D5FFC42A6}" dt="2025-10-07T10:43:26.055" v="964" actId="21"/>
          <ac:spMkLst>
            <pc:docMk/>
            <pc:sldMk cId="2210283366" sldId="7378"/>
            <ac:spMk id="50" creationId="{E2E2A7B7-E3CC-618C-1600-BC000447D4B5}"/>
          </ac:spMkLst>
        </pc:spChg>
        <pc:spChg chg="mod">
          <ac:chgData name="Saad Akbar" userId="34e1e98c-f1fc-408f-bc28-2fe92e69de3b" providerId="ADAL" clId="{A5548FB5-87FE-4DD9-B821-495D5FFC42A6}" dt="2025-10-07T10:17:10.620" v="184" actId="1076"/>
          <ac:spMkLst>
            <pc:docMk/>
            <pc:sldMk cId="2210283366" sldId="7378"/>
            <ac:spMk id="66" creationId="{D352282B-8EA2-1DDD-525C-DFAC0FB57732}"/>
          </ac:spMkLst>
        </pc:spChg>
        <pc:spChg chg="mod">
          <ac:chgData name="Saad Akbar" userId="34e1e98c-f1fc-408f-bc28-2fe92e69de3b" providerId="ADAL" clId="{A5548FB5-87FE-4DD9-B821-495D5FFC42A6}" dt="2025-10-07T10:47:21.093" v="1047" actId="1076"/>
          <ac:spMkLst>
            <pc:docMk/>
            <pc:sldMk cId="2210283366" sldId="7378"/>
            <ac:spMk id="68" creationId="{18AD9C1A-BA8C-8467-75AB-7C86AD1B3AE7}"/>
          </ac:spMkLst>
        </pc:spChg>
        <pc:spChg chg="mod">
          <ac:chgData name="Saad Akbar" userId="34e1e98c-f1fc-408f-bc28-2fe92e69de3b" providerId="ADAL" clId="{A5548FB5-87FE-4DD9-B821-495D5FFC42A6}" dt="2025-10-07T10:47:03.005" v="1041"/>
          <ac:spMkLst>
            <pc:docMk/>
            <pc:sldMk cId="2210283366" sldId="7378"/>
            <ac:spMk id="69" creationId="{A02B369A-6245-754E-E5C7-6E77753995CF}"/>
          </ac:spMkLst>
        </pc:spChg>
        <pc:spChg chg="mod">
          <ac:chgData name="Saad Akbar" userId="34e1e98c-f1fc-408f-bc28-2fe92e69de3b" providerId="ADAL" clId="{A5548FB5-87FE-4DD9-B821-495D5FFC42A6}" dt="2025-10-07T10:47:03.005" v="1041"/>
          <ac:spMkLst>
            <pc:docMk/>
            <pc:sldMk cId="2210283366" sldId="7378"/>
            <ac:spMk id="70" creationId="{FC638C25-265A-A46C-967C-E2FD84A60133}"/>
          </ac:spMkLst>
        </pc:spChg>
        <pc:spChg chg="mod">
          <ac:chgData name="Saad Akbar" userId="34e1e98c-f1fc-408f-bc28-2fe92e69de3b" providerId="ADAL" clId="{A5548FB5-87FE-4DD9-B821-495D5FFC42A6}" dt="2025-10-07T10:17:18.202" v="185" actId="1076"/>
          <ac:spMkLst>
            <pc:docMk/>
            <pc:sldMk cId="2210283366" sldId="7378"/>
            <ac:spMk id="71" creationId="{B26627F3-5491-D62E-4C4A-08E05ED87E44}"/>
          </ac:spMkLst>
        </pc:spChg>
        <pc:spChg chg="mod">
          <ac:chgData name="Saad Akbar" userId="34e1e98c-f1fc-408f-bc28-2fe92e69de3b" providerId="ADAL" clId="{A5548FB5-87FE-4DD9-B821-495D5FFC42A6}" dt="2025-10-07T10:47:03.005" v="1041"/>
          <ac:spMkLst>
            <pc:docMk/>
            <pc:sldMk cId="2210283366" sldId="7378"/>
            <ac:spMk id="74" creationId="{27ED50E7-6DE3-0ED6-D63F-4C33921BCE5B}"/>
          </ac:spMkLst>
        </pc:spChg>
        <pc:spChg chg="mod">
          <ac:chgData name="Saad Akbar" userId="34e1e98c-f1fc-408f-bc28-2fe92e69de3b" providerId="ADAL" clId="{A5548FB5-87FE-4DD9-B821-495D5FFC42A6}" dt="2025-10-07T10:47:03.005" v="1041"/>
          <ac:spMkLst>
            <pc:docMk/>
            <pc:sldMk cId="2210283366" sldId="7378"/>
            <ac:spMk id="77" creationId="{C44BDFC1-F8D7-F22C-8DD6-DB3F904553D2}"/>
          </ac:spMkLst>
        </pc:spChg>
        <pc:spChg chg="mod">
          <ac:chgData name="Saad Akbar" userId="34e1e98c-f1fc-408f-bc28-2fe92e69de3b" providerId="ADAL" clId="{A5548FB5-87FE-4DD9-B821-495D5FFC42A6}" dt="2025-10-07T10:21:02.144" v="240" actId="1076"/>
          <ac:spMkLst>
            <pc:docMk/>
            <pc:sldMk cId="2210283366" sldId="7378"/>
            <ac:spMk id="87" creationId="{C410605A-2A06-77CE-E993-53331E5605F3}"/>
          </ac:spMkLst>
        </pc:spChg>
        <pc:spChg chg="mod">
          <ac:chgData name="Saad Akbar" userId="34e1e98c-f1fc-408f-bc28-2fe92e69de3b" providerId="ADAL" clId="{A5548FB5-87FE-4DD9-B821-495D5FFC42A6}" dt="2025-10-07T09:56:04.742" v="22" actId="21"/>
          <ac:spMkLst>
            <pc:docMk/>
            <pc:sldMk cId="2210283366" sldId="7378"/>
            <ac:spMk id="88" creationId="{F6A215D9-4A57-370F-0AB7-8CF70F3EF346}"/>
          </ac:spMkLst>
        </pc:spChg>
        <pc:spChg chg="mod">
          <ac:chgData name="Saad Akbar" userId="34e1e98c-f1fc-408f-bc28-2fe92e69de3b" providerId="ADAL" clId="{A5548FB5-87FE-4DD9-B821-495D5FFC42A6}" dt="2025-10-07T11:11:39.085" v="1356" actId="1076"/>
          <ac:spMkLst>
            <pc:docMk/>
            <pc:sldMk cId="2210283366" sldId="7378"/>
            <ac:spMk id="89" creationId="{15BCBB28-316F-1C5E-B5E0-BA1DCDD4B670}"/>
          </ac:spMkLst>
        </pc:spChg>
        <pc:spChg chg="del mod">
          <ac:chgData name="Saad Akbar" userId="34e1e98c-f1fc-408f-bc28-2fe92e69de3b" providerId="ADAL" clId="{A5548FB5-87FE-4DD9-B821-495D5FFC42A6}" dt="2025-10-07T10:50:51.103" v="1083" actId="478"/>
          <ac:spMkLst>
            <pc:docMk/>
            <pc:sldMk cId="2210283366" sldId="7378"/>
            <ac:spMk id="90" creationId="{DAB29B71-1911-9C12-40C3-1E1A70B35AA2}"/>
          </ac:spMkLst>
        </pc:spChg>
        <pc:spChg chg="mod">
          <ac:chgData name="Saad Akbar" userId="34e1e98c-f1fc-408f-bc28-2fe92e69de3b" providerId="ADAL" clId="{A5548FB5-87FE-4DD9-B821-495D5FFC42A6}" dt="2025-10-07T10:47:03.005" v="1041"/>
          <ac:spMkLst>
            <pc:docMk/>
            <pc:sldMk cId="2210283366" sldId="7378"/>
            <ac:spMk id="97" creationId="{3F7E9BC4-C6AB-EF07-998F-47C062549D2B}"/>
          </ac:spMkLst>
        </pc:spChg>
        <pc:spChg chg="mod">
          <ac:chgData name="Saad Akbar" userId="34e1e98c-f1fc-408f-bc28-2fe92e69de3b" providerId="ADAL" clId="{A5548FB5-87FE-4DD9-B821-495D5FFC42A6}" dt="2025-10-07T09:56:22.365" v="28" actId="21"/>
          <ac:spMkLst>
            <pc:docMk/>
            <pc:sldMk cId="2210283366" sldId="7378"/>
            <ac:spMk id="101" creationId="{1A7D2E28-88C6-2220-19A4-E4E50CD13E06}"/>
          </ac:spMkLst>
        </pc:spChg>
        <pc:spChg chg="mod">
          <ac:chgData name="Saad Akbar" userId="34e1e98c-f1fc-408f-bc28-2fe92e69de3b" providerId="ADAL" clId="{A5548FB5-87FE-4DD9-B821-495D5FFC42A6}" dt="2025-10-07T10:47:03.005" v="1041"/>
          <ac:spMkLst>
            <pc:docMk/>
            <pc:sldMk cId="2210283366" sldId="7378"/>
            <ac:spMk id="110" creationId="{1BAA068F-020D-891F-EF4C-1A839D5519E0}"/>
          </ac:spMkLst>
        </pc:spChg>
        <pc:spChg chg="del">
          <ac:chgData name="Saad Akbar" userId="34e1e98c-f1fc-408f-bc28-2fe92e69de3b" providerId="ADAL" clId="{A5548FB5-87FE-4DD9-B821-495D5FFC42A6}" dt="2025-10-07T11:14:43.706" v="1394" actId="478"/>
          <ac:spMkLst>
            <pc:docMk/>
            <pc:sldMk cId="2210283366" sldId="7378"/>
            <ac:spMk id="120" creationId="{400B32EB-B20E-6061-B309-74BB021DBEEC}"/>
          </ac:spMkLst>
        </pc:spChg>
        <pc:spChg chg="mod">
          <ac:chgData name="Saad Akbar" userId="34e1e98c-f1fc-408f-bc28-2fe92e69de3b" providerId="ADAL" clId="{A5548FB5-87FE-4DD9-B821-495D5FFC42A6}" dt="2025-10-07T11:16:27.540" v="1591" actId="20577"/>
          <ac:spMkLst>
            <pc:docMk/>
            <pc:sldMk cId="2210283366" sldId="7378"/>
            <ac:spMk id="121" creationId="{925617A8-0D0B-EF82-680F-911447116761}"/>
          </ac:spMkLst>
        </pc:spChg>
        <pc:spChg chg="add mod">
          <ac:chgData name="Saad Akbar" userId="34e1e98c-f1fc-408f-bc28-2fe92e69de3b" providerId="ADAL" clId="{A5548FB5-87FE-4DD9-B821-495D5FFC42A6}" dt="2025-10-07T10:50:47.330" v="1082" actId="1076"/>
          <ac:spMkLst>
            <pc:docMk/>
            <pc:sldMk cId="2210283366" sldId="7378"/>
            <ac:spMk id="156" creationId="{AB282648-FB69-5DD4-36A4-5324DC6AF70D}"/>
          </ac:spMkLst>
        </pc:spChg>
        <pc:spChg chg="del">
          <ac:chgData name="Saad Akbar" userId="34e1e98c-f1fc-408f-bc28-2fe92e69de3b" providerId="ADAL" clId="{A5548FB5-87FE-4DD9-B821-495D5FFC42A6}" dt="2025-10-07T10:50:33.046" v="1080" actId="478"/>
          <ac:spMkLst>
            <pc:docMk/>
            <pc:sldMk cId="2210283366" sldId="7378"/>
            <ac:spMk id="157" creationId="{5AAA4910-EA33-C3FA-8548-21E087DEE549}"/>
          </ac:spMkLst>
        </pc:spChg>
        <pc:spChg chg="add mod">
          <ac:chgData name="Saad Akbar" userId="34e1e98c-f1fc-408f-bc28-2fe92e69de3b" providerId="ADAL" clId="{A5548FB5-87FE-4DD9-B821-495D5FFC42A6}" dt="2025-10-07T10:50:59.460" v="1086" actId="20577"/>
          <ac:spMkLst>
            <pc:docMk/>
            <pc:sldMk cId="2210283366" sldId="7378"/>
            <ac:spMk id="158" creationId="{C7413727-E093-D0DA-302A-B2C2B885ACB7}"/>
          </ac:spMkLst>
        </pc:spChg>
        <pc:spChg chg="add del">
          <ac:chgData name="Saad Akbar" userId="34e1e98c-f1fc-408f-bc28-2fe92e69de3b" providerId="ADAL" clId="{A5548FB5-87FE-4DD9-B821-495D5FFC42A6}" dt="2025-10-07T10:53:51.038" v="1122" actId="22"/>
          <ac:spMkLst>
            <pc:docMk/>
            <pc:sldMk cId="2210283366" sldId="7378"/>
            <ac:spMk id="160" creationId="{746A45BB-F9D5-EA64-05D2-BC8B412B8458}"/>
          </ac:spMkLst>
        </pc:spChg>
        <pc:spChg chg="add del mod">
          <ac:chgData name="Saad Akbar" userId="34e1e98c-f1fc-408f-bc28-2fe92e69de3b" providerId="ADAL" clId="{A5548FB5-87FE-4DD9-B821-495D5FFC42A6}" dt="2025-10-07T10:54:10.681" v="1129" actId="478"/>
          <ac:spMkLst>
            <pc:docMk/>
            <pc:sldMk cId="2210283366" sldId="7378"/>
            <ac:spMk id="161" creationId="{6A3C4D56-F298-DE0A-9497-9EAA7AE4413A}"/>
          </ac:spMkLst>
        </pc:spChg>
        <pc:spChg chg="add mod">
          <ac:chgData name="Saad Akbar" userId="34e1e98c-f1fc-408f-bc28-2fe92e69de3b" providerId="ADAL" clId="{A5548FB5-87FE-4DD9-B821-495D5FFC42A6}" dt="2025-10-07T11:13:25.180" v="1385" actId="1076"/>
          <ac:spMkLst>
            <pc:docMk/>
            <pc:sldMk cId="2210283366" sldId="7378"/>
            <ac:spMk id="166" creationId="{416578F4-B01A-147A-5BE9-4C29D330ACF7}"/>
          </ac:spMkLst>
        </pc:spChg>
        <pc:spChg chg="del">
          <ac:chgData name="Saad Akbar" userId="34e1e98c-f1fc-408f-bc28-2fe92e69de3b" providerId="ADAL" clId="{A5548FB5-87FE-4DD9-B821-495D5FFC42A6}" dt="2025-10-07T10:45:00.074" v="997" actId="478"/>
          <ac:spMkLst>
            <pc:docMk/>
            <pc:sldMk cId="2210283366" sldId="7378"/>
            <ac:spMk id="170" creationId="{F8D97198-FF84-942E-5AA2-DBBFE117958F}"/>
          </ac:spMkLst>
        </pc:spChg>
        <pc:spChg chg="mod">
          <ac:chgData name="Saad Akbar" userId="34e1e98c-f1fc-408f-bc28-2fe92e69de3b" providerId="ADAL" clId="{A5548FB5-87FE-4DD9-B821-495D5FFC42A6}" dt="2025-10-07T11:12:41.735" v="1372" actId="21"/>
          <ac:spMkLst>
            <pc:docMk/>
            <pc:sldMk cId="2210283366" sldId="7378"/>
            <ac:spMk id="171" creationId="{CCE32FB2-F49C-2C5A-A80F-9864F4D3D429}"/>
          </ac:spMkLst>
        </pc:spChg>
        <pc:spChg chg="mod">
          <ac:chgData name="Saad Akbar" userId="34e1e98c-f1fc-408f-bc28-2fe92e69de3b" providerId="ADAL" clId="{A5548FB5-87FE-4DD9-B821-495D5FFC42A6}" dt="2025-10-07T10:45:08.344" v="1000" actId="1076"/>
          <ac:spMkLst>
            <pc:docMk/>
            <pc:sldMk cId="2210283366" sldId="7378"/>
            <ac:spMk id="172" creationId="{58CB50E4-9DE5-BBE2-8970-201DAF924CD0}"/>
          </ac:spMkLst>
        </pc:spChg>
        <pc:spChg chg="mod">
          <ac:chgData name="Saad Akbar" userId="34e1e98c-f1fc-408f-bc28-2fe92e69de3b" providerId="ADAL" clId="{A5548FB5-87FE-4DD9-B821-495D5FFC42A6}" dt="2025-10-07T10:48:20.206" v="1057" actId="1076"/>
          <ac:spMkLst>
            <pc:docMk/>
            <pc:sldMk cId="2210283366" sldId="7378"/>
            <ac:spMk id="174" creationId="{CB72F59E-7396-5F91-4162-533CD8BC420B}"/>
          </ac:spMkLst>
        </pc:spChg>
        <pc:spChg chg="del">
          <ac:chgData name="Saad Akbar" userId="34e1e98c-f1fc-408f-bc28-2fe92e69de3b" providerId="ADAL" clId="{A5548FB5-87FE-4DD9-B821-495D5FFC42A6}" dt="2025-10-07T10:44:46.622" v="994" actId="478"/>
          <ac:spMkLst>
            <pc:docMk/>
            <pc:sldMk cId="2210283366" sldId="7378"/>
            <ac:spMk id="180" creationId="{8A2D8CE3-DE1B-330C-1298-E18F2DFED361}"/>
          </ac:spMkLst>
        </pc:spChg>
        <pc:spChg chg="mod">
          <ac:chgData name="Saad Akbar" userId="34e1e98c-f1fc-408f-bc28-2fe92e69de3b" providerId="ADAL" clId="{A5548FB5-87FE-4DD9-B821-495D5FFC42A6}" dt="2025-10-07T10:49:31.690" v="1069" actId="20577"/>
          <ac:spMkLst>
            <pc:docMk/>
            <pc:sldMk cId="2210283366" sldId="7378"/>
            <ac:spMk id="227" creationId="{3ADCA601-1EB7-F2BF-C05E-BC505A905EC7}"/>
          </ac:spMkLst>
        </pc:spChg>
        <pc:spChg chg="mod">
          <ac:chgData name="Saad Akbar" userId="34e1e98c-f1fc-408f-bc28-2fe92e69de3b" providerId="ADAL" clId="{A5548FB5-87FE-4DD9-B821-495D5FFC42A6}" dt="2025-10-07T10:17:07.223" v="183" actId="1076"/>
          <ac:spMkLst>
            <pc:docMk/>
            <pc:sldMk cId="2210283366" sldId="7378"/>
            <ac:spMk id="240" creationId="{3CABA554-C764-CE21-7A9D-308D15563EA8}"/>
          </ac:spMkLst>
        </pc:spChg>
        <pc:spChg chg="mod">
          <ac:chgData name="Saad Akbar" userId="34e1e98c-f1fc-408f-bc28-2fe92e69de3b" providerId="ADAL" clId="{A5548FB5-87FE-4DD9-B821-495D5FFC42A6}" dt="2025-10-07T10:02:14.688" v="156" actId="1076"/>
          <ac:spMkLst>
            <pc:docMk/>
            <pc:sldMk cId="2210283366" sldId="7378"/>
            <ac:spMk id="241" creationId="{39722DC8-B127-DCC3-5333-B681879BAB89}"/>
          </ac:spMkLst>
        </pc:spChg>
        <pc:spChg chg="mod">
          <ac:chgData name="Saad Akbar" userId="34e1e98c-f1fc-408f-bc28-2fe92e69de3b" providerId="ADAL" clId="{A5548FB5-87FE-4DD9-B821-495D5FFC42A6}" dt="2025-10-07T10:19:37.028" v="223" actId="20577"/>
          <ac:spMkLst>
            <pc:docMk/>
            <pc:sldMk cId="2210283366" sldId="7378"/>
            <ac:spMk id="252" creationId="{46AEAA06-B3ED-D468-83C0-881D08C02F62}"/>
          </ac:spMkLst>
        </pc:spChg>
        <pc:spChg chg="mod">
          <ac:chgData name="Saad Akbar" userId="34e1e98c-f1fc-408f-bc28-2fe92e69de3b" providerId="ADAL" clId="{A5548FB5-87FE-4DD9-B821-495D5FFC42A6}" dt="2025-10-07T10:18:14.921" v="190"/>
          <ac:spMkLst>
            <pc:docMk/>
            <pc:sldMk cId="2210283366" sldId="7378"/>
            <ac:spMk id="253" creationId="{A47A403F-81AC-52B2-8B7C-CA9E14A48041}"/>
          </ac:spMkLst>
        </pc:spChg>
        <pc:spChg chg="mod">
          <ac:chgData name="Saad Akbar" userId="34e1e98c-f1fc-408f-bc28-2fe92e69de3b" providerId="ADAL" clId="{A5548FB5-87FE-4DD9-B821-495D5FFC42A6}" dt="2025-10-07T10:18:14.921" v="190"/>
          <ac:spMkLst>
            <pc:docMk/>
            <pc:sldMk cId="2210283366" sldId="7378"/>
            <ac:spMk id="254" creationId="{552EB3CA-33B7-3858-E872-FDA8D7FA7A12}"/>
          </ac:spMkLst>
        </pc:spChg>
        <pc:spChg chg="mod">
          <ac:chgData name="Saad Akbar" userId="34e1e98c-f1fc-408f-bc28-2fe92e69de3b" providerId="ADAL" clId="{A5548FB5-87FE-4DD9-B821-495D5FFC42A6}" dt="2025-10-07T11:08:36.289" v="1248" actId="20577"/>
          <ac:spMkLst>
            <pc:docMk/>
            <pc:sldMk cId="2210283366" sldId="7378"/>
            <ac:spMk id="257" creationId="{E738AF4E-C3A1-E467-0883-68782817EE74}"/>
          </ac:spMkLst>
        </pc:spChg>
        <pc:spChg chg="mod">
          <ac:chgData name="Saad Akbar" userId="34e1e98c-f1fc-408f-bc28-2fe92e69de3b" providerId="ADAL" clId="{A5548FB5-87FE-4DD9-B821-495D5FFC42A6}" dt="2025-10-07T10:16:46.126" v="179" actId="14100"/>
          <ac:spMkLst>
            <pc:docMk/>
            <pc:sldMk cId="2210283366" sldId="7378"/>
            <ac:spMk id="271" creationId="{291937DB-A2FA-D09F-2813-20C51805E358}"/>
          </ac:spMkLst>
        </pc:spChg>
        <pc:spChg chg="mod">
          <ac:chgData name="Saad Akbar" userId="34e1e98c-f1fc-408f-bc28-2fe92e69de3b" providerId="ADAL" clId="{A5548FB5-87FE-4DD9-B821-495D5FFC42A6}" dt="2025-10-07T10:20:16.753" v="232" actId="1076"/>
          <ac:spMkLst>
            <pc:docMk/>
            <pc:sldMk cId="2210283366" sldId="7378"/>
            <ac:spMk id="277" creationId="{E1E5A9CE-7556-78EA-FD07-73954994B5A3}"/>
          </ac:spMkLst>
        </pc:spChg>
        <pc:grpChg chg="mod">
          <ac:chgData name="Saad Akbar" userId="34e1e98c-f1fc-408f-bc28-2fe92e69de3b" providerId="ADAL" clId="{A5548FB5-87FE-4DD9-B821-495D5FFC42A6}" dt="2025-10-07T10:19:59.130" v="229" actId="1076"/>
          <ac:grpSpMkLst>
            <pc:docMk/>
            <pc:sldMk cId="2210283366" sldId="7378"/>
            <ac:grpSpMk id="14" creationId="{8F8DCE49-7E6E-488B-9268-5B604D100182}"/>
          </ac:grpSpMkLst>
        </pc:grpChg>
        <pc:grpChg chg="mod">
          <ac:chgData name="Saad Akbar" userId="34e1e98c-f1fc-408f-bc28-2fe92e69de3b" providerId="ADAL" clId="{A5548FB5-87FE-4DD9-B821-495D5FFC42A6}" dt="2025-10-07T10:20:21.825" v="233" actId="1076"/>
          <ac:grpSpMkLst>
            <pc:docMk/>
            <pc:sldMk cId="2210283366" sldId="7378"/>
            <ac:grpSpMk id="16" creationId="{BA99BD99-937C-FDE4-DEA0-8EAEACC48982}"/>
          </ac:grpSpMkLst>
        </pc:grpChg>
        <pc:grpChg chg="mod">
          <ac:chgData name="Saad Akbar" userId="34e1e98c-f1fc-408f-bc28-2fe92e69de3b" providerId="ADAL" clId="{A5548FB5-87FE-4DD9-B821-495D5FFC42A6}" dt="2025-10-07T10:49:59.223" v="1074" actId="1076"/>
          <ac:grpSpMkLst>
            <pc:docMk/>
            <pc:sldMk cId="2210283366" sldId="7378"/>
            <ac:grpSpMk id="28" creationId="{78803DEB-701C-40F5-BE27-D1E7067ECD17}"/>
          </ac:grpSpMkLst>
        </pc:grpChg>
        <pc:grpChg chg="del">
          <ac:chgData name="Saad Akbar" userId="34e1e98c-f1fc-408f-bc28-2fe92e69de3b" providerId="ADAL" clId="{A5548FB5-87FE-4DD9-B821-495D5FFC42A6}" dt="2025-10-07T10:43:32.671" v="965" actId="478"/>
          <ac:grpSpMkLst>
            <pc:docMk/>
            <pc:sldMk cId="2210283366" sldId="7378"/>
            <ac:grpSpMk id="44" creationId="{0A87601F-AE6E-0158-D932-B97F77E40522}"/>
          </ac:grpSpMkLst>
        </pc:grpChg>
        <pc:grpChg chg="mod">
          <ac:chgData name="Saad Akbar" userId="34e1e98c-f1fc-408f-bc28-2fe92e69de3b" providerId="ADAL" clId="{A5548FB5-87FE-4DD9-B821-495D5FFC42A6}" dt="2025-10-07T10:50:06.656" v="1075" actId="1076"/>
          <ac:grpSpMkLst>
            <pc:docMk/>
            <pc:sldMk cId="2210283366" sldId="7378"/>
            <ac:grpSpMk id="59" creationId="{40D1F818-C32E-881A-782D-1FFD3A479414}"/>
          </ac:grpSpMkLst>
        </pc:grpChg>
        <pc:grpChg chg="mod">
          <ac:chgData name="Saad Akbar" userId="34e1e98c-f1fc-408f-bc28-2fe92e69de3b" providerId="ADAL" clId="{A5548FB5-87FE-4DD9-B821-495D5FFC42A6}" dt="2025-10-07T10:50:06.656" v="1075" actId="1076"/>
          <ac:grpSpMkLst>
            <pc:docMk/>
            <pc:sldMk cId="2210283366" sldId="7378"/>
            <ac:grpSpMk id="62" creationId="{0BC2F76F-7431-0AD0-79FA-1456B181DE15}"/>
          </ac:grpSpMkLst>
        </pc:grpChg>
        <pc:grpChg chg="mod">
          <ac:chgData name="Saad Akbar" userId="34e1e98c-f1fc-408f-bc28-2fe92e69de3b" providerId="ADAL" clId="{A5548FB5-87FE-4DD9-B821-495D5FFC42A6}" dt="2025-10-07T11:11:32.733" v="1355" actId="1076"/>
          <ac:grpSpMkLst>
            <pc:docMk/>
            <pc:sldMk cId="2210283366" sldId="7378"/>
            <ac:grpSpMk id="72" creationId="{9E7554AC-6628-8FC7-EE8B-748C2B8E1E06}"/>
          </ac:grpSpMkLst>
        </pc:grpChg>
        <pc:grpChg chg="del">
          <ac:chgData name="Saad Akbar" userId="34e1e98c-f1fc-408f-bc28-2fe92e69de3b" providerId="ADAL" clId="{A5548FB5-87FE-4DD9-B821-495D5FFC42A6}" dt="2025-10-07T09:56:08.432" v="23" actId="478"/>
          <ac:grpSpMkLst>
            <pc:docMk/>
            <pc:sldMk cId="2210283366" sldId="7378"/>
            <ac:grpSpMk id="80" creationId="{C3F86691-F52A-6792-4EBE-5CE0DFAE09ED}"/>
          </ac:grpSpMkLst>
        </pc:grpChg>
        <pc:grpChg chg="mod">
          <ac:chgData name="Saad Akbar" userId="34e1e98c-f1fc-408f-bc28-2fe92e69de3b" providerId="ADAL" clId="{A5548FB5-87FE-4DD9-B821-495D5FFC42A6}" dt="2025-10-07T10:21:34.447" v="248" actId="1076"/>
          <ac:grpSpMkLst>
            <pc:docMk/>
            <pc:sldMk cId="2210283366" sldId="7378"/>
            <ac:grpSpMk id="85" creationId="{34D41C7A-835B-C39D-80D5-25826A45419F}"/>
          </ac:grpSpMkLst>
        </pc:grpChg>
        <pc:grpChg chg="del">
          <ac:chgData name="Saad Akbar" userId="34e1e98c-f1fc-408f-bc28-2fe92e69de3b" providerId="ADAL" clId="{A5548FB5-87FE-4DD9-B821-495D5FFC42A6}" dt="2025-10-07T09:56:29.776" v="30" actId="478"/>
          <ac:grpSpMkLst>
            <pc:docMk/>
            <pc:sldMk cId="2210283366" sldId="7378"/>
            <ac:grpSpMk id="99" creationId="{EA79655C-1CA8-3595-2F44-402AEB3FD5F5}"/>
          </ac:grpSpMkLst>
        </pc:grpChg>
        <pc:grpChg chg="mod">
          <ac:chgData name="Saad Akbar" userId="34e1e98c-f1fc-408f-bc28-2fe92e69de3b" providerId="ADAL" clId="{A5548FB5-87FE-4DD9-B821-495D5FFC42A6}" dt="2025-10-07T10:50:17.395" v="1077" actId="1076"/>
          <ac:grpSpMkLst>
            <pc:docMk/>
            <pc:sldMk cId="2210283366" sldId="7378"/>
            <ac:grpSpMk id="117" creationId="{B7B4AB7B-34E2-B6B0-EA01-93DABF8B86FC}"/>
          </ac:grpSpMkLst>
        </pc:grpChg>
        <pc:grpChg chg="del">
          <ac:chgData name="Saad Akbar" userId="34e1e98c-f1fc-408f-bc28-2fe92e69de3b" providerId="ADAL" clId="{A5548FB5-87FE-4DD9-B821-495D5FFC42A6}" dt="2025-10-07T11:14:43.706" v="1394" actId="478"/>
          <ac:grpSpMkLst>
            <pc:docMk/>
            <pc:sldMk cId="2210283366" sldId="7378"/>
            <ac:grpSpMk id="119" creationId="{771B66CF-B96B-D22B-448A-2F8380DBC3E3}"/>
          </ac:grpSpMkLst>
        </pc:grpChg>
        <pc:grpChg chg="mod">
          <ac:chgData name="Saad Akbar" userId="34e1e98c-f1fc-408f-bc28-2fe92e69de3b" providerId="ADAL" clId="{A5548FB5-87FE-4DD9-B821-495D5FFC42A6}" dt="2025-10-07T10:50:23.831" v="1079" actId="1076"/>
          <ac:grpSpMkLst>
            <pc:docMk/>
            <pc:sldMk cId="2210283366" sldId="7378"/>
            <ac:grpSpMk id="139" creationId="{B3994B0C-B12D-1904-AAE8-1DB62576CE24}"/>
          </ac:grpSpMkLst>
        </pc:grpChg>
        <pc:grpChg chg="mod">
          <ac:chgData name="Saad Akbar" userId="34e1e98c-f1fc-408f-bc28-2fe92e69de3b" providerId="ADAL" clId="{A5548FB5-87FE-4DD9-B821-495D5FFC42A6}" dt="2025-10-07T11:13:38.624" v="1388" actId="1076"/>
          <ac:grpSpMkLst>
            <pc:docMk/>
            <pc:sldMk cId="2210283366" sldId="7378"/>
            <ac:grpSpMk id="167" creationId="{1B397F21-B024-56DB-1293-8FEED3EAE075}"/>
          </ac:grpSpMkLst>
        </pc:grpChg>
        <pc:grpChg chg="del">
          <ac:chgData name="Saad Akbar" userId="34e1e98c-f1fc-408f-bc28-2fe92e69de3b" providerId="ADAL" clId="{A5548FB5-87FE-4DD9-B821-495D5FFC42A6}" dt="2025-10-07T10:45:00.074" v="997" actId="478"/>
          <ac:grpSpMkLst>
            <pc:docMk/>
            <pc:sldMk cId="2210283366" sldId="7378"/>
            <ac:grpSpMk id="169" creationId="{B9C2C917-3446-1884-6F86-C260846D2D56}"/>
          </ac:grpSpMkLst>
        </pc:grpChg>
        <pc:grpChg chg="mod">
          <ac:chgData name="Saad Akbar" userId="34e1e98c-f1fc-408f-bc28-2fe92e69de3b" providerId="ADAL" clId="{A5548FB5-87FE-4DD9-B821-495D5FFC42A6}" dt="2025-10-07T10:49:37.061" v="1070" actId="1076"/>
          <ac:grpSpMkLst>
            <pc:docMk/>
            <pc:sldMk cId="2210283366" sldId="7378"/>
            <ac:grpSpMk id="225" creationId="{7F6EBBE3-ACE1-5845-EEAE-7D9D59DBCB4C}"/>
          </ac:grpSpMkLst>
        </pc:grpChg>
        <pc:grpChg chg="mod">
          <ac:chgData name="Saad Akbar" userId="34e1e98c-f1fc-408f-bc28-2fe92e69de3b" providerId="ADAL" clId="{A5548FB5-87FE-4DD9-B821-495D5FFC42A6}" dt="2025-10-07T10:17:03.135" v="182" actId="1076"/>
          <ac:grpSpMkLst>
            <pc:docMk/>
            <pc:sldMk cId="2210283366" sldId="7378"/>
            <ac:grpSpMk id="238" creationId="{FAD1E2A9-2BB3-FF69-37E4-3242AB18DB1A}"/>
          </ac:grpSpMkLst>
        </pc:grpChg>
        <pc:grpChg chg="add mod">
          <ac:chgData name="Saad Akbar" userId="34e1e98c-f1fc-408f-bc28-2fe92e69de3b" providerId="ADAL" clId="{A5548FB5-87FE-4DD9-B821-495D5FFC42A6}" dt="2025-10-07T10:20:43.367" v="237" actId="1076"/>
          <ac:grpSpMkLst>
            <pc:docMk/>
            <pc:sldMk cId="2210283366" sldId="7378"/>
            <ac:grpSpMk id="250" creationId="{AD681CDA-AB5F-90B8-0582-7014145E503C}"/>
          </ac:grpSpMkLst>
        </pc:grpChg>
        <pc:grpChg chg="mod">
          <ac:chgData name="Saad Akbar" userId="34e1e98c-f1fc-408f-bc28-2fe92e69de3b" providerId="ADAL" clId="{A5548FB5-87FE-4DD9-B821-495D5FFC42A6}" dt="2025-10-07T10:18:14.921" v="190"/>
          <ac:grpSpMkLst>
            <pc:docMk/>
            <pc:sldMk cId="2210283366" sldId="7378"/>
            <ac:grpSpMk id="251" creationId="{4BE3D34C-9F59-57E0-36CD-78144E7B2519}"/>
          </ac:grpSpMkLst>
        </pc:grpChg>
        <pc:grpChg chg="mod">
          <ac:chgData name="Saad Akbar" userId="34e1e98c-f1fc-408f-bc28-2fe92e69de3b" providerId="ADAL" clId="{A5548FB5-87FE-4DD9-B821-495D5FFC42A6}" dt="2025-10-07T10:17:30.384" v="187" actId="1076"/>
          <ac:grpSpMkLst>
            <pc:docMk/>
            <pc:sldMk cId="2210283366" sldId="7378"/>
            <ac:grpSpMk id="255" creationId="{8E9DA2EC-9139-A5CC-6095-CD80DF264800}"/>
          </ac:grpSpMkLst>
        </pc:grpChg>
        <pc:grpChg chg="mod">
          <ac:chgData name="Saad Akbar" userId="34e1e98c-f1fc-408f-bc28-2fe92e69de3b" providerId="ADAL" clId="{A5548FB5-87FE-4DD9-B821-495D5FFC42A6}" dt="2025-10-07T10:50:06.656" v="1075" actId="1076"/>
          <ac:grpSpMkLst>
            <pc:docMk/>
            <pc:sldMk cId="2210283366" sldId="7378"/>
            <ac:grpSpMk id="265" creationId="{840C934A-36E1-FB3F-4708-712DB717C525}"/>
          </ac:grpSpMkLst>
        </pc:grpChg>
        <pc:grpChg chg="add mod">
          <ac:chgData name="Saad Akbar" userId="34e1e98c-f1fc-408f-bc28-2fe92e69de3b" providerId="ADAL" clId="{A5548FB5-87FE-4DD9-B821-495D5FFC42A6}" dt="2025-10-07T11:13:30.497" v="1386" actId="1076"/>
          <ac:grpSpMkLst>
            <pc:docMk/>
            <pc:sldMk cId="2210283366" sldId="7378"/>
            <ac:grpSpMk id="270" creationId="{00D17224-0D37-8A98-0CBF-5B5580961BFA}"/>
          </ac:grpSpMkLst>
        </pc:grpChg>
        <pc:grpChg chg="mod">
          <ac:chgData name="Saad Akbar" userId="34e1e98c-f1fc-408f-bc28-2fe92e69de3b" providerId="ADAL" clId="{A5548FB5-87FE-4DD9-B821-495D5FFC42A6}" dt="2025-10-07T10:50:06.656" v="1075" actId="1076"/>
          <ac:grpSpMkLst>
            <pc:docMk/>
            <pc:sldMk cId="2210283366" sldId="7378"/>
            <ac:grpSpMk id="272" creationId="{EC76D175-0F39-A7E5-FF43-CB92AB6974D0}"/>
          </ac:grpSpMkLst>
        </pc:grpChg>
        <pc:grpChg chg="mod">
          <ac:chgData name="Saad Akbar" userId="34e1e98c-f1fc-408f-bc28-2fe92e69de3b" providerId="ADAL" clId="{A5548FB5-87FE-4DD9-B821-495D5FFC42A6}" dt="2025-10-07T10:47:03.005" v="1041"/>
          <ac:grpSpMkLst>
            <pc:docMk/>
            <pc:sldMk cId="2210283366" sldId="7378"/>
            <ac:grpSpMk id="281" creationId="{87A45AFE-AB26-66C3-5570-9D68B7EB520F}"/>
          </ac:grpSpMkLst>
        </pc:grpChg>
        <pc:picChg chg="mod">
          <ac:chgData name="Saad Akbar" userId="34e1e98c-f1fc-408f-bc28-2fe92e69de3b" providerId="ADAL" clId="{A5548FB5-87FE-4DD9-B821-495D5FFC42A6}" dt="2025-10-07T10:21:04.952" v="241" actId="1076"/>
          <ac:picMkLst>
            <pc:docMk/>
            <pc:sldMk cId="2210283366" sldId="7378"/>
            <ac:picMk id="86" creationId="{5C7ECABA-6802-8F1E-2FC1-FF08914FFCB6}"/>
          </ac:picMkLst>
        </pc:picChg>
        <pc:cxnChg chg="mod">
          <ac:chgData name="Saad Akbar" userId="34e1e98c-f1fc-408f-bc28-2fe92e69de3b" providerId="ADAL" clId="{A5548FB5-87FE-4DD9-B821-495D5FFC42A6}" dt="2025-10-07T10:16:54.840" v="180" actId="1076"/>
          <ac:cxnSpMkLst>
            <pc:docMk/>
            <pc:sldMk cId="2210283366" sldId="7378"/>
            <ac:cxnSpMk id="27" creationId="{00000000-0000-0000-0000-000000000000}"/>
          </ac:cxnSpMkLst>
        </pc:cxnChg>
        <pc:cxnChg chg="add mod">
          <ac:chgData name="Saad Akbar" userId="34e1e98c-f1fc-408f-bc28-2fe92e69de3b" providerId="ADAL" clId="{A5548FB5-87FE-4DD9-B821-495D5FFC42A6}" dt="2025-10-07T10:39:55.159" v="644" actId="1076"/>
          <ac:cxnSpMkLst>
            <pc:docMk/>
            <pc:sldMk cId="2210283366" sldId="7378"/>
            <ac:cxnSpMk id="42" creationId="{EDEF9B50-8A13-60FD-436C-DE775242C12F}"/>
          </ac:cxnSpMkLst>
        </pc:cxnChg>
        <pc:cxnChg chg="mod">
          <ac:chgData name="Saad Akbar" userId="34e1e98c-f1fc-408f-bc28-2fe92e69de3b" providerId="ADAL" clId="{A5548FB5-87FE-4DD9-B821-495D5FFC42A6}" dt="2025-10-07T10:20:36.721" v="235" actId="1076"/>
          <ac:cxnSpMkLst>
            <pc:docMk/>
            <pc:sldMk cId="2210283366" sldId="7378"/>
            <ac:cxnSpMk id="46" creationId="{A36187C7-5C68-29E9-8297-E92B6077139D}"/>
          </ac:cxnSpMkLst>
        </pc:cxnChg>
        <pc:cxnChg chg="mod">
          <ac:chgData name="Saad Akbar" userId="34e1e98c-f1fc-408f-bc28-2fe92e69de3b" providerId="ADAL" clId="{A5548FB5-87FE-4DD9-B821-495D5FFC42A6}" dt="2025-10-07T10:17:18.202" v="185" actId="1076"/>
          <ac:cxnSpMkLst>
            <pc:docMk/>
            <pc:sldMk cId="2210283366" sldId="7378"/>
            <ac:cxnSpMk id="67" creationId="{87154ACB-60EB-0E61-258D-177BF04C9D69}"/>
          </ac:cxnSpMkLst>
        </pc:cxnChg>
        <pc:cxnChg chg="mod">
          <ac:chgData name="Saad Akbar" userId="34e1e98c-f1fc-408f-bc28-2fe92e69de3b" providerId="ADAL" clId="{A5548FB5-87FE-4DD9-B821-495D5FFC42A6}" dt="2025-10-07T11:14:04.401" v="1392" actId="1076"/>
          <ac:cxnSpMkLst>
            <pc:docMk/>
            <pc:sldMk cId="2210283366" sldId="7378"/>
            <ac:cxnSpMk id="109" creationId="{2756A8D0-5332-3B37-FA91-484B27CCCA9A}"/>
          </ac:cxnSpMkLst>
        </pc:cxnChg>
        <pc:cxnChg chg="add mod">
          <ac:chgData name="Saad Akbar" userId="34e1e98c-f1fc-408f-bc28-2fe92e69de3b" providerId="ADAL" clId="{A5548FB5-87FE-4DD9-B821-495D5FFC42A6}" dt="2025-10-07T11:13:20.127" v="1384" actId="1076"/>
          <ac:cxnSpMkLst>
            <pc:docMk/>
            <pc:sldMk cId="2210283366" sldId="7378"/>
            <ac:cxnSpMk id="111" creationId="{5F634403-4DFC-D68D-581B-0EA104152640}"/>
          </ac:cxnSpMkLst>
        </pc:cxnChg>
        <pc:cxnChg chg="del mod">
          <ac:chgData name="Saad Akbar" userId="34e1e98c-f1fc-408f-bc28-2fe92e69de3b" providerId="ADAL" clId="{A5548FB5-87FE-4DD9-B821-495D5FFC42A6}" dt="2025-10-07T10:46:51.011" v="1038" actId="478"/>
          <ac:cxnSpMkLst>
            <pc:docMk/>
            <pc:sldMk cId="2210283366" sldId="7378"/>
            <ac:cxnSpMk id="115" creationId="{CECA6A05-DD9B-AB24-A5C3-F50BDEF71216}"/>
          </ac:cxnSpMkLst>
        </pc:cxnChg>
        <pc:cxnChg chg="del mod">
          <ac:chgData name="Saad Akbar" userId="34e1e98c-f1fc-408f-bc28-2fe92e69de3b" providerId="ADAL" clId="{A5548FB5-87FE-4DD9-B821-495D5FFC42A6}" dt="2025-10-07T10:46:48.160" v="1037" actId="478"/>
          <ac:cxnSpMkLst>
            <pc:docMk/>
            <pc:sldMk cId="2210283366" sldId="7378"/>
            <ac:cxnSpMk id="116" creationId="{6CCDB669-F675-E9A0-2627-12F5C5015382}"/>
          </ac:cxnSpMkLst>
        </pc:cxnChg>
        <pc:cxnChg chg="mod">
          <ac:chgData name="Saad Akbar" userId="34e1e98c-f1fc-408f-bc28-2fe92e69de3b" providerId="ADAL" clId="{A5548FB5-87FE-4DD9-B821-495D5FFC42A6}" dt="2025-10-07T10:49:11.104" v="1066" actId="14100"/>
          <ac:cxnSpMkLst>
            <pc:docMk/>
            <pc:sldMk cId="2210283366" sldId="7378"/>
            <ac:cxnSpMk id="130" creationId="{B60B1FCE-FCF2-F4BA-1F6C-55C7E3B81217}"/>
          </ac:cxnSpMkLst>
        </pc:cxnChg>
        <pc:cxnChg chg="mod">
          <ac:chgData name="Saad Akbar" userId="34e1e98c-f1fc-408f-bc28-2fe92e69de3b" providerId="ADAL" clId="{A5548FB5-87FE-4DD9-B821-495D5FFC42A6}" dt="2025-10-07T10:50:14.051" v="1076" actId="1076"/>
          <ac:cxnSpMkLst>
            <pc:docMk/>
            <pc:sldMk cId="2210283366" sldId="7378"/>
            <ac:cxnSpMk id="134" creationId="{D99E4F41-354A-7D09-0372-7682C93C9A5B}"/>
          </ac:cxnSpMkLst>
        </pc:cxnChg>
        <pc:cxnChg chg="mod">
          <ac:chgData name="Saad Akbar" userId="34e1e98c-f1fc-408f-bc28-2fe92e69de3b" providerId="ADAL" clId="{A5548FB5-87FE-4DD9-B821-495D5FFC42A6}" dt="2025-10-07T10:50:14.051" v="1076" actId="1076"/>
          <ac:cxnSpMkLst>
            <pc:docMk/>
            <pc:sldMk cId="2210283366" sldId="7378"/>
            <ac:cxnSpMk id="135" creationId="{3C9CA680-41C1-2418-E313-5636C76F2505}"/>
          </ac:cxnSpMkLst>
        </pc:cxnChg>
        <pc:cxnChg chg="mod">
          <ac:chgData name="Saad Akbar" userId="34e1e98c-f1fc-408f-bc28-2fe92e69de3b" providerId="ADAL" clId="{A5548FB5-87FE-4DD9-B821-495D5FFC42A6}" dt="2025-10-07T10:50:20.828" v="1078" actId="1076"/>
          <ac:cxnSpMkLst>
            <pc:docMk/>
            <pc:sldMk cId="2210283366" sldId="7378"/>
            <ac:cxnSpMk id="154" creationId="{CA59236A-9262-303C-6CFB-D049ADD02245}"/>
          </ac:cxnSpMkLst>
        </pc:cxnChg>
        <pc:cxnChg chg="add mod">
          <ac:chgData name="Saad Akbar" userId="34e1e98c-f1fc-408f-bc28-2fe92e69de3b" providerId="ADAL" clId="{A5548FB5-87FE-4DD9-B821-495D5FFC42A6}" dt="2025-10-07T11:12:11.294" v="1365" actId="1076"/>
          <ac:cxnSpMkLst>
            <pc:docMk/>
            <pc:sldMk cId="2210283366" sldId="7378"/>
            <ac:cxnSpMk id="163" creationId="{355274A6-71D5-841E-B2EA-ECE6620A08E8}"/>
          </ac:cxnSpMkLst>
        </pc:cxnChg>
        <pc:cxnChg chg="mod">
          <ac:chgData name="Saad Akbar" userId="34e1e98c-f1fc-408f-bc28-2fe92e69de3b" providerId="ADAL" clId="{A5548FB5-87FE-4DD9-B821-495D5FFC42A6}" dt="2025-10-07T10:49:50.590" v="1072" actId="14100"/>
          <ac:cxnSpMkLst>
            <pc:docMk/>
            <pc:sldMk cId="2210283366" sldId="7378"/>
            <ac:cxnSpMk id="188" creationId="{BC31EA35-D6CB-3D37-9586-36AFB8BEC769}"/>
          </ac:cxnSpMkLst>
        </pc:cxnChg>
        <pc:cxnChg chg="mod">
          <ac:chgData name="Saad Akbar" userId="34e1e98c-f1fc-408f-bc28-2fe92e69de3b" providerId="ADAL" clId="{A5548FB5-87FE-4DD9-B821-495D5FFC42A6}" dt="2025-10-07T10:17:24.555" v="186" actId="1076"/>
          <ac:cxnSpMkLst>
            <pc:docMk/>
            <pc:sldMk cId="2210283366" sldId="7378"/>
            <ac:cxnSpMk id="216" creationId="{D7884BC9-C0EA-4972-2BDE-4D5C32524129}"/>
          </ac:cxnSpMkLst>
        </pc:cxnChg>
        <pc:cxnChg chg="add mod">
          <ac:chgData name="Saad Akbar" userId="34e1e98c-f1fc-408f-bc28-2fe92e69de3b" providerId="ADAL" clId="{A5548FB5-87FE-4DD9-B821-495D5FFC42A6}" dt="2025-10-07T11:13:41.214" v="1389" actId="1076"/>
          <ac:cxnSpMkLst>
            <pc:docMk/>
            <pc:sldMk cId="2210283366" sldId="7378"/>
            <ac:cxnSpMk id="269" creationId="{AB5B9536-E908-1113-A63E-44EE7C8FEB79}"/>
          </ac:cxnSpMkLst>
        </pc:cxnChg>
        <pc:cxnChg chg="mod">
          <ac:chgData name="Saad Akbar" userId="34e1e98c-f1fc-408f-bc28-2fe92e69de3b" providerId="ADAL" clId="{A5548FB5-87FE-4DD9-B821-495D5FFC42A6}" dt="2025-10-07T10:20:39.073" v="236" actId="1076"/>
          <ac:cxnSpMkLst>
            <pc:docMk/>
            <pc:sldMk cId="2210283366" sldId="7378"/>
            <ac:cxnSpMk id="280" creationId="{CCF0E72A-1429-13EA-088C-DAC1D3322E85}"/>
          </ac:cxnSpMkLst>
        </pc:cxnChg>
      </pc:sldChg>
      <pc:sldChg chg="del modNotesTx">
        <pc:chgData name="Saad Akbar" userId="34e1e98c-f1fc-408f-bc28-2fe92e69de3b" providerId="ADAL" clId="{A5548FB5-87FE-4DD9-B821-495D5FFC42A6}" dt="2025-10-07T11:06:55.096" v="1131" actId="47"/>
        <pc:sldMkLst>
          <pc:docMk/>
          <pc:sldMk cId="3221512494" sldId="7382"/>
        </pc:sldMkLst>
      </pc:sldChg>
      <pc:sldChg chg="del">
        <pc:chgData name="Saad Akbar" userId="34e1e98c-f1fc-408f-bc28-2fe92e69de3b" providerId="ADAL" clId="{A5548FB5-87FE-4DD9-B821-495D5FFC42A6}" dt="2025-10-07T11:08:47.951" v="1251" actId="47"/>
        <pc:sldMkLst>
          <pc:docMk/>
          <pc:sldMk cId="3758678158" sldId="7383"/>
        </pc:sldMkLst>
      </pc:sldChg>
      <pc:sldChg chg="del">
        <pc:chgData name="Saad Akbar" userId="34e1e98c-f1fc-408f-bc28-2fe92e69de3b" providerId="ADAL" clId="{A5548FB5-87FE-4DD9-B821-495D5FFC42A6}" dt="2025-10-07T11:08:44.102" v="1250" actId="47"/>
        <pc:sldMkLst>
          <pc:docMk/>
          <pc:sldMk cId="2248512313" sldId="7384"/>
        </pc:sldMkLst>
      </pc:sldChg>
      <pc:sldChg chg="del">
        <pc:chgData name="Saad Akbar" userId="34e1e98c-f1fc-408f-bc28-2fe92e69de3b" providerId="ADAL" clId="{A5548FB5-87FE-4DD9-B821-495D5FFC42A6}" dt="2025-10-07T11:08:41.752" v="1249" actId="47"/>
        <pc:sldMkLst>
          <pc:docMk/>
          <pc:sldMk cId="3435795687" sldId="7385"/>
        </pc:sldMkLst>
      </pc:sldChg>
    </pc:docChg>
  </pc:docChgLst>
  <pc:docChgLst>
    <pc:chgData name="Saad Akbar" userId="34e1e98c-f1fc-408f-bc28-2fe92e69de3b" providerId="ADAL" clId="{484286C6-3CCF-4A72-976C-8C623FD797D5}"/>
    <pc:docChg chg="undo custSel addSld modSld sldOrd">
      <pc:chgData name="Saad Akbar" userId="34e1e98c-f1fc-408f-bc28-2fe92e69de3b" providerId="ADAL" clId="{484286C6-3CCF-4A72-976C-8C623FD797D5}" dt="2026-01-16T07:56:51.278" v="454"/>
      <pc:docMkLst>
        <pc:docMk/>
      </pc:docMkLst>
      <pc:sldChg chg="addSp delSp modSp mod ord modNotesTx">
        <pc:chgData name="Saad Akbar" userId="34e1e98c-f1fc-408f-bc28-2fe92e69de3b" providerId="ADAL" clId="{484286C6-3CCF-4A72-976C-8C623FD797D5}" dt="2026-01-16T07:56:51.278" v="454"/>
        <pc:sldMkLst>
          <pc:docMk/>
          <pc:sldMk cId="2210283366" sldId="7378"/>
        </pc:sldMkLst>
        <pc:spChg chg="mod">
          <ac:chgData name="Saad Akbar" userId="34e1e98c-f1fc-408f-bc28-2fe92e69de3b" providerId="ADAL" clId="{484286C6-3CCF-4A72-976C-8C623FD797D5}" dt="2026-01-15T07:14:07.431" v="447" actId="20577"/>
          <ac:spMkLst>
            <pc:docMk/>
            <pc:sldMk cId="2210283366" sldId="7378"/>
            <ac:spMk id="6" creationId="{00000000-0000-0000-0000-000000000000}"/>
          </ac:spMkLst>
        </pc:spChg>
        <pc:spChg chg="add del mod">
          <ac:chgData name="Saad Akbar" userId="34e1e98c-f1fc-408f-bc28-2fe92e69de3b" providerId="ADAL" clId="{484286C6-3CCF-4A72-976C-8C623FD797D5}" dt="2026-01-14T08:28:20.241" v="354" actId="1076"/>
          <ac:spMkLst>
            <pc:docMk/>
            <pc:sldMk cId="2210283366" sldId="7378"/>
            <ac:spMk id="7" creationId="{5EAE678F-E9A0-47C8-BC29-C1EB27D339F4}"/>
          </ac:spMkLst>
        </pc:spChg>
        <pc:spChg chg="mod">
          <ac:chgData name="Saad Akbar" userId="34e1e98c-f1fc-408f-bc28-2fe92e69de3b" providerId="ADAL" clId="{484286C6-3CCF-4A72-976C-8C623FD797D5}" dt="2026-01-14T07:22:18.282" v="254" actId="1076"/>
          <ac:spMkLst>
            <pc:docMk/>
            <pc:sldMk cId="2210283366" sldId="7378"/>
            <ac:spMk id="35" creationId="{08CA2699-E3C2-4EE8-BDC4-B63802340585}"/>
          </ac:spMkLst>
        </pc:spChg>
        <pc:spChg chg="mod">
          <ac:chgData name="Saad Akbar" userId="34e1e98c-f1fc-408f-bc28-2fe92e69de3b" providerId="ADAL" clId="{484286C6-3CCF-4A72-976C-8C623FD797D5}" dt="2026-01-14T07:23:24.633" v="320" actId="20577"/>
          <ac:spMkLst>
            <pc:docMk/>
            <pc:sldMk cId="2210283366" sldId="7378"/>
            <ac:spMk id="37" creationId="{4869B464-0F24-4366-AB65-04341E325BD3}"/>
          </ac:spMkLst>
        </pc:spChg>
        <pc:spChg chg="mod">
          <ac:chgData name="Saad Akbar" userId="34e1e98c-f1fc-408f-bc28-2fe92e69de3b" providerId="ADAL" clId="{484286C6-3CCF-4A72-976C-8C623FD797D5}" dt="2026-01-14T07:23:14.245" v="295" actId="20577"/>
          <ac:spMkLst>
            <pc:docMk/>
            <pc:sldMk cId="2210283366" sldId="7378"/>
            <ac:spMk id="38" creationId="{2FEE2618-7DEB-4B5E-97E6-9CCF5A8F03C9}"/>
          </ac:spMkLst>
        </pc:spChg>
        <pc:spChg chg="del mod">
          <ac:chgData name="Saad Akbar" userId="34e1e98c-f1fc-408f-bc28-2fe92e69de3b" providerId="ADAL" clId="{484286C6-3CCF-4A72-976C-8C623FD797D5}" dt="2026-01-14T07:23:02.959" v="278" actId="478"/>
          <ac:spMkLst>
            <pc:docMk/>
            <pc:sldMk cId="2210283366" sldId="7378"/>
            <ac:spMk id="66" creationId="{D352282B-8EA2-1DDD-525C-DFAC0FB57732}"/>
          </ac:spMkLst>
        </pc:spChg>
        <pc:spChg chg="del">
          <ac:chgData name="Saad Akbar" userId="34e1e98c-f1fc-408f-bc28-2fe92e69de3b" providerId="ADAL" clId="{484286C6-3CCF-4A72-976C-8C623FD797D5}" dt="2026-01-14T07:23:01.434" v="276" actId="478"/>
          <ac:spMkLst>
            <pc:docMk/>
            <pc:sldMk cId="2210283366" sldId="7378"/>
            <ac:spMk id="71" creationId="{B26627F3-5491-D62E-4C4A-08E05ED87E44}"/>
          </ac:spMkLst>
        </pc:spChg>
        <pc:spChg chg="mod">
          <ac:chgData name="Saad Akbar" userId="34e1e98c-f1fc-408f-bc28-2fe92e69de3b" providerId="ADAL" clId="{484286C6-3CCF-4A72-976C-8C623FD797D5}" dt="2026-01-14T07:23:33.994" v="325" actId="20577"/>
          <ac:spMkLst>
            <pc:docMk/>
            <pc:sldMk cId="2210283366" sldId="7378"/>
            <ac:spMk id="87" creationId="{C410605A-2A06-77CE-E993-53331E5605F3}"/>
          </ac:spMkLst>
        </pc:spChg>
        <pc:spChg chg="mod">
          <ac:chgData name="Saad Akbar" userId="34e1e98c-f1fc-408f-bc28-2fe92e69de3b" providerId="ADAL" clId="{484286C6-3CCF-4A72-976C-8C623FD797D5}" dt="2026-01-14T07:22:06.040" v="250" actId="1076"/>
          <ac:spMkLst>
            <pc:docMk/>
            <pc:sldMk cId="2210283366" sldId="7378"/>
            <ac:spMk id="89" creationId="{15BCBB28-316F-1C5E-B5E0-BA1DCDD4B670}"/>
          </ac:spMkLst>
        </pc:spChg>
        <pc:spChg chg="mod">
          <ac:chgData name="Saad Akbar" userId="34e1e98c-f1fc-408f-bc28-2fe92e69de3b" providerId="ADAL" clId="{484286C6-3CCF-4A72-976C-8C623FD797D5}" dt="2026-01-14T07:22:52.024" v="273" actId="1076"/>
          <ac:spMkLst>
            <pc:docMk/>
            <pc:sldMk cId="2210283366" sldId="7378"/>
            <ac:spMk id="136" creationId="{4B315020-3063-AB73-B24A-B7A7FB98E391}"/>
          </ac:spMkLst>
        </pc:spChg>
        <pc:spChg chg="del">
          <ac:chgData name="Saad Akbar" userId="34e1e98c-f1fc-408f-bc28-2fe92e69de3b" providerId="ADAL" clId="{484286C6-3CCF-4A72-976C-8C623FD797D5}" dt="2026-01-14T07:22:40.316" v="266" actId="478"/>
          <ac:spMkLst>
            <pc:docMk/>
            <pc:sldMk cId="2210283366" sldId="7378"/>
            <ac:spMk id="138" creationId="{FE6956F3-0961-38EE-ED31-49AA5D3BEFE5}"/>
          </ac:spMkLst>
        </pc:spChg>
        <pc:spChg chg="del">
          <ac:chgData name="Saad Akbar" userId="34e1e98c-f1fc-408f-bc28-2fe92e69de3b" providerId="ADAL" clId="{484286C6-3CCF-4A72-976C-8C623FD797D5}" dt="2026-01-14T06:46:48.377" v="53" actId="478"/>
          <ac:spMkLst>
            <pc:docMk/>
            <pc:sldMk cId="2210283366" sldId="7378"/>
            <ac:spMk id="156" creationId="{AB282648-FB69-5DD4-36A4-5324DC6AF70D}"/>
          </ac:spMkLst>
        </pc:spChg>
        <pc:spChg chg="del">
          <ac:chgData name="Saad Akbar" userId="34e1e98c-f1fc-408f-bc28-2fe92e69de3b" providerId="ADAL" clId="{484286C6-3CCF-4A72-976C-8C623FD797D5}" dt="2026-01-14T06:46:46.965" v="52" actId="478"/>
          <ac:spMkLst>
            <pc:docMk/>
            <pc:sldMk cId="2210283366" sldId="7378"/>
            <ac:spMk id="166" creationId="{416578F4-B01A-147A-5BE9-4C29D330ACF7}"/>
          </ac:spMkLst>
        </pc:spChg>
        <pc:spChg chg="mod">
          <ac:chgData name="Saad Akbar" userId="34e1e98c-f1fc-408f-bc28-2fe92e69de3b" providerId="ADAL" clId="{484286C6-3CCF-4A72-976C-8C623FD797D5}" dt="2026-01-14T07:21:45.215" v="245" actId="20577"/>
          <ac:spMkLst>
            <pc:docMk/>
            <pc:sldMk cId="2210283366" sldId="7378"/>
            <ac:spMk id="171" creationId="{CCE32FB2-F49C-2C5A-A80F-9864F4D3D429}"/>
          </ac:spMkLst>
        </pc:spChg>
        <pc:spChg chg="mod">
          <ac:chgData name="Saad Akbar" userId="34e1e98c-f1fc-408f-bc28-2fe92e69de3b" providerId="ADAL" clId="{484286C6-3CCF-4A72-976C-8C623FD797D5}" dt="2026-01-14T07:22:34.780" v="265" actId="20577"/>
          <ac:spMkLst>
            <pc:docMk/>
            <pc:sldMk cId="2210283366" sldId="7378"/>
            <ac:spMk id="227" creationId="{3ADCA601-1EB7-F2BF-C05E-BC505A905EC7}"/>
          </ac:spMkLst>
        </pc:spChg>
        <pc:spChg chg="mod">
          <ac:chgData name="Saad Akbar" userId="34e1e98c-f1fc-408f-bc28-2fe92e69de3b" providerId="ADAL" clId="{484286C6-3CCF-4A72-976C-8C623FD797D5}" dt="2026-01-14T07:23:29.091" v="324" actId="20577"/>
          <ac:spMkLst>
            <pc:docMk/>
            <pc:sldMk cId="2210283366" sldId="7378"/>
            <ac:spMk id="240" creationId="{3CABA554-C764-CE21-7A9D-308D15563EA8}"/>
          </ac:spMkLst>
        </pc:spChg>
        <pc:spChg chg="mod">
          <ac:chgData name="Saad Akbar" userId="34e1e98c-f1fc-408f-bc28-2fe92e69de3b" providerId="ADAL" clId="{484286C6-3CCF-4A72-976C-8C623FD797D5}" dt="2026-01-14T07:23:44.431" v="329" actId="20577"/>
          <ac:spMkLst>
            <pc:docMk/>
            <pc:sldMk cId="2210283366" sldId="7378"/>
            <ac:spMk id="252" creationId="{46AEAA06-B3ED-D468-83C0-881D08C02F62}"/>
          </ac:spMkLst>
        </pc:spChg>
        <pc:spChg chg="mod">
          <ac:chgData name="Saad Akbar" userId="34e1e98c-f1fc-408f-bc28-2fe92e69de3b" providerId="ADAL" clId="{484286C6-3CCF-4A72-976C-8C623FD797D5}" dt="2026-01-14T07:21:36.619" v="234" actId="20577"/>
          <ac:spMkLst>
            <pc:docMk/>
            <pc:sldMk cId="2210283366" sldId="7378"/>
            <ac:spMk id="257" creationId="{E738AF4E-C3A1-E467-0883-68782817EE74}"/>
          </ac:spMkLst>
        </pc:spChg>
        <pc:grpChg chg="mod">
          <ac:chgData name="Saad Akbar" userId="34e1e98c-f1fc-408f-bc28-2fe92e69de3b" providerId="ADAL" clId="{484286C6-3CCF-4A72-976C-8C623FD797D5}" dt="2026-01-14T07:22:00.644" v="249" actId="1076"/>
          <ac:grpSpMkLst>
            <pc:docMk/>
            <pc:sldMk cId="2210283366" sldId="7378"/>
            <ac:grpSpMk id="72" creationId="{9E7554AC-6628-8FC7-EE8B-748C2B8E1E06}"/>
          </ac:grpSpMkLst>
        </pc:grpChg>
        <pc:grpChg chg="del">
          <ac:chgData name="Saad Akbar" userId="34e1e98c-f1fc-408f-bc28-2fe92e69de3b" providerId="ADAL" clId="{484286C6-3CCF-4A72-976C-8C623FD797D5}" dt="2026-01-14T07:22:45.114" v="269" actId="478"/>
          <ac:grpSpMkLst>
            <pc:docMk/>
            <pc:sldMk cId="2210283366" sldId="7378"/>
            <ac:grpSpMk id="117" creationId="{B7B4AB7B-34E2-B6B0-EA01-93DABF8B86FC}"/>
          </ac:grpSpMkLst>
        </pc:grpChg>
        <pc:grpChg chg="del">
          <ac:chgData name="Saad Akbar" userId="34e1e98c-f1fc-408f-bc28-2fe92e69de3b" providerId="ADAL" clId="{484286C6-3CCF-4A72-976C-8C623FD797D5}" dt="2026-01-14T06:46:40.661" v="50" actId="478"/>
          <ac:grpSpMkLst>
            <pc:docMk/>
            <pc:sldMk cId="2210283366" sldId="7378"/>
            <ac:grpSpMk id="139" creationId="{B3994B0C-B12D-1904-AAE8-1DB62576CE24}"/>
          </ac:grpSpMkLst>
        </pc:grpChg>
        <pc:grpChg chg="mod">
          <ac:chgData name="Saad Akbar" userId="34e1e98c-f1fc-408f-bc28-2fe92e69de3b" providerId="ADAL" clId="{484286C6-3CCF-4A72-976C-8C623FD797D5}" dt="2026-01-14T07:22:09.857" v="251" actId="1076"/>
          <ac:grpSpMkLst>
            <pc:docMk/>
            <pc:sldMk cId="2210283366" sldId="7378"/>
            <ac:grpSpMk id="167" creationId="{1B397F21-B024-56DB-1293-8FEED3EAE075}"/>
          </ac:grpSpMkLst>
        </pc:grpChg>
        <pc:grpChg chg="mod">
          <ac:chgData name="Saad Akbar" userId="34e1e98c-f1fc-408f-bc28-2fe92e69de3b" providerId="ADAL" clId="{484286C6-3CCF-4A72-976C-8C623FD797D5}" dt="2026-01-14T07:22:54.333" v="274" actId="1076"/>
          <ac:grpSpMkLst>
            <pc:docMk/>
            <pc:sldMk cId="2210283366" sldId="7378"/>
            <ac:grpSpMk id="225" creationId="{7F6EBBE3-ACE1-5845-EEAE-7D9D59DBCB4C}"/>
          </ac:grpSpMkLst>
        </pc:grpChg>
        <pc:grpChg chg="del">
          <ac:chgData name="Saad Akbar" userId="34e1e98c-f1fc-408f-bc28-2fe92e69de3b" providerId="ADAL" clId="{484286C6-3CCF-4A72-976C-8C623FD797D5}" dt="2026-01-14T07:21:55.189" v="246" actId="478"/>
          <ac:grpSpMkLst>
            <pc:docMk/>
            <pc:sldMk cId="2210283366" sldId="7378"/>
            <ac:grpSpMk id="270" creationId="{00D17224-0D37-8A98-0CBF-5B5580961BFA}"/>
          </ac:grpSpMkLst>
        </pc:grpChg>
        <pc:cxnChg chg="del">
          <ac:chgData name="Saad Akbar" userId="34e1e98c-f1fc-408f-bc28-2fe92e69de3b" providerId="ADAL" clId="{484286C6-3CCF-4A72-976C-8C623FD797D5}" dt="2026-01-14T07:23:02.158" v="277" actId="478"/>
          <ac:cxnSpMkLst>
            <pc:docMk/>
            <pc:sldMk cId="2210283366" sldId="7378"/>
            <ac:cxnSpMk id="67" creationId="{87154ACB-60EB-0E61-258D-177BF04C9D69}"/>
          </ac:cxnSpMkLst>
        </pc:cxnChg>
        <pc:cxnChg chg="mod">
          <ac:chgData name="Saad Akbar" userId="34e1e98c-f1fc-408f-bc28-2fe92e69de3b" providerId="ADAL" clId="{484286C6-3CCF-4A72-976C-8C623FD797D5}" dt="2026-01-14T07:21:58.963" v="248" actId="1076"/>
          <ac:cxnSpMkLst>
            <pc:docMk/>
            <pc:sldMk cId="2210283366" sldId="7378"/>
            <ac:cxnSpMk id="111" creationId="{5F634403-4DFC-D68D-581B-0EA104152640}"/>
          </ac:cxnSpMkLst>
        </pc:cxnChg>
        <pc:cxnChg chg="mod">
          <ac:chgData name="Saad Akbar" userId="34e1e98c-f1fc-408f-bc28-2fe92e69de3b" providerId="ADAL" clId="{484286C6-3CCF-4A72-976C-8C623FD797D5}" dt="2026-01-14T07:22:25.349" v="256" actId="14100"/>
          <ac:cxnSpMkLst>
            <pc:docMk/>
            <pc:sldMk cId="2210283366" sldId="7378"/>
            <ac:cxnSpMk id="130" creationId="{B60B1FCE-FCF2-F4BA-1F6C-55C7E3B81217}"/>
          </ac:cxnSpMkLst>
        </pc:cxnChg>
        <pc:cxnChg chg="del">
          <ac:chgData name="Saad Akbar" userId="34e1e98c-f1fc-408f-bc28-2fe92e69de3b" providerId="ADAL" clId="{484286C6-3CCF-4A72-976C-8C623FD797D5}" dt="2026-01-14T07:22:46.342" v="270" actId="478"/>
          <ac:cxnSpMkLst>
            <pc:docMk/>
            <pc:sldMk cId="2210283366" sldId="7378"/>
            <ac:cxnSpMk id="134" creationId="{D99E4F41-354A-7D09-0372-7682C93C9A5B}"/>
          </ac:cxnSpMkLst>
        </pc:cxnChg>
        <pc:cxnChg chg="del">
          <ac:chgData name="Saad Akbar" userId="34e1e98c-f1fc-408f-bc28-2fe92e69de3b" providerId="ADAL" clId="{484286C6-3CCF-4A72-976C-8C623FD797D5}" dt="2026-01-14T07:22:46.962" v="271" actId="478"/>
          <ac:cxnSpMkLst>
            <pc:docMk/>
            <pc:sldMk cId="2210283366" sldId="7378"/>
            <ac:cxnSpMk id="135" creationId="{3C9CA680-41C1-2418-E313-5636C76F2505}"/>
          </ac:cxnSpMkLst>
        </pc:cxnChg>
        <pc:cxnChg chg="del">
          <ac:chgData name="Saad Akbar" userId="34e1e98c-f1fc-408f-bc28-2fe92e69de3b" providerId="ADAL" clId="{484286C6-3CCF-4A72-976C-8C623FD797D5}" dt="2026-01-14T06:46:49.879" v="54" actId="478"/>
          <ac:cxnSpMkLst>
            <pc:docMk/>
            <pc:sldMk cId="2210283366" sldId="7378"/>
            <ac:cxnSpMk id="154" creationId="{CA59236A-9262-303C-6CFB-D049ADD02245}"/>
          </ac:cxnSpMkLst>
        </pc:cxnChg>
        <pc:cxnChg chg="del">
          <ac:chgData name="Saad Akbar" userId="34e1e98c-f1fc-408f-bc28-2fe92e69de3b" providerId="ADAL" clId="{484286C6-3CCF-4A72-976C-8C623FD797D5}" dt="2026-01-14T06:46:42.413" v="51" actId="478"/>
          <ac:cxnSpMkLst>
            <pc:docMk/>
            <pc:sldMk cId="2210283366" sldId="7378"/>
            <ac:cxnSpMk id="163" creationId="{355274A6-71D5-841E-B2EA-ECE6620A08E8}"/>
          </ac:cxnSpMkLst>
        </pc:cxnChg>
        <pc:cxnChg chg="del">
          <ac:chgData name="Saad Akbar" userId="34e1e98c-f1fc-408f-bc28-2fe92e69de3b" providerId="ADAL" clId="{484286C6-3CCF-4A72-976C-8C623FD797D5}" dt="2026-01-14T07:21:56.453" v="247" actId="478"/>
          <ac:cxnSpMkLst>
            <pc:docMk/>
            <pc:sldMk cId="2210283366" sldId="7378"/>
            <ac:cxnSpMk id="269" creationId="{AB5B9536-E908-1113-A63E-44EE7C8FEB79}"/>
          </ac:cxnSpMkLst>
        </pc:cxnChg>
      </pc:sldChg>
      <pc:sldChg chg="addSp delSp modSp add mod modNotesTx">
        <pc:chgData name="Saad Akbar" userId="34e1e98c-f1fc-408f-bc28-2fe92e69de3b" providerId="ADAL" clId="{484286C6-3CCF-4A72-976C-8C623FD797D5}" dt="2026-01-15T12:43:26.276" v="449" actId="20577"/>
        <pc:sldMkLst>
          <pc:docMk/>
          <pc:sldMk cId="175861851" sldId="7379"/>
        </pc:sldMkLst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5" creationId="{EA03388F-2BB8-C38C-EB7D-BAF7C8D9888E}"/>
          </ac:spMkLst>
        </pc:spChg>
        <pc:spChg chg="mod">
          <ac:chgData name="Saad Akbar" userId="34e1e98c-f1fc-408f-bc28-2fe92e69de3b" providerId="ADAL" clId="{484286C6-3CCF-4A72-976C-8C623FD797D5}" dt="2026-01-15T07:13:21.243" v="379" actId="20577"/>
          <ac:spMkLst>
            <pc:docMk/>
            <pc:sldMk cId="175861851" sldId="7379"/>
            <ac:spMk id="6" creationId="{00000000-0000-0000-0000-000000000000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7" creationId="{5EAE678F-E9A0-47C8-BC29-C1EB27D339F4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8" creationId="{9CCB644A-92B1-4009-9AB2-CAAC3BB65C3E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9" creationId="{5BEAAA01-D660-4AAF-BD93-39A6ACB22E99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11" creationId="{AEA52322-0875-4237-94F8-497D47AC4331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12" creationId="{69D2CB2B-D439-4E17-9215-30A96F656DBF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13" creationId="{7DCB7728-DC06-4F42-95D0-D7DB8245873D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32" creationId="{08CA2699-E3C2-4EE8-BDC4-B63802340585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33" creationId="{08CA2699-E3C2-4EE8-BDC4-B63802340585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34" creationId="{08CA2699-E3C2-4EE8-BDC4-B63802340585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35" creationId="{08CA2699-E3C2-4EE8-BDC4-B63802340585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37" creationId="{4869B464-0F24-4366-AB65-04341E325BD3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38" creationId="{2FEE2618-7DEB-4B5E-97E6-9CCF5A8F03C9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66" creationId="{D352282B-8EA2-1DDD-525C-DFAC0FB57732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71" creationId="{B26627F3-5491-D62E-4C4A-08E05ED87E44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89" creationId="{15BCBB28-316F-1C5E-B5E0-BA1DCDD4B670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136" creationId="{4B315020-3063-AB73-B24A-B7A7FB98E391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138" creationId="{FE6956F3-0961-38EE-ED31-49AA5D3BEFE5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158" creationId="{C7413727-E093-D0DA-302A-B2C2B885ACB7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271" creationId="{291937DB-A2FA-D09F-2813-20C51805E358}"/>
          </ac:spMkLst>
        </pc:spChg>
        <pc:spChg chg="del">
          <ac:chgData name="Saad Akbar" userId="34e1e98c-f1fc-408f-bc28-2fe92e69de3b" providerId="ADAL" clId="{484286C6-3CCF-4A72-976C-8C623FD797D5}" dt="2026-01-14T07:08:42.080" v="66" actId="478"/>
          <ac:spMkLst>
            <pc:docMk/>
            <pc:sldMk cId="175861851" sldId="7379"/>
            <ac:spMk id="277" creationId="{E1E5A9CE-7556-78EA-FD07-73954994B5A3}"/>
          </ac:spMkLst>
        </pc:s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14" creationId="{8F8DCE49-7E6E-488B-9268-5B604D100182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16" creationId="{BA99BD99-937C-FDE4-DEA0-8EAEACC48982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28" creationId="{78803DEB-701C-40F5-BE27-D1E7067ECD17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59" creationId="{40D1F818-C32E-881A-782D-1FFD3A479414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62" creationId="{0BC2F76F-7431-0AD0-79FA-1456B181DE15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72" creationId="{9E7554AC-6628-8FC7-EE8B-748C2B8E1E06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85" creationId="{34D41C7A-835B-C39D-80D5-25826A45419F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117" creationId="{B7B4AB7B-34E2-B6B0-EA01-93DABF8B86FC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167" creationId="{1B397F21-B024-56DB-1293-8FEED3EAE075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225" creationId="{7F6EBBE3-ACE1-5845-EEAE-7D9D59DBCB4C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238" creationId="{FAD1E2A9-2BB3-FF69-37E4-3242AB18DB1A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250" creationId="{AD681CDA-AB5F-90B8-0582-7014145E503C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255" creationId="{8E9DA2EC-9139-A5CC-6095-CD80DF264800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265" creationId="{840C934A-36E1-FB3F-4708-712DB717C525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270" creationId="{00D17224-0D37-8A98-0CBF-5B5580961BFA}"/>
          </ac:grpSpMkLst>
        </pc:grpChg>
        <pc:grpChg chg="del">
          <ac:chgData name="Saad Akbar" userId="34e1e98c-f1fc-408f-bc28-2fe92e69de3b" providerId="ADAL" clId="{484286C6-3CCF-4A72-976C-8C623FD797D5}" dt="2026-01-14T07:08:42.080" v="66" actId="478"/>
          <ac:grpSpMkLst>
            <pc:docMk/>
            <pc:sldMk cId="175861851" sldId="7379"/>
            <ac:grpSpMk id="272" creationId="{EC76D175-0F39-A7E5-FF43-CB92AB6974D0}"/>
          </ac:grpSpMkLst>
        </pc:grpChg>
        <pc:picChg chg="add mod">
          <ac:chgData name="Saad Akbar" userId="34e1e98c-f1fc-408f-bc28-2fe92e69de3b" providerId="ADAL" clId="{484286C6-3CCF-4A72-976C-8C623FD797D5}" dt="2026-01-14T07:15:41.630" v="225" actId="14826"/>
          <ac:picMkLst>
            <pc:docMk/>
            <pc:sldMk cId="175861851" sldId="7379"/>
            <ac:picMk id="248" creationId="{1C9E0A8B-E9F0-2B08-9881-C65B0862E631}"/>
          </ac:picMkLst>
        </pc:pic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27" creationId="{00000000-0000-0000-0000-000000000000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42" creationId="{EDEF9B50-8A13-60FD-436C-DE775242C12F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46" creationId="{A36187C7-5C68-29E9-8297-E92B6077139D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67" creationId="{87154ACB-60EB-0E61-258D-177BF04C9D69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107" creationId="{BC0CBE16-E0E0-A295-509E-E487FB06E9CA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109" creationId="{2756A8D0-5332-3B37-FA91-484B27CCCA9A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111" creationId="{5F634403-4DFC-D68D-581B-0EA104152640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130" creationId="{B60B1FCE-FCF2-F4BA-1F6C-55C7E3B81217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134" creationId="{D99E4F41-354A-7D09-0372-7682C93C9A5B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135" creationId="{3C9CA680-41C1-2418-E313-5636C76F2505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188" creationId="{BC31EA35-D6CB-3D37-9586-36AFB8BEC769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216" creationId="{D7884BC9-C0EA-4972-2BDE-4D5C32524129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269" creationId="{AB5B9536-E908-1113-A63E-44EE7C8FEB79}"/>
          </ac:cxnSpMkLst>
        </pc:cxnChg>
        <pc:cxnChg chg="del">
          <ac:chgData name="Saad Akbar" userId="34e1e98c-f1fc-408f-bc28-2fe92e69de3b" providerId="ADAL" clId="{484286C6-3CCF-4A72-976C-8C623FD797D5}" dt="2026-01-14T07:08:42.080" v="66" actId="478"/>
          <ac:cxnSpMkLst>
            <pc:docMk/>
            <pc:sldMk cId="175861851" sldId="7379"/>
            <ac:cxnSpMk id="280" creationId="{CCF0E72A-1429-13EA-088C-DAC1D3322E85}"/>
          </ac:cxnSpMkLst>
        </pc:cxnChg>
      </pc:sldChg>
      <pc:sldChg chg="modSp add mod modNotesTx">
        <pc:chgData name="Saad Akbar" userId="34e1e98c-f1fc-408f-bc28-2fe92e69de3b" providerId="ADAL" clId="{484286C6-3CCF-4A72-976C-8C623FD797D5}" dt="2026-01-15T12:43:40.010" v="452" actId="20577"/>
        <pc:sldMkLst>
          <pc:docMk/>
          <pc:sldMk cId="843432815" sldId="7380"/>
        </pc:sldMkLst>
        <pc:spChg chg="mod">
          <ac:chgData name="Saad Akbar" userId="34e1e98c-f1fc-408f-bc28-2fe92e69de3b" providerId="ADAL" clId="{484286C6-3CCF-4A72-976C-8C623FD797D5}" dt="2026-01-15T07:13:49.845" v="414" actId="20577"/>
          <ac:spMkLst>
            <pc:docMk/>
            <pc:sldMk cId="843432815" sldId="7380"/>
            <ac:spMk id="6" creationId="{00000000-0000-0000-0000-000000000000}"/>
          </ac:spMkLst>
        </pc:spChg>
        <pc:picChg chg="mod modCrop">
          <ac:chgData name="Saad Akbar" userId="34e1e98c-f1fc-408f-bc28-2fe92e69de3b" providerId="ADAL" clId="{484286C6-3CCF-4A72-976C-8C623FD797D5}" dt="2026-01-14T07:11:39.865" v="211" actId="18131"/>
          <ac:picMkLst>
            <pc:docMk/>
            <pc:sldMk cId="843432815" sldId="7380"/>
            <ac:picMk id="248" creationId="{1C9E0A8B-E9F0-2B08-9881-C65B0862E631}"/>
          </ac:picMkLst>
        </pc:picChg>
      </pc:sldChg>
      <pc:sldChg chg="modSp add mod">
        <pc:chgData name="Saad Akbar" userId="34e1e98c-f1fc-408f-bc28-2fe92e69de3b" providerId="ADAL" clId="{484286C6-3CCF-4A72-976C-8C623FD797D5}" dt="2026-01-15T07:13:58.027" v="427" actId="20577"/>
        <pc:sldMkLst>
          <pc:docMk/>
          <pc:sldMk cId="285592264" sldId="7381"/>
        </pc:sldMkLst>
        <pc:spChg chg="mod">
          <ac:chgData name="Saad Akbar" userId="34e1e98c-f1fc-408f-bc28-2fe92e69de3b" providerId="ADAL" clId="{484286C6-3CCF-4A72-976C-8C623FD797D5}" dt="2026-01-15T07:13:58.027" v="427" actId="20577"/>
          <ac:spMkLst>
            <pc:docMk/>
            <pc:sldMk cId="285592264" sldId="7381"/>
            <ac:spMk id="6" creationId="{00000000-0000-0000-0000-000000000000}"/>
          </ac:spMkLst>
        </pc:spChg>
      </pc:sldChg>
    </pc:docChg>
  </pc:docChgLst>
  <pc:docChgLst>
    <pc:chgData name="Saad Akbar" userId="34e1e98c-f1fc-408f-bc28-2fe92e69de3b" providerId="ADAL" clId="{FBFDAD00-AA5A-4BBF-9794-49A440D73830}"/>
    <pc:docChg chg="undo custSel addSld delSld modSld sldOrd">
      <pc:chgData name="Saad Akbar" userId="34e1e98c-f1fc-408f-bc28-2fe92e69de3b" providerId="ADAL" clId="{FBFDAD00-AA5A-4BBF-9794-49A440D73830}" dt="2025-09-25T12:12:38.981" v="1693" actId="20577"/>
      <pc:docMkLst>
        <pc:docMk/>
      </pc:docMkLst>
      <pc:sldChg chg="modSp del mod">
        <pc:chgData name="Saad Akbar" userId="34e1e98c-f1fc-408f-bc28-2fe92e69de3b" providerId="ADAL" clId="{FBFDAD00-AA5A-4BBF-9794-49A440D73830}" dt="2025-09-22T10:51:24.168" v="760" actId="47"/>
        <pc:sldMkLst>
          <pc:docMk/>
          <pc:sldMk cId="1517590626" sldId="7377"/>
        </pc:sldMkLst>
        <pc:spChg chg="mod">
          <ac:chgData name="Saad Akbar" userId="34e1e98c-f1fc-408f-bc28-2fe92e69de3b" providerId="ADAL" clId="{FBFDAD00-AA5A-4BBF-9794-49A440D73830}" dt="2025-09-22T10:50:32.444" v="747" actId="21"/>
          <ac:spMkLst>
            <pc:docMk/>
            <pc:sldMk cId="1517590626" sldId="7377"/>
            <ac:spMk id="18" creationId="{2B442303-8942-102A-ECCA-8DD0CEBCCCC0}"/>
          </ac:spMkLst>
        </pc:spChg>
      </pc:sldChg>
      <pc:sldChg chg="addSp modSp mod modNotesTx">
        <pc:chgData name="Saad Akbar" userId="34e1e98c-f1fc-408f-bc28-2fe92e69de3b" providerId="ADAL" clId="{FBFDAD00-AA5A-4BBF-9794-49A440D73830}" dt="2025-09-25T11:58:21.601" v="1111" actId="20577"/>
        <pc:sldMkLst>
          <pc:docMk/>
          <pc:sldMk cId="2210283366" sldId="7378"/>
        </pc:sldMkLst>
        <pc:spChg chg="mod">
          <ac:chgData name="Saad Akbar" userId="34e1e98c-f1fc-408f-bc28-2fe92e69de3b" providerId="ADAL" clId="{FBFDAD00-AA5A-4BBF-9794-49A440D73830}" dt="2025-09-22T06:46:54.302" v="158" actId="20577"/>
          <ac:spMkLst>
            <pc:docMk/>
            <pc:sldMk cId="2210283366" sldId="7378"/>
            <ac:spMk id="6" creationId="{00000000-0000-0000-0000-000000000000}"/>
          </ac:spMkLst>
        </pc:spChg>
        <pc:spChg chg="mod">
          <ac:chgData name="Saad Akbar" userId="34e1e98c-f1fc-408f-bc28-2fe92e69de3b" providerId="ADAL" clId="{FBFDAD00-AA5A-4BBF-9794-49A440D73830}" dt="2025-09-22T11:05:15.059" v="809" actId="20577"/>
          <ac:spMkLst>
            <pc:docMk/>
            <pc:sldMk cId="2210283366" sldId="7378"/>
            <ac:spMk id="17" creationId="{E269B38A-0346-6538-BB40-1B2B63C75F2D}"/>
          </ac:spMkLst>
        </pc:spChg>
        <pc:spChg chg="mod">
          <ac:chgData name="Saad Akbar" userId="34e1e98c-f1fc-408f-bc28-2fe92e69de3b" providerId="ADAL" clId="{FBFDAD00-AA5A-4BBF-9794-49A440D73830}" dt="2025-09-22T11:03:50.996" v="764"/>
          <ac:spMkLst>
            <pc:docMk/>
            <pc:sldMk cId="2210283366" sldId="7378"/>
            <ac:spMk id="20" creationId="{328E9B25-0E1F-80AA-B4A0-992EE473496D}"/>
          </ac:spMkLst>
        </pc:spChg>
        <pc:spChg chg="mod">
          <ac:chgData name="Saad Akbar" userId="34e1e98c-f1fc-408f-bc28-2fe92e69de3b" providerId="ADAL" clId="{FBFDAD00-AA5A-4BBF-9794-49A440D73830}" dt="2025-09-22T11:03:50.996" v="764"/>
          <ac:spMkLst>
            <pc:docMk/>
            <pc:sldMk cId="2210283366" sldId="7378"/>
            <ac:spMk id="21" creationId="{4B2B4E70-4F0E-7541-9ADF-84322172A0FB}"/>
          </ac:spMkLst>
        </pc:spChg>
        <pc:spChg chg="mod">
          <ac:chgData name="Saad Akbar" userId="34e1e98c-f1fc-408f-bc28-2fe92e69de3b" providerId="ADAL" clId="{FBFDAD00-AA5A-4BBF-9794-49A440D73830}" dt="2025-09-22T11:03:50.996" v="764"/>
          <ac:spMkLst>
            <pc:docMk/>
            <pc:sldMk cId="2210283366" sldId="7378"/>
            <ac:spMk id="22" creationId="{53B596BB-3825-6906-5972-7C583A6CAC23}"/>
          </ac:spMkLst>
        </pc:spChg>
        <pc:spChg chg="mod">
          <ac:chgData name="Saad Akbar" userId="34e1e98c-f1fc-408f-bc28-2fe92e69de3b" providerId="ADAL" clId="{FBFDAD00-AA5A-4BBF-9794-49A440D73830}" dt="2025-09-22T11:03:50.996" v="764"/>
          <ac:spMkLst>
            <pc:docMk/>
            <pc:sldMk cId="2210283366" sldId="7378"/>
            <ac:spMk id="23" creationId="{176149D8-2CEA-0529-1D45-F29B6734B4D4}"/>
          </ac:spMkLst>
        </pc:spChg>
        <pc:spChg chg="mod">
          <ac:chgData name="Saad Akbar" userId="34e1e98c-f1fc-408f-bc28-2fe92e69de3b" providerId="ADAL" clId="{FBFDAD00-AA5A-4BBF-9794-49A440D73830}" dt="2025-09-22T11:03:50.996" v="764"/>
          <ac:spMkLst>
            <pc:docMk/>
            <pc:sldMk cId="2210283366" sldId="7378"/>
            <ac:spMk id="24" creationId="{0B531D75-676B-D8A2-DDC6-2C015A0D24A6}"/>
          </ac:spMkLst>
        </pc:spChg>
        <pc:spChg chg="mod">
          <ac:chgData name="Saad Akbar" userId="34e1e98c-f1fc-408f-bc28-2fe92e69de3b" providerId="ADAL" clId="{FBFDAD00-AA5A-4BBF-9794-49A440D73830}" dt="2025-09-22T11:03:50.996" v="764"/>
          <ac:spMkLst>
            <pc:docMk/>
            <pc:sldMk cId="2210283366" sldId="7378"/>
            <ac:spMk id="25" creationId="{612CEE0C-4C0C-8F7D-7BD4-30D9FD11CAFA}"/>
          </ac:spMkLst>
        </pc:spChg>
        <pc:spChg chg="mod">
          <ac:chgData name="Saad Akbar" userId="34e1e98c-f1fc-408f-bc28-2fe92e69de3b" providerId="ADAL" clId="{FBFDAD00-AA5A-4BBF-9794-49A440D73830}" dt="2025-09-22T11:03:50.996" v="764"/>
          <ac:spMkLst>
            <pc:docMk/>
            <pc:sldMk cId="2210283366" sldId="7378"/>
            <ac:spMk id="26" creationId="{6DF7577F-1E0B-B26C-6A0D-51F9C6F0F578}"/>
          </ac:spMkLst>
        </pc:spChg>
        <pc:spChg chg="mod">
          <ac:chgData name="Saad Akbar" userId="34e1e98c-f1fc-408f-bc28-2fe92e69de3b" providerId="ADAL" clId="{FBFDAD00-AA5A-4BBF-9794-49A440D73830}" dt="2025-09-22T11:03:50.996" v="764"/>
          <ac:spMkLst>
            <pc:docMk/>
            <pc:sldMk cId="2210283366" sldId="7378"/>
            <ac:spMk id="31" creationId="{C4B3CE20-0AC5-7C72-3C74-FB818C8F70C8}"/>
          </ac:spMkLst>
        </pc:spChg>
        <pc:spChg chg="mod">
          <ac:chgData name="Saad Akbar" userId="34e1e98c-f1fc-408f-bc28-2fe92e69de3b" providerId="ADAL" clId="{FBFDAD00-AA5A-4BBF-9794-49A440D73830}" dt="2025-09-25T11:58:21.601" v="1111" actId="20577"/>
          <ac:spMkLst>
            <pc:docMk/>
            <pc:sldMk cId="2210283366" sldId="7378"/>
            <ac:spMk id="101" creationId="{1A7D2E28-88C6-2220-19A4-E4E50CD13E06}"/>
          </ac:spMkLst>
        </pc:spChg>
        <pc:spChg chg="mod">
          <ac:chgData name="Saad Akbar" userId="34e1e98c-f1fc-408f-bc28-2fe92e69de3b" providerId="ADAL" clId="{FBFDAD00-AA5A-4BBF-9794-49A440D73830}" dt="2025-09-22T08:44:46.456" v="746" actId="14100"/>
          <ac:spMkLst>
            <pc:docMk/>
            <pc:sldMk cId="2210283366" sldId="7378"/>
            <ac:spMk id="180" creationId="{8A2D8CE3-DE1B-330C-1298-E18F2DFED361}"/>
          </ac:spMkLst>
        </pc:spChg>
        <pc:spChg chg="mod">
          <ac:chgData name="Saad Akbar" userId="34e1e98c-f1fc-408f-bc28-2fe92e69de3b" providerId="ADAL" clId="{FBFDAD00-AA5A-4BBF-9794-49A440D73830}" dt="2025-09-22T11:03:50.996" v="764"/>
          <ac:spMkLst>
            <pc:docMk/>
            <pc:sldMk cId="2210283366" sldId="7378"/>
            <ac:spMk id="247" creationId="{DF7CC45A-A4EE-D505-2903-61DCFC7AD02F}"/>
          </ac:spMkLst>
        </pc:spChg>
        <pc:grpChg chg="add mod">
          <ac:chgData name="Saad Akbar" userId="34e1e98c-f1fc-408f-bc28-2fe92e69de3b" providerId="ADAL" clId="{FBFDAD00-AA5A-4BBF-9794-49A440D73830}" dt="2025-09-22T11:05:26.785" v="811" actId="1076"/>
          <ac:grpSpMkLst>
            <pc:docMk/>
            <pc:sldMk cId="2210283366" sldId="7378"/>
            <ac:grpSpMk id="14" creationId="{8F8DCE49-7E6E-488B-9268-5B604D100182}"/>
          </ac:grpSpMkLst>
        </pc:grpChg>
        <pc:grpChg chg="mod">
          <ac:chgData name="Saad Akbar" userId="34e1e98c-f1fc-408f-bc28-2fe92e69de3b" providerId="ADAL" clId="{FBFDAD00-AA5A-4BBF-9794-49A440D73830}" dt="2025-09-22T11:03:50.996" v="764"/>
          <ac:grpSpMkLst>
            <pc:docMk/>
            <pc:sldMk cId="2210283366" sldId="7378"/>
            <ac:grpSpMk id="15" creationId="{F432BAE4-7E3B-3032-962A-1D0CC7B5D1E5}"/>
          </ac:grpSpMkLst>
        </pc:grpChg>
        <pc:grpChg chg="mod">
          <ac:chgData name="Saad Akbar" userId="34e1e98c-f1fc-408f-bc28-2fe92e69de3b" providerId="ADAL" clId="{FBFDAD00-AA5A-4BBF-9794-49A440D73830}" dt="2025-09-22T11:05:20.814" v="810" actId="1076"/>
          <ac:grpSpMkLst>
            <pc:docMk/>
            <pc:sldMk cId="2210283366" sldId="7378"/>
            <ac:grpSpMk id="16" creationId="{BA99BD99-937C-FDE4-DEA0-8EAEACC48982}"/>
          </ac:grpSpMkLst>
        </pc:grpChg>
        <pc:grpChg chg="mod">
          <ac:chgData name="Saad Akbar" userId="34e1e98c-f1fc-408f-bc28-2fe92e69de3b" providerId="ADAL" clId="{FBFDAD00-AA5A-4BBF-9794-49A440D73830}" dt="2025-09-22T11:03:50.996" v="764"/>
          <ac:grpSpMkLst>
            <pc:docMk/>
            <pc:sldMk cId="2210283366" sldId="7378"/>
            <ac:grpSpMk id="18" creationId="{ED0550FB-FB6D-E5D0-0BF7-467A87993CF4}"/>
          </ac:grpSpMkLst>
        </pc:grpChg>
        <pc:grpChg chg="mod">
          <ac:chgData name="Saad Akbar" userId="34e1e98c-f1fc-408f-bc28-2fe92e69de3b" providerId="ADAL" clId="{FBFDAD00-AA5A-4BBF-9794-49A440D73830}" dt="2025-09-22T11:03:50.996" v="764"/>
          <ac:grpSpMkLst>
            <pc:docMk/>
            <pc:sldMk cId="2210283366" sldId="7378"/>
            <ac:grpSpMk id="19" creationId="{52CD50D0-73BE-AD10-2C5C-C5887A648DA4}"/>
          </ac:grpSpMkLst>
        </pc:grpChg>
        <pc:cxnChg chg="mod">
          <ac:chgData name="Saad Akbar" userId="34e1e98c-f1fc-408f-bc28-2fe92e69de3b" providerId="ADAL" clId="{FBFDAD00-AA5A-4BBF-9794-49A440D73830}" dt="2025-09-22T11:04:40.253" v="799" actId="14100"/>
          <ac:cxnSpMkLst>
            <pc:docMk/>
            <pc:sldMk cId="2210283366" sldId="7378"/>
            <ac:cxnSpMk id="107" creationId="{BC0CBE16-E0E0-A295-509E-E487FB06E9CA}"/>
          </ac:cxnSpMkLst>
        </pc:cxnChg>
        <pc:cxnChg chg="mod">
          <ac:chgData name="Saad Akbar" userId="34e1e98c-f1fc-408f-bc28-2fe92e69de3b" providerId="ADAL" clId="{FBFDAD00-AA5A-4BBF-9794-49A440D73830}" dt="2025-09-22T11:04:28.328" v="797" actId="1076"/>
          <ac:cxnSpMkLst>
            <pc:docMk/>
            <pc:sldMk cId="2210283366" sldId="7378"/>
            <ac:cxnSpMk id="280" creationId="{CCF0E72A-1429-13EA-088C-DAC1D3322E85}"/>
          </ac:cxnSpMkLst>
        </pc:cxnChg>
      </pc:sldChg>
      <pc:sldChg chg="modSp del mod">
        <pc:chgData name="Saad Akbar" userId="34e1e98c-f1fc-408f-bc28-2fe92e69de3b" providerId="ADAL" clId="{FBFDAD00-AA5A-4BBF-9794-49A440D73830}" dt="2025-09-22T10:51:24.805" v="761" actId="47"/>
        <pc:sldMkLst>
          <pc:docMk/>
          <pc:sldMk cId="2509497430" sldId="7380"/>
        </pc:sldMkLst>
        <pc:spChg chg="mod">
          <ac:chgData name="Saad Akbar" userId="34e1e98c-f1fc-408f-bc28-2fe92e69de3b" providerId="ADAL" clId="{FBFDAD00-AA5A-4BBF-9794-49A440D73830}" dt="2025-09-22T10:50:44.060" v="749" actId="21"/>
          <ac:spMkLst>
            <pc:docMk/>
            <pc:sldMk cId="2509497430" sldId="7380"/>
            <ac:spMk id="18" creationId="{2B442303-8942-102A-ECCA-8DD0CEBCCCC0}"/>
          </ac:spMkLst>
        </pc:spChg>
      </pc:sldChg>
      <pc:sldChg chg="delSp modSp del mod">
        <pc:chgData name="Saad Akbar" userId="34e1e98c-f1fc-408f-bc28-2fe92e69de3b" providerId="ADAL" clId="{FBFDAD00-AA5A-4BBF-9794-49A440D73830}" dt="2025-09-22T10:51:25.798" v="762" actId="47"/>
        <pc:sldMkLst>
          <pc:docMk/>
          <pc:sldMk cId="2276905670" sldId="7381"/>
        </pc:sldMkLst>
        <pc:spChg chg="del mod">
          <ac:chgData name="Saad Akbar" userId="34e1e98c-f1fc-408f-bc28-2fe92e69de3b" providerId="ADAL" clId="{FBFDAD00-AA5A-4BBF-9794-49A440D73830}" dt="2025-09-22T10:51:06.665" v="755"/>
          <ac:spMkLst>
            <pc:docMk/>
            <pc:sldMk cId="2276905670" sldId="7381"/>
            <ac:spMk id="18" creationId="{2B442303-8942-102A-ECCA-8DD0CEBCCCC0}"/>
          </ac:spMkLst>
        </pc:spChg>
      </pc:sldChg>
      <pc:sldChg chg="addSp delSp modSp add mod modNotesTx">
        <pc:chgData name="Saad Akbar" userId="34e1e98c-f1fc-408f-bc28-2fe92e69de3b" providerId="ADAL" clId="{FBFDAD00-AA5A-4BBF-9794-49A440D73830}" dt="2025-09-25T12:12:38.981" v="1693" actId="20577"/>
        <pc:sldMkLst>
          <pc:docMk/>
          <pc:sldMk cId="3221512494" sldId="7382"/>
        </pc:sldMkLst>
        <pc:spChg chg="mod">
          <ac:chgData name="Saad Akbar" userId="34e1e98c-f1fc-408f-bc28-2fe92e69de3b" providerId="ADAL" clId="{FBFDAD00-AA5A-4BBF-9794-49A440D73830}" dt="2025-09-22T07:57:20.469" v="183" actId="1076"/>
          <ac:spMkLst>
            <pc:docMk/>
            <pc:sldMk cId="3221512494" sldId="7382"/>
            <ac:spMk id="5" creationId="{EA03388F-2BB8-C38C-EB7D-BAF7C8D9888E}"/>
          </ac:spMkLst>
        </pc:spChg>
        <pc:spChg chg="mod">
          <ac:chgData name="Saad Akbar" userId="34e1e98c-f1fc-408f-bc28-2fe92e69de3b" providerId="ADAL" clId="{FBFDAD00-AA5A-4BBF-9794-49A440D73830}" dt="2025-09-25T11:57:32.826" v="1104" actId="20577"/>
          <ac:spMkLst>
            <pc:docMk/>
            <pc:sldMk cId="3221512494" sldId="7382"/>
            <ac:spMk id="6" creationId="{00000000-0000-0000-0000-000000000000}"/>
          </ac:spMkLst>
        </pc:spChg>
        <pc:spChg chg="add mod">
          <ac:chgData name="Saad Akbar" userId="34e1e98c-f1fc-408f-bc28-2fe92e69de3b" providerId="ADAL" clId="{FBFDAD00-AA5A-4BBF-9794-49A440D73830}" dt="2025-09-22T08:00:02.542" v="215" actId="1076"/>
          <ac:spMkLst>
            <pc:docMk/>
            <pc:sldMk cId="3221512494" sldId="7382"/>
            <ac:spMk id="10" creationId="{4ED8FD82-C6BB-0C1C-EE27-872A935131D6}"/>
          </ac:spMkLst>
        </pc:spChg>
        <pc:spChg chg="mod">
          <ac:chgData name="Saad Akbar" userId="34e1e98c-f1fc-408f-bc28-2fe92e69de3b" providerId="ADAL" clId="{FBFDAD00-AA5A-4BBF-9794-49A440D73830}" dt="2025-09-22T08:01:42.111" v="238" actId="14100"/>
          <ac:spMkLst>
            <pc:docMk/>
            <pc:sldMk cId="3221512494" sldId="7382"/>
            <ac:spMk id="13" creationId="{7DCB7728-DC06-4F42-95D0-D7DB8245873D}"/>
          </ac:spMkLst>
        </pc:spChg>
        <pc:spChg chg="add del mod">
          <ac:chgData name="Saad Akbar" userId="34e1e98c-f1fc-408f-bc28-2fe92e69de3b" providerId="ADAL" clId="{FBFDAD00-AA5A-4BBF-9794-49A440D73830}" dt="2025-09-22T08:05:50.463" v="252" actId="21"/>
          <ac:spMkLst>
            <pc:docMk/>
            <pc:sldMk cId="3221512494" sldId="7382"/>
            <ac:spMk id="18" creationId="{5C3323D2-A704-AF72-B8A9-E9ED07053883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19" creationId="{B95A3044-2FC9-C9D2-3B1E-7904C82D909A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1" creationId="{D8C2113A-E4B5-1B35-2D60-11B504D75CF4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4" creationId="{286DBE5B-5FEA-95EE-D82C-A8B3F4E83F36}"/>
          </ac:spMkLst>
        </pc:spChg>
        <pc:spChg chg="add mod">
          <ac:chgData name="Saad Akbar" userId="34e1e98c-f1fc-408f-bc28-2fe92e69de3b" providerId="ADAL" clId="{FBFDAD00-AA5A-4BBF-9794-49A440D73830}" dt="2025-09-22T08:05:56.954" v="254" actId="1076"/>
          <ac:spMkLst>
            <pc:docMk/>
            <pc:sldMk cId="3221512494" sldId="7382"/>
            <ac:spMk id="25" creationId="{CD091F02-AA33-4F22-F47E-5CD1317DF368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6" creationId="{3BC77520-E10F-5A46-57D0-B9A26DDF7C02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8" creationId="{C92FB870-D993-FAD4-DFAD-E297FBCEF7B1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9" creationId="{82A5F52E-2D69-9641-F697-FA4796E0A3F7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30" creationId="{3FA3371D-4F51-5914-BF39-EB21A507915B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31" creationId="{101D65C2-32D8-938D-D1D6-9BDE22887D0B}"/>
          </ac:spMkLst>
        </pc:spChg>
        <pc:spChg chg="mod">
          <ac:chgData name="Saad Akbar" userId="34e1e98c-f1fc-408f-bc28-2fe92e69de3b" providerId="ADAL" clId="{FBFDAD00-AA5A-4BBF-9794-49A440D73830}" dt="2025-09-25T11:59:44.884" v="1125" actId="20577"/>
          <ac:spMkLst>
            <pc:docMk/>
            <pc:sldMk cId="3221512494" sldId="7382"/>
            <ac:spMk id="32" creationId="{08CA2699-E3C2-4EE8-BDC4-B63802340585}"/>
          </ac:spMkLst>
        </pc:spChg>
        <pc:spChg chg="del mod">
          <ac:chgData name="Saad Akbar" userId="34e1e98c-f1fc-408f-bc28-2fe92e69de3b" providerId="ADAL" clId="{FBFDAD00-AA5A-4BBF-9794-49A440D73830}" dt="2025-09-22T08:05:08.356" v="242" actId="478"/>
          <ac:spMkLst>
            <pc:docMk/>
            <pc:sldMk cId="3221512494" sldId="7382"/>
            <ac:spMk id="35" creationId="{08CA2699-E3C2-4EE8-BDC4-B63802340585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35" creationId="{908B7C4B-2DDC-76E2-1645-B3D2FF536831}"/>
          </ac:spMkLst>
        </pc:spChg>
        <pc:spChg chg="mod">
          <ac:chgData name="Saad Akbar" userId="34e1e98c-f1fc-408f-bc28-2fe92e69de3b" providerId="ADAL" clId="{FBFDAD00-AA5A-4BBF-9794-49A440D73830}" dt="2025-09-22T08:08:13.269" v="516"/>
          <ac:spMkLst>
            <pc:docMk/>
            <pc:sldMk cId="3221512494" sldId="7382"/>
            <ac:spMk id="41" creationId="{F004BEF7-41F0-88E0-1CF9-227878F1E33B}"/>
          </ac:spMkLst>
        </pc:spChg>
        <pc:spChg chg="mod">
          <ac:chgData name="Saad Akbar" userId="34e1e98c-f1fc-408f-bc28-2fe92e69de3b" providerId="ADAL" clId="{FBFDAD00-AA5A-4BBF-9794-49A440D73830}" dt="2025-09-22T08:08:13.269" v="516"/>
          <ac:spMkLst>
            <pc:docMk/>
            <pc:sldMk cId="3221512494" sldId="7382"/>
            <ac:spMk id="42" creationId="{541F247C-F9E7-07D9-A1B5-23A03BDE111D}"/>
          </ac:spMkLst>
        </pc:spChg>
        <pc:spChg chg="mod">
          <ac:chgData name="Saad Akbar" userId="34e1e98c-f1fc-408f-bc28-2fe92e69de3b" providerId="ADAL" clId="{FBFDAD00-AA5A-4BBF-9794-49A440D73830}" dt="2025-09-22T08:08:13.269" v="516"/>
          <ac:spMkLst>
            <pc:docMk/>
            <pc:sldMk cId="3221512494" sldId="7382"/>
            <ac:spMk id="43" creationId="{CF998E31-8EEB-CDEC-A4D6-D6FDFFD95A90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44" creationId="{FB87D532-374A-2514-654E-43CFD35601EE}"/>
          </ac:spMkLst>
        </pc:spChg>
        <pc:spChg chg="mod">
          <ac:chgData name="Saad Akbar" userId="34e1e98c-f1fc-408f-bc28-2fe92e69de3b" providerId="ADAL" clId="{FBFDAD00-AA5A-4BBF-9794-49A440D73830}" dt="2025-09-22T08:08:13.269" v="516"/>
          <ac:spMkLst>
            <pc:docMk/>
            <pc:sldMk cId="3221512494" sldId="7382"/>
            <ac:spMk id="45" creationId="{33E808B0-6C04-C874-8289-42B0D3A058AB}"/>
          </ac:spMkLst>
        </pc:spChg>
        <pc:spChg chg="del">
          <ac:chgData name="Saad Akbar" userId="34e1e98c-f1fc-408f-bc28-2fe92e69de3b" providerId="ADAL" clId="{FBFDAD00-AA5A-4BBF-9794-49A440D73830}" dt="2025-09-22T08:00:31.468" v="221" actId="478"/>
          <ac:spMkLst>
            <pc:docMk/>
            <pc:sldMk cId="3221512494" sldId="7382"/>
            <ac:spMk id="57" creationId="{0B79A231-E0C0-6CFD-1FDA-E312CBA00210}"/>
          </ac:spMkLst>
        </pc:spChg>
        <pc:spChg chg="del mod">
          <ac:chgData name="Saad Akbar" userId="34e1e98c-f1fc-408f-bc28-2fe92e69de3b" providerId="ADAL" clId="{FBFDAD00-AA5A-4BBF-9794-49A440D73830}" dt="2025-09-25T12:00:57.863" v="1127" actId="478"/>
          <ac:spMkLst>
            <pc:docMk/>
            <pc:sldMk cId="3221512494" sldId="7382"/>
            <ac:spMk id="66" creationId="{D352282B-8EA2-1DDD-525C-DFAC0FB57732}"/>
          </ac:spMkLst>
        </pc:spChg>
        <pc:spChg chg="mod">
          <ac:chgData name="Saad Akbar" userId="34e1e98c-f1fc-408f-bc28-2fe92e69de3b" providerId="ADAL" clId="{FBFDAD00-AA5A-4BBF-9794-49A440D73830}" dt="2025-09-22T08:27:57.904" v="732"/>
          <ac:spMkLst>
            <pc:docMk/>
            <pc:sldMk cId="3221512494" sldId="7382"/>
            <ac:spMk id="70" creationId="{CD252DEC-B4F9-C059-500E-5782E3442773}"/>
          </ac:spMkLst>
        </pc:spChg>
        <pc:spChg chg="del">
          <ac:chgData name="Saad Akbar" userId="34e1e98c-f1fc-408f-bc28-2fe92e69de3b" providerId="ADAL" clId="{FBFDAD00-AA5A-4BBF-9794-49A440D73830}" dt="2025-09-25T12:01:00.436" v="1129" actId="478"/>
          <ac:spMkLst>
            <pc:docMk/>
            <pc:sldMk cId="3221512494" sldId="7382"/>
            <ac:spMk id="71" creationId="{B26627F3-5491-D62E-4C4A-08E05ED87E44}"/>
          </ac:spMkLst>
        </pc:spChg>
        <pc:spChg chg="del">
          <ac:chgData name="Saad Akbar" userId="34e1e98c-f1fc-408f-bc28-2fe92e69de3b" providerId="ADAL" clId="{FBFDAD00-AA5A-4BBF-9794-49A440D73830}" dt="2025-09-22T08:01:13.381" v="235" actId="478"/>
          <ac:spMkLst>
            <pc:docMk/>
            <pc:sldMk cId="3221512494" sldId="7382"/>
            <ac:spMk id="89" creationId="{15BCBB28-316F-1C5E-B5E0-BA1DCDD4B670}"/>
          </ac:spMkLst>
        </pc:spChg>
        <pc:spChg chg="del">
          <ac:chgData name="Saad Akbar" userId="34e1e98c-f1fc-408f-bc28-2fe92e69de3b" providerId="ADAL" clId="{FBFDAD00-AA5A-4BBF-9794-49A440D73830}" dt="2025-09-22T07:56:51.425" v="163" actId="478"/>
          <ac:spMkLst>
            <pc:docMk/>
            <pc:sldMk cId="3221512494" sldId="7382"/>
            <ac:spMk id="90" creationId="{DAB29B71-1911-9C12-40C3-1E1A70B35AA2}"/>
          </ac:spMkLst>
        </pc:spChg>
        <pc:spChg chg="del">
          <ac:chgData name="Saad Akbar" userId="34e1e98c-f1fc-408f-bc28-2fe92e69de3b" providerId="ADAL" clId="{FBFDAD00-AA5A-4BBF-9794-49A440D73830}" dt="2025-09-22T08:01:31.422" v="236" actId="478"/>
          <ac:spMkLst>
            <pc:docMk/>
            <pc:sldMk cId="3221512494" sldId="7382"/>
            <ac:spMk id="91" creationId="{B76060C3-D10E-C8B9-D462-30ACE04B8FF4}"/>
          </ac:spMkLst>
        </pc:spChg>
        <pc:spChg chg="mod">
          <ac:chgData name="Saad Akbar" userId="34e1e98c-f1fc-408f-bc28-2fe92e69de3b" providerId="ADAL" clId="{FBFDAD00-AA5A-4BBF-9794-49A440D73830}" dt="2025-09-22T08:27:57.904" v="732"/>
          <ac:spMkLst>
            <pc:docMk/>
            <pc:sldMk cId="3221512494" sldId="7382"/>
            <ac:spMk id="97" creationId="{E2827D6F-3908-DA54-DE1A-4252C2AFF11E}"/>
          </ac:spMkLst>
        </pc:spChg>
        <pc:spChg chg="mod">
          <ac:chgData name="Saad Akbar" userId="34e1e98c-f1fc-408f-bc28-2fe92e69de3b" providerId="ADAL" clId="{FBFDAD00-AA5A-4BBF-9794-49A440D73830}" dt="2025-09-25T11:58:28.363" v="1117" actId="20577"/>
          <ac:spMkLst>
            <pc:docMk/>
            <pc:sldMk cId="3221512494" sldId="7382"/>
            <ac:spMk id="101" creationId="{1A7D2E28-88C6-2220-19A4-E4E50CD13E06}"/>
          </ac:spMkLst>
        </pc:spChg>
        <pc:spChg chg="mod">
          <ac:chgData name="Saad Akbar" userId="34e1e98c-f1fc-408f-bc28-2fe92e69de3b" providerId="ADAL" clId="{FBFDAD00-AA5A-4BBF-9794-49A440D73830}" dt="2025-09-22T08:27:57.904" v="732"/>
          <ac:spMkLst>
            <pc:docMk/>
            <pc:sldMk cId="3221512494" sldId="7382"/>
            <ac:spMk id="110" creationId="{C03A2B7A-410F-47F6-1C90-4FEA331B2875}"/>
          </ac:spMkLst>
        </pc:spChg>
        <pc:spChg chg="mod">
          <ac:chgData name="Saad Akbar" userId="34e1e98c-f1fc-408f-bc28-2fe92e69de3b" providerId="ADAL" clId="{FBFDAD00-AA5A-4BBF-9794-49A440D73830}" dt="2025-09-22T08:27:57.904" v="732"/>
          <ac:spMkLst>
            <pc:docMk/>
            <pc:sldMk cId="3221512494" sldId="7382"/>
            <ac:spMk id="111" creationId="{593278E6-03BB-57F1-BB97-B57053C54205}"/>
          </ac:spMkLst>
        </pc:spChg>
        <pc:spChg chg="mod">
          <ac:chgData name="Saad Akbar" userId="34e1e98c-f1fc-408f-bc28-2fe92e69de3b" providerId="ADAL" clId="{FBFDAD00-AA5A-4BBF-9794-49A440D73830}" dt="2025-09-22T08:27:57.904" v="732"/>
          <ac:spMkLst>
            <pc:docMk/>
            <pc:sldMk cId="3221512494" sldId="7382"/>
            <ac:spMk id="112" creationId="{54511FCA-0254-6430-F723-05AE276BBAE1}"/>
          </ac:spMkLst>
        </pc:spChg>
        <pc:spChg chg="mod">
          <ac:chgData name="Saad Akbar" userId="34e1e98c-f1fc-408f-bc28-2fe92e69de3b" providerId="ADAL" clId="{FBFDAD00-AA5A-4BBF-9794-49A440D73830}" dt="2025-09-22T08:27:57.904" v="732"/>
          <ac:spMkLst>
            <pc:docMk/>
            <pc:sldMk cId="3221512494" sldId="7382"/>
            <ac:spMk id="113" creationId="{4DBB1B12-231B-D445-052C-D0490286FD33}"/>
          </ac:spMkLst>
        </pc:spChg>
        <pc:spChg chg="mod">
          <ac:chgData name="Saad Akbar" userId="34e1e98c-f1fc-408f-bc28-2fe92e69de3b" providerId="ADAL" clId="{FBFDAD00-AA5A-4BBF-9794-49A440D73830}" dt="2025-09-22T08:27:57.904" v="732"/>
          <ac:spMkLst>
            <pc:docMk/>
            <pc:sldMk cId="3221512494" sldId="7382"/>
            <ac:spMk id="114" creationId="{7CA40695-A414-8F4C-0CC7-65DE9023FCDA}"/>
          </ac:spMkLst>
        </pc:spChg>
        <pc:spChg chg="mod">
          <ac:chgData name="Saad Akbar" userId="34e1e98c-f1fc-408f-bc28-2fe92e69de3b" providerId="ADAL" clId="{FBFDAD00-AA5A-4BBF-9794-49A440D73830}" dt="2025-09-22T07:56:57.684" v="168" actId="6549"/>
          <ac:spMkLst>
            <pc:docMk/>
            <pc:sldMk cId="3221512494" sldId="7382"/>
            <ac:spMk id="121" creationId="{925617A8-0D0B-EF82-680F-911447116761}"/>
          </ac:spMkLst>
        </pc:spChg>
        <pc:spChg chg="del">
          <ac:chgData name="Saad Akbar" userId="34e1e98c-f1fc-408f-bc28-2fe92e69de3b" providerId="ADAL" clId="{FBFDAD00-AA5A-4BBF-9794-49A440D73830}" dt="2025-09-22T07:56:58.861" v="169" actId="478"/>
          <ac:spMkLst>
            <pc:docMk/>
            <pc:sldMk cId="3221512494" sldId="7382"/>
            <ac:spMk id="124" creationId="{7B24B85A-D287-4C02-3135-CBDDEDF22449}"/>
          </ac:spMkLst>
        </pc:spChg>
        <pc:spChg chg="del">
          <ac:chgData name="Saad Akbar" userId="34e1e98c-f1fc-408f-bc28-2fe92e69de3b" providerId="ADAL" clId="{FBFDAD00-AA5A-4BBF-9794-49A440D73830}" dt="2025-09-22T07:57:13.973" v="181" actId="478"/>
          <ac:spMkLst>
            <pc:docMk/>
            <pc:sldMk cId="3221512494" sldId="7382"/>
            <ac:spMk id="136" creationId="{4B315020-3063-AB73-B24A-B7A7FB98E391}"/>
          </ac:spMkLst>
        </pc:spChg>
        <pc:spChg chg="del mod">
          <ac:chgData name="Saad Akbar" userId="34e1e98c-f1fc-408f-bc28-2fe92e69de3b" providerId="ADAL" clId="{FBFDAD00-AA5A-4BBF-9794-49A440D73830}" dt="2025-09-22T07:57:07.678" v="177" actId="478"/>
          <ac:spMkLst>
            <pc:docMk/>
            <pc:sldMk cId="3221512494" sldId="7382"/>
            <ac:spMk id="138" creationId="{FE6956F3-0961-38EE-ED31-49AA5D3BEFE5}"/>
          </ac:spMkLst>
        </pc:spChg>
        <pc:spChg chg="mod">
          <ac:chgData name="Saad Akbar" userId="34e1e98c-f1fc-408f-bc28-2fe92e69de3b" providerId="ADAL" clId="{FBFDAD00-AA5A-4BBF-9794-49A440D73830}" dt="2025-09-22T08:27:57.904" v="732"/>
          <ac:spMkLst>
            <pc:docMk/>
            <pc:sldMk cId="3221512494" sldId="7382"/>
            <ac:spMk id="155" creationId="{5281359A-5792-6A41-E06E-A15754784A2C}"/>
          </ac:spMkLst>
        </pc:spChg>
        <pc:spChg chg="mod">
          <ac:chgData name="Saad Akbar" userId="34e1e98c-f1fc-408f-bc28-2fe92e69de3b" providerId="ADAL" clId="{FBFDAD00-AA5A-4BBF-9794-49A440D73830}" dt="2025-09-22T08:27:57.904" v="732"/>
          <ac:spMkLst>
            <pc:docMk/>
            <pc:sldMk cId="3221512494" sldId="7382"/>
            <ac:spMk id="156" creationId="{4A884B53-BAC1-7545-B6D6-C54512A1FF18}"/>
          </ac:spMkLst>
        </pc:spChg>
        <pc:spChg chg="del">
          <ac:chgData name="Saad Akbar" userId="34e1e98c-f1fc-408f-bc28-2fe92e69de3b" providerId="ADAL" clId="{FBFDAD00-AA5A-4BBF-9794-49A440D73830}" dt="2025-09-22T07:57:02.422" v="171" actId="478"/>
          <ac:spMkLst>
            <pc:docMk/>
            <pc:sldMk cId="3221512494" sldId="7382"/>
            <ac:spMk id="157" creationId="{5AAA4910-EA33-C3FA-8548-21E087DEE549}"/>
          </ac:spMkLst>
        </pc:spChg>
        <pc:spChg chg="mod">
          <ac:chgData name="Saad Akbar" userId="34e1e98c-f1fc-408f-bc28-2fe92e69de3b" providerId="ADAL" clId="{FBFDAD00-AA5A-4BBF-9794-49A440D73830}" dt="2025-09-22T08:27:57.904" v="732"/>
          <ac:spMkLst>
            <pc:docMk/>
            <pc:sldMk cId="3221512494" sldId="7382"/>
            <ac:spMk id="158" creationId="{B3F97291-3147-9148-6393-9C7A1D71EC49}"/>
          </ac:spMkLst>
        </pc:spChg>
        <pc:spChg chg="mod">
          <ac:chgData name="Saad Akbar" userId="34e1e98c-f1fc-408f-bc28-2fe92e69de3b" providerId="ADAL" clId="{FBFDAD00-AA5A-4BBF-9794-49A440D73830}" dt="2025-09-22T08:00:45.036" v="226" actId="14100"/>
          <ac:spMkLst>
            <pc:docMk/>
            <pc:sldMk cId="3221512494" sldId="7382"/>
            <ac:spMk id="180" creationId="{8A2D8CE3-DE1B-330C-1298-E18F2DFED361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25" creationId="{E6B52760-4DB8-6DB5-8389-A6FF17F9DBFD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26" creationId="{C26A408E-BE07-59F9-4109-06E1A1DE4DC7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27" creationId="{5E8DFF56-C003-8960-CB06-A4054820426E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28" creationId="{FC848D48-8691-9F8B-9E18-E167D8998585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29" creationId="{0D0012B2-BE08-E389-2C10-AC07966DC42F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30" creationId="{F88524DA-0F67-03FC-F179-26B564D09AEF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31" creationId="{4830641B-4B8A-E1DD-29CF-3A24845EF7A3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32" creationId="{22401819-A3E7-0952-0726-95C24FA180C7}"/>
          </ac:spMkLst>
        </pc:spChg>
        <pc:spChg chg="del">
          <ac:chgData name="Saad Akbar" userId="34e1e98c-f1fc-408f-bc28-2fe92e69de3b" providerId="ADAL" clId="{FBFDAD00-AA5A-4BBF-9794-49A440D73830}" dt="2025-09-22T07:57:09.133" v="178" actId="478"/>
          <ac:spMkLst>
            <pc:docMk/>
            <pc:sldMk cId="3221512494" sldId="7382"/>
            <ac:spMk id="232" creationId="{A925F523-9116-EC13-7E1F-4E85052DEA34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33" creationId="{89C46DF3-8B39-8FD7-F710-ACCE08787AA7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37" creationId="{76E8B890-F634-0B22-072E-427A413FE046}"/>
          </ac:spMkLst>
        </pc:spChg>
        <pc:spChg chg="mod">
          <ac:chgData name="Saad Akbar" userId="34e1e98c-f1fc-408f-bc28-2fe92e69de3b" providerId="ADAL" clId="{FBFDAD00-AA5A-4BBF-9794-49A440D73830}" dt="2025-09-22T08:06:20.749" v="256"/>
          <ac:spMkLst>
            <pc:docMk/>
            <pc:sldMk cId="3221512494" sldId="7382"/>
            <ac:spMk id="247" creationId="{3FBB185F-A2C3-E8F1-7123-0DD630A44F8A}"/>
          </ac:spMkLst>
        </pc:spChg>
        <pc:spChg chg="mod">
          <ac:chgData name="Saad Akbar" userId="34e1e98c-f1fc-408f-bc28-2fe92e69de3b" providerId="ADAL" clId="{FBFDAD00-AA5A-4BBF-9794-49A440D73830}" dt="2025-09-22T08:06:20.749" v="256"/>
          <ac:spMkLst>
            <pc:docMk/>
            <pc:sldMk cId="3221512494" sldId="7382"/>
            <ac:spMk id="248" creationId="{10E16848-FBDB-C715-5179-42CF1F08CA9F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49" creationId="{7A1CBD22-A066-A10C-5E6E-C7852E79ECF4}"/>
          </ac:spMkLst>
        </pc:spChg>
        <pc:spChg chg="mod">
          <ac:chgData name="Saad Akbar" userId="34e1e98c-f1fc-408f-bc28-2fe92e69de3b" providerId="ADAL" clId="{FBFDAD00-AA5A-4BBF-9794-49A440D73830}" dt="2025-09-22T08:06:20.749" v="256"/>
          <ac:spMkLst>
            <pc:docMk/>
            <pc:sldMk cId="3221512494" sldId="7382"/>
            <ac:spMk id="249" creationId="{F012A265-423A-3609-43BB-C9429740B7ED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50" creationId="{3E5AC616-A1C4-52F1-D7F4-F348DBE2F8A4}"/>
          </ac:spMkLst>
        </pc:spChg>
        <pc:spChg chg="mod">
          <ac:chgData name="Saad Akbar" userId="34e1e98c-f1fc-408f-bc28-2fe92e69de3b" providerId="ADAL" clId="{FBFDAD00-AA5A-4BBF-9794-49A440D73830}" dt="2025-09-22T08:06:20.749" v="256"/>
          <ac:spMkLst>
            <pc:docMk/>
            <pc:sldMk cId="3221512494" sldId="7382"/>
            <ac:spMk id="250" creationId="{5A76BEA4-D28D-7152-55D7-54540FDD106B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51" creationId="{741F7468-C55D-DBB1-85D1-7B7D8D6AAAA3}"/>
          </ac:spMkLst>
        </pc:spChg>
        <pc:spChg chg="mod">
          <ac:chgData name="Saad Akbar" userId="34e1e98c-f1fc-408f-bc28-2fe92e69de3b" providerId="ADAL" clId="{FBFDAD00-AA5A-4BBF-9794-49A440D73830}" dt="2025-09-22T08:06:20.749" v="256"/>
          <ac:spMkLst>
            <pc:docMk/>
            <pc:sldMk cId="3221512494" sldId="7382"/>
            <ac:spMk id="251" creationId="{7A07E80D-6B81-1E88-9E4B-130C08279290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52" creationId="{49A3A77B-6308-15B2-4FEB-CAB355B3EF7A}"/>
          </ac:spMkLst>
        </pc:spChg>
        <pc:spChg chg="mod">
          <ac:chgData name="Saad Akbar" userId="34e1e98c-f1fc-408f-bc28-2fe92e69de3b" providerId="ADAL" clId="{FBFDAD00-AA5A-4BBF-9794-49A440D73830}" dt="2025-09-22T08:06:20.749" v="256"/>
          <ac:spMkLst>
            <pc:docMk/>
            <pc:sldMk cId="3221512494" sldId="7382"/>
            <ac:spMk id="252" creationId="{FFE51EBE-4C15-4ED9-7DD6-E3EC560D16C6}"/>
          </ac:spMkLst>
        </pc:spChg>
        <pc:spChg chg="mod">
          <ac:chgData name="Saad Akbar" userId="34e1e98c-f1fc-408f-bc28-2fe92e69de3b" providerId="ADAL" clId="{FBFDAD00-AA5A-4BBF-9794-49A440D73830}" dt="2025-09-22T08:06:20.749" v="256"/>
          <ac:spMkLst>
            <pc:docMk/>
            <pc:sldMk cId="3221512494" sldId="7382"/>
            <ac:spMk id="253" creationId="{52493F0D-BACD-C58A-6C36-A1CA0220F92F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53" creationId="{58E299CF-7098-2981-54E1-02C65EF60944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54" creationId="{6CE04097-EA30-E102-DCC9-00468AB98EF1}"/>
          </ac:spMkLst>
        </pc:spChg>
        <pc:spChg chg="mod">
          <ac:chgData name="Saad Akbar" userId="34e1e98c-f1fc-408f-bc28-2fe92e69de3b" providerId="ADAL" clId="{FBFDAD00-AA5A-4BBF-9794-49A440D73830}" dt="2025-09-25T11:49:09.681" v="952"/>
          <ac:spMkLst>
            <pc:docMk/>
            <pc:sldMk cId="3221512494" sldId="7382"/>
            <ac:spMk id="255" creationId="{074F5AEA-3412-3129-FD99-B83B1F2EC169}"/>
          </ac:spMkLst>
        </pc:spChg>
        <pc:spChg chg="mod">
          <ac:chgData name="Saad Akbar" userId="34e1e98c-f1fc-408f-bc28-2fe92e69de3b" providerId="ADAL" clId="{FBFDAD00-AA5A-4BBF-9794-49A440D73830}" dt="2025-09-22T08:08:13.269" v="516"/>
          <ac:spMkLst>
            <pc:docMk/>
            <pc:sldMk cId="3221512494" sldId="7382"/>
            <ac:spMk id="268" creationId="{B5CA5F7E-BBEE-0334-0A23-CB468614DB46}"/>
          </ac:spMkLst>
        </pc:spChg>
        <pc:spChg chg="mod">
          <ac:chgData name="Saad Akbar" userId="34e1e98c-f1fc-408f-bc28-2fe92e69de3b" providerId="ADAL" clId="{FBFDAD00-AA5A-4BBF-9794-49A440D73830}" dt="2025-09-22T08:08:13.269" v="516"/>
          <ac:spMkLst>
            <pc:docMk/>
            <pc:sldMk cId="3221512494" sldId="7382"/>
            <ac:spMk id="269" creationId="{CECF206A-E673-F566-E4A2-B110ECCF7D07}"/>
          </ac:spMkLst>
        </pc:spChg>
        <pc:spChg chg="del">
          <ac:chgData name="Saad Akbar" userId="34e1e98c-f1fc-408f-bc28-2fe92e69de3b" providerId="ADAL" clId="{FBFDAD00-AA5A-4BBF-9794-49A440D73830}" dt="2025-09-22T07:56:47.269" v="161" actId="478"/>
          <ac:spMkLst>
            <pc:docMk/>
            <pc:sldMk cId="3221512494" sldId="7382"/>
            <ac:spMk id="271" creationId="{291937DB-A2FA-D09F-2813-20C51805E358}"/>
          </ac:spMkLst>
        </pc:spChg>
        <pc:grpChg chg="add mod">
          <ac:chgData name="Saad Akbar" userId="34e1e98c-f1fc-408f-bc28-2fe92e69de3b" providerId="ADAL" clId="{FBFDAD00-AA5A-4BBF-9794-49A440D73830}" dt="2025-09-25T11:49:09.681" v="952"/>
          <ac:grpSpMkLst>
            <pc:docMk/>
            <pc:sldMk cId="3221512494" sldId="7382"/>
            <ac:grpSpMk id="15" creationId="{396410DC-0E23-B47D-DD9A-FBBC49081360}"/>
          </ac:grpSpMkLst>
        </pc:grpChg>
        <pc:grpChg chg="del">
          <ac:chgData name="Saad Akbar" userId="34e1e98c-f1fc-408f-bc28-2fe92e69de3b" providerId="ADAL" clId="{FBFDAD00-AA5A-4BBF-9794-49A440D73830}" dt="2025-09-25T11:49:06.572" v="950" actId="478"/>
          <ac:grpSpMkLst>
            <pc:docMk/>
            <pc:sldMk cId="3221512494" sldId="7382"/>
            <ac:grpSpMk id="16" creationId="{BA99BD99-937C-FDE4-DEA0-8EAEACC48982}"/>
          </ac:grpSpMkLst>
        </pc:grpChg>
        <pc:grpChg chg="mod">
          <ac:chgData name="Saad Akbar" userId="34e1e98c-f1fc-408f-bc28-2fe92e69de3b" providerId="ADAL" clId="{FBFDAD00-AA5A-4BBF-9794-49A440D73830}" dt="2025-09-25T11:49:09.681" v="952"/>
          <ac:grpSpMkLst>
            <pc:docMk/>
            <pc:sldMk cId="3221512494" sldId="7382"/>
            <ac:grpSpMk id="17" creationId="{FCBC8D19-0B49-CEE0-3CE5-18903C6C7ED0}"/>
          </ac:grpSpMkLst>
        </pc:grpChg>
        <pc:grpChg chg="mod">
          <ac:chgData name="Saad Akbar" userId="34e1e98c-f1fc-408f-bc28-2fe92e69de3b" providerId="ADAL" clId="{FBFDAD00-AA5A-4BBF-9794-49A440D73830}" dt="2025-09-25T11:49:09.681" v="952"/>
          <ac:grpSpMkLst>
            <pc:docMk/>
            <pc:sldMk cId="3221512494" sldId="7382"/>
            <ac:grpSpMk id="18" creationId="{133EBBD3-58BC-0CB9-E416-A9A26C3088AC}"/>
          </ac:grpSpMkLst>
        </pc:grpChg>
        <pc:grpChg chg="mod">
          <ac:chgData name="Saad Akbar" userId="34e1e98c-f1fc-408f-bc28-2fe92e69de3b" providerId="ADAL" clId="{FBFDAD00-AA5A-4BBF-9794-49A440D73830}" dt="2025-09-25T11:49:09.681" v="952"/>
          <ac:grpSpMkLst>
            <pc:docMk/>
            <pc:sldMk cId="3221512494" sldId="7382"/>
            <ac:grpSpMk id="22" creationId="{1CA16307-5C79-778B-704E-31E52FB360E6}"/>
          </ac:grpSpMkLst>
        </pc:grpChg>
        <pc:grpChg chg="mod">
          <ac:chgData name="Saad Akbar" userId="34e1e98c-f1fc-408f-bc28-2fe92e69de3b" providerId="ADAL" clId="{FBFDAD00-AA5A-4BBF-9794-49A440D73830}" dt="2025-09-25T11:49:09.681" v="952"/>
          <ac:grpSpMkLst>
            <pc:docMk/>
            <pc:sldMk cId="3221512494" sldId="7382"/>
            <ac:grpSpMk id="23" creationId="{A875F253-C6A9-3D18-6AAF-4C621AA218B2}"/>
          </ac:grpSpMkLst>
        </pc:grpChg>
        <pc:grpChg chg="add del mod">
          <ac:chgData name="Saad Akbar" userId="34e1e98c-f1fc-408f-bc28-2fe92e69de3b" providerId="ADAL" clId="{FBFDAD00-AA5A-4BBF-9794-49A440D73830}" dt="2025-09-22T08:28:59.867" v="736" actId="478"/>
          <ac:grpSpMkLst>
            <pc:docMk/>
            <pc:sldMk cId="3221512494" sldId="7382"/>
            <ac:grpSpMk id="26" creationId="{4A92FDD9-B1F7-89F2-F7EB-2A8CAE12EB90}"/>
          </ac:grpSpMkLst>
        </pc:grpChg>
        <pc:grpChg chg="del">
          <ac:chgData name="Saad Akbar" userId="34e1e98c-f1fc-408f-bc28-2fe92e69de3b" providerId="ADAL" clId="{FBFDAD00-AA5A-4BBF-9794-49A440D73830}" dt="2025-09-22T07:56:48.927" v="162" actId="478"/>
          <ac:grpSpMkLst>
            <pc:docMk/>
            <pc:sldMk cId="3221512494" sldId="7382"/>
            <ac:grpSpMk id="28" creationId="{78803DEB-701C-40F5-BE27-D1E7067ECD17}"/>
          </ac:grpSpMkLst>
        </pc:grpChg>
        <pc:grpChg chg="mod">
          <ac:chgData name="Saad Akbar" userId="34e1e98c-f1fc-408f-bc28-2fe92e69de3b" providerId="ADAL" clId="{FBFDAD00-AA5A-4BBF-9794-49A440D73830}" dt="2025-09-22T08:06:20.749" v="256"/>
          <ac:grpSpMkLst>
            <pc:docMk/>
            <pc:sldMk cId="3221512494" sldId="7382"/>
            <ac:grpSpMk id="31" creationId="{0938926E-CB60-A016-F64E-CDE2843349B2}"/>
          </ac:grpSpMkLst>
        </pc:grpChg>
        <pc:grpChg chg="add del mod">
          <ac:chgData name="Saad Akbar" userId="34e1e98c-f1fc-408f-bc28-2fe92e69de3b" providerId="ADAL" clId="{FBFDAD00-AA5A-4BBF-9794-49A440D73830}" dt="2025-09-22T08:08:49.644" v="529" actId="1076"/>
          <ac:grpSpMkLst>
            <pc:docMk/>
            <pc:sldMk cId="3221512494" sldId="7382"/>
            <ac:grpSpMk id="36" creationId="{F7875F79-19EF-7676-2AD0-50807A2969AC}"/>
          </ac:grpSpMkLst>
        </pc:grpChg>
        <pc:grpChg chg="mod">
          <ac:chgData name="Saad Akbar" userId="34e1e98c-f1fc-408f-bc28-2fe92e69de3b" providerId="ADAL" clId="{FBFDAD00-AA5A-4BBF-9794-49A440D73830}" dt="2025-09-22T08:08:13.269" v="516"/>
          <ac:grpSpMkLst>
            <pc:docMk/>
            <pc:sldMk cId="3221512494" sldId="7382"/>
            <ac:grpSpMk id="39" creationId="{59C71501-7048-7114-0123-CA56F3F927BF}"/>
          </ac:grpSpMkLst>
        </pc:grpChg>
        <pc:grpChg chg="mod">
          <ac:chgData name="Saad Akbar" userId="34e1e98c-f1fc-408f-bc28-2fe92e69de3b" providerId="ADAL" clId="{FBFDAD00-AA5A-4BBF-9794-49A440D73830}" dt="2025-09-22T08:08:13.269" v="516"/>
          <ac:grpSpMkLst>
            <pc:docMk/>
            <pc:sldMk cId="3221512494" sldId="7382"/>
            <ac:grpSpMk id="40" creationId="{02CB40C8-BE61-7839-0FC7-25A4590F9C94}"/>
          </ac:grpSpMkLst>
        </pc:grpChg>
        <pc:grpChg chg="add del">
          <ac:chgData name="Saad Akbar" userId="34e1e98c-f1fc-408f-bc28-2fe92e69de3b" providerId="ADAL" clId="{FBFDAD00-AA5A-4BBF-9794-49A440D73830}" dt="2025-09-22T08:00:36.571" v="224" actId="478"/>
          <ac:grpSpMkLst>
            <pc:docMk/>
            <pc:sldMk cId="3221512494" sldId="7382"/>
            <ac:grpSpMk id="44" creationId="{0A87601F-AE6E-0158-D932-B97F77E40522}"/>
          </ac:grpSpMkLst>
        </pc:grpChg>
        <pc:grpChg chg="del">
          <ac:chgData name="Saad Akbar" userId="34e1e98c-f1fc-408f-bc28-2fe92e69de3b" providerId="ADAL" clId="{FBFDAD00-AA5A-4BBF-9794-49A440D73830}" dt="2025-09-22T07:56:52.416" v="164" actId="478"/>
          <ac:grpSpMkLst>
            <pc:docMk/>
            <pc:sldMk cId="3221512494" sldId="7382"/>
            <ac:grpSpMk id="59" creationId="{40D1F818-C32E-881A-782D-1FFD3A479414}"/>
          </ac:grpSpMkLst>
        </pc:grpChg>
        <pc:grpChg chg="del">
          <ac:chgData name="Saad Akbar" userId="34e1e98c-f1fc-408f-bc28-2fe92e69de3b" providerId="ADAL" clId="{FBFDAD00-AA5A-4BBF-9794-49A440D73830}" dt="2025-09-22T07:56:53.112" v="165" actId="478"/>
          <ac:grpSpMkLst>
            <pc:docMk/>
            <pc:sldMk cId="3221512494" sldId="7382"/>
            <ac:grpSpMk id="62" creationId="{0BC2F76F-7431-0AD0-79FA-1456B181DE15}"/>
          </ac:grpSpMkLst>
        </pc:grpChg>
        <pc:grpChg chg="add mod">
          <ac:chgData name="Saad Akbar" userId="34e1e98c-f1fc-408f-bc28-2fe92e69de3b" providerId="ADAL" clId="{FBFDAD00-AA5A-4BBF-9794-49A440D73830}" dt="2025-09-22T08:29:08.685" v="738" actId="1076"/>
          <ac:grpSpMkLst>
            <pc:docMk/>
            <pc:sldMk cId="3221512494" sldId="7382"/>
            <ac:grpSpMk id="68" creationId="{BCE7FEF9-1692-952F-697A-9AA456ADC35A}"/>
          </ac:grpSpMkLst>
        </pc:grpChg>
        <pc:grpChg chg="mod">
          <ac:chgData name="Saad Akbar" userId="34e1e98c-f1fc-408f-bc28-2fe92e69de3b" providerId="ADAL" clId="{FBFDAD00-AA5A-4BBF-9794-49A440D73830}" dt="2025-09-22T08:27:57.904" v="732"/>
          <ac:grpSpMkLst>
            <pc:docMk/>
            <pc:sldMk cId="3221512494" sldId="7382"/>
            <ac:grpSpMk id="69" creationId="{EA277D4C-C17D-BA17-3EA4-8053D6A48C53}"/>
          </ac:grpSpMkLst>
        </pc:grpChg>
        <pc:grpChg chg="del">
          <ac:chgData name="Saad Akbar" userId="34e1e98c-f1fc-408f-bc28-2fe92e69de3b" providerId="ADAL" clId="{FBFDAD00-AA5A-4BBF-9794-49A440D73830}" dt="2025-09-22T08:01:10.550" v="232" actId="478"/>
          <ac:grpSpMkLst>
            <pc:docMk/>
            <pc:sldMk cId="3221512494" sldId="7382"/>
            <ac:grpSpMk id="72" creationId="{9E7554AC-6628-8FC7-EE8B-748C2B8E1E06}"/>
          </ac:grpSpMkLst>
        </pc:grpChg>
        <pc:grpChg chg="mod">
          <ac:chgData name="Saad Akbar" userId="34e1e98c-f1fc-408f-bc28-2fe92e69de3b" providerId="ADAL" clId="{FBFDAD00-AA5A-4BBF-9794-49A440D73830}" dt="2025-09-22T08:27:57.904" v="732"/>
          <ac:grpSpMkLst>
            <pc:docMk/>
            <pc:sldMk cId="3221512494" sldId="7382"/>
            <ac:grpSpMk id="74" creationId="{715422A9-06E8-F158-5055-A7B0DE4D96E9}"/>
          </ac:grpSpMkLst>
        </pc:grpChg>
        <pc:grpChg chg="mod">
          <ac:chgData name="Saad Akbar" userId="34e1e98c-f1fc-408f-bc28-2fe92e69de3b" providerId="ADAL" clId="{FBFDAD00-AA5A-4BBF-9794-49A440D73830}" dt="2025-09-22T08:27:57.904" v="732"/>
          <ac:grpSpMkLst>
            <pc:docMk/>
            <pc:sldMk cId="3221512494" sldId="7382"/>
            <ac:grpSpMk id="77" creationId="{8E024CC9-AD69-83F8-B6E2-C220098FEB44}"/>
          </ac:grpSpMkLst>
        </pc:grpChg>
        <pc:grpChg chg="del">
          <ac:chgData name="Saad Akbar" userId="34e1e98c-f1fc-408f-bc28-2fe92e69de3b" providerId="ADAL" clId="{FBFDAD00-AA5A-4BBF-9794-49A440D73830}" dt="2025-09-22T08:01:32.169" v="237" actId="478"/>
          <ac:grpSpMkLst>
            <pc:docMk/>
            <pc:sldMk cId="3221512494" sldId="7382"/>
            <ac:grpSpMk id="80" creationId="{C3F86691-F52A-6792-4EBE-5CE0DFAE09ED}"/>
          </ac:grpSpMkLst>
        </pc:grpChg>
        <pc:grpChg chg="mod">
          <ac:chgData name="Saad Akbar" userId="34e1e98c-f1fc-408f-bc28-2fe92e69de3b" providerId="ADAL" clId="{FBFDAD00-AA5A-4BBF-9794-49A440D73830}" dt="2025-09-22T08:29:03.496" v="737" actId="1076"/>
          <ac:grpSpMkLst>
            <pc:docMk/>
            <pc:sldMk cId="3221512494" sldId="7382"/>
            <ac:grpSpMk id="99" creationId="{EA79655C-1CA8-3595-2F44-402AEB3FD5F5}"/>
          </ac:grpSpMkLst>
        </pc:grpChg>
        <pc:grpChg chg="del">
          <ac:chgData name="Saad Akbar" userId="34e1e98c-f1fc-408f-bc28-2fe92e69de3b" providerId="ADAL" clId="{FBFDAD00-AA5A-4BBF-9794-49A440D73830}" dt="2025-09-22T07:56:59.755" v="170" actId="478"/>
          <ac:grpSpMkLst>
            <pc:docMk/>
            <pc:sldMk cId="3221512494" sldId="7382"/>
            <ac:grpSpMk id="117" creationId="{B7B4AB7B-34E2-B6B0-EA01-93DABF8B86FC}"/>
          </ac:grpSpMkLst>
        </pc:grpChg>
        <pc:grpChg chg="del">
          <ac:chgData name="Saad Akbar" userId="34e1e98c-f1fc-408f-bc28-2fe92e69de3b" providerId="ADAL" clId="{FBFDAD00-AA5A-4BBF-9794-49A440D73830}" dt="2025-09-22T07:57:03.243" v="172" actId="478"/>
          <ac:grpSpMkLst>
            <pc:docMk/>
            <pc:sldMk cId="3221512494" sldId="7382"/>
            <ac:grpSpMk id="139" creationId="{B3994B0C-B12D-1904-AAE8-1DB62576CE24}"/>
          </ac:grpSpMkLst>
        </pc:grpChg>
        <pc:grpChg chg="del">
          <ac:chgData name="Saad Akbar" userId="34e1e98c-f1fc-408f-bc28-2fe92e69de3b" providerId="ADAL" clId="{FBFDAD00-AA5A-4BBF-9794-49A440D73830}" dt="2025-09-22T07:57:09.929" v="179" actId="478"/>
          <ac:grpSpMkLst>
            <pc:docMk/>
            <pc:sldMk cId="3221512494" sldId="7382"/>
            <ac:grpSpMk id="225" creationId="{7F6EBBE3-ACE1-5845-EEAE-7D9D59DBCB4C}"/>
          </ac:grpSpMkLst>
        </pc:grpChg>
        <pc:grpChg chg="add mod">
          <ac:chgData name="Saad Akbar" userId="34e1e98c-f1fc-408f-bc28-2fe92e69de3b" providerId="ADAL" clId="{FBFDAD00-AA5A-4BBF-9794-49A440D73830}" dt="2025-09-25T11:49:09.681" v="952"/>
          <ac:grpSpMkLst>
            <pc:docMk/>
            <pc:sldMk cId="3221512494" sldId="7382"/>
            <ac:grpSpMk id="235" creationId="{C8EB99BF-0F00-3E1C-9BB1-8A526C567E55}"/>
          </ac:grpSpMkLst>
        </pc:grpChg>
        <pc:grpChg chg="mod">
          <ac:chgData name="Saad Akbar" userId="34e1e98c-f1fc-408f-bc28-2fe92e69de3b" providerId="ADAL" clId="{FBFDAD00-AA5A-4BBF-9794-49A440D73830}" dt="2025-09-25T11:49:09.681" v="952"/>
          <ac:grpSpMkLst>
            <pc:docMk/>
            <pc:sldMk cId="3221512494" sldId="7382"/>
            <ac:grpSpMk id="236" creationId="{61E151E4-6F38-FE8A-C97B-7F592E58FEEB}"/>
          </ac:grpSpMkLst>
        </pc:grpChg>
        <pc:grpChg chg="mod">
          <ac:chgData name="Saad Akbar" userId="34e1e98c-f1fc-408f-bc28-2fe92e69de3b" providerId="ADAL" clId="{FBFDAD00-AA5A-4BBF-9794-49A440D73830}" dt="2025-09-25T11:49:09.681" v="952"/>
          <ac:grpSpMkLst>
            <pc:docMk/>
            <pc:sldMk cId="3221512494" sldId="7382"/>
            <ac:grpSpMk id="247" creationId="{F857C6FD-7277-FD7B-C9BE-A50EF9145DA3}"/>
          </ac:grpSpMkLst>
        </pc:grpChg>
        <pc:grpChg chg="mod">
          <ac:chgData name="Saad Akbar" userId="34e1e98c-f1fc-408f-bc28-2fe92e69de3b" providerId="ADAL" clId="{FBFDAD00-AA5A-4BBF-9794-49A440D73830}" dt="2025-09-25T11:49:09.681" v="952"/>
          <ac:grpSpMkLst>
            <pc:docMk/>
            <pc:sldMk cId="3221512494" sldId="7382"/>
            <ac:grpSpMk id="248" creationId="{E7D4A346-2263-B0CC-A086-3D5DB74DC518}"/>
          </ac:grpSpMkLst>
        </pc:grpChg>
        <pc:grpChg chg="del">
          <ac:chgData name="Saad Akbar" userId="34e1e98c-f1fc-408f-bc28-2fe92e69de3b" providerId="ADAL" clId="{FBFDAD00-AA5A-4BBF-9794-49A440D73830}" dt="2025-09-22T08:05:05.100" v="239" actId="478"/>
          <ac:grpSpMkLst>
            <pc:docMk/>
            <pc:sldMk cId="3221512494" sldId="7382"/>
            <ac:grpSpMk id="255" creationId="{8E9DA2EC-9139-A5CC-6095-CD80DF264800}"/>
          </ac:grpSpMkLst>
        </pc:grpChg>
        <pc:grpChg chg="del">
          <ac:chgData name="Saad Akbar" userId="34e1e98c-f1fc-408f-bc28-2fe92e69de3b" providerId="ADAL" clId="{FBFDAD00-AA5A-4BBF-9794-49A440D73830}" dt="2025-09-22T07:56:53.988" v="166" actId="478"/>
          <ac:grpSpMkLst>
            <pc:docMk/>
            <pc:sldMk cId="3221512494" sldId="7382"/>
            <ac:grpSpMk id="265" creationId="{840C934A-36E1-FB3F-4708-712DB717C525}"/>
          </ac:grpSpMkLst>
        </pc:grpChg>
        <pc:grpChg chg="del">
          <ac:chgData name="Saad Akbar" userId="34e1e98c-f1fc-408f-bc28-2fe92e69de3b" providerId="ADAL" clId="{FBFDAD00-AA5A-4BBF-9794-49A440D73830}" dt="2025-09-22T07:56:54.730" v="167" actId="478"/>
          <ac:grpSpMkLst>
            <pc:docMk/>
            <pc:sldMk cId="3221512494" sldId="7382"/>
            <ac:grpSpMk id="272" creationId="{EC76D175-0F39-A7E5-FF43-CB92AB6974D0}"/>
          </ac:grpSpMkLst>
        </pc:grpChg>
        <pc:cxnChg chg="add mod">
          <ac:chgData name="Saad Akbar" userId="34e1e98c-f1fc-408f-bc28-2fe92e69de3b" providerId="ADAL" clId="{FBFDAD00-AA5A-4BBF-9794-49A440D73830}" dt="2025-09-22T08:00:02.542" v="215" actId="1076"/>
          <ac:cxnSpMkLst>
            <pc:docMk/>
            <pc:sldMk cId="3221512494" sldId="7382"/>
            <ac:cxnSpMk id="14" creationId="{89C74357-C040-8EF3-7C56-3AD20DDF0391}"/>
          </ac:cxnSpMkLst>
        </pc:cxnChg>
        <pc:cxnChg chg="add del mod">
          <ac:chgData name="Saad Akbar" userId="34e1e98c-f1fc-408f-bc28-2fe92e69de3b" providerId="ADAL" clId="{FBFDAD00-AA5A-4BBF-9794-49A440D73830}" dt="2025-09-22T08:05:24.358" v="246" actId="478"/>
          <ac:cxnSpMkLst>
            <pc:docMk/>
            <pc:sldMk cId="3221512494" sldId="7382"/>
            <ac:cxnSpMk id="15" creationId="{8002323D-EBCD-43A1-497A-91CAF25F16C7}"/>
          </ac:cxnSpMkLst>
        </pc:cxnChg>
        <pc:cxnChg chg="add del mod">
          <ac:chgData name="Saad Akbar" userId="34e1e98c-f1fc-408f-bc28-2fe92e69de3b" providerId="ADAL" clId="{FBFDAD00-AA5A-4BBF-9794-49A440D73830}" dt="2025-09-22T08:08:33.187" v="524" actId="478"/>
          <ac:cxnSpMkLst>
            <pc:docMk/>
            <pc:sldMk cId="3221512494" sldId="7382"/>
            <ac:cxnSpMk id="20" creationId="{2DD1B430-D70E-F54F-717E-62432BD3F0B4}"/>
          </ac:cxnSpMkLst>
        </pc:cxnChg>
        <pc:cxnChg chg="del">
          <ac:chgData name="Saad Akbar" userId="34e1e98c-f1fc-408f-bc28-2fe92e69de3b" providerId="ADAL" clId="{FBFDAD00-AA5A-4BBF-9794-49A440D73830}" dt="2025-09-25T12:00:59.299" v="1128" actId="478"/>
          <ac:cxnSpMkLst>
            <pc:docMk/>
            <pc:sldMk cId="3221512494" sldId="7382"/>
            <ac:cxnSpMk id="67" creationId="{87154ACB-60EB-0E61-258D-177BF04C9D69}"/>
          </ac:cxnSpMkLst>
        </pc:cxnChg>
        <pc:cxnChg chg="mod">
          <ac:chgData name="Saad Akbar" userId="34e1e98c-f1fc-408f-bc28-2fe92e69de3b" providerId="ADAL" clId="{FBFDAD00-AA5A-4BBF-9794-49A440D73830}" dt="2025-09-25T11:49:17.776" v="953" actId="14100"/>
          <ac:cxnSpMkLst>
            <pc:docMk/>
            <pc:sldMk cId="3221512494" sldId="7382"/>
            <ac:cxnSpMk id="107" creationId="{BC0CBE16-E0E0-A295-509E-E487FB06E9CA}"/>
          </ac:cxnSpMkLst>
        </pc:cxnChg>
        <pc:cxnChg chg="del">
          <ac:chgData name="Saad Akbar" userId="34e1e98c-f1fc-408f-bc28-2fe92e69de3b" providerId="ADAL" clId="{FBFDAD00-AA5A-4BBF-9794-49A440D73830}" dt="2025-09-22T08:05:06.120" v="240" actId="478"/>
          <ac:cxnSpMkLst>
            <pc:docMk/>
            <pc:sldMk cId="3221512494" sldId="7382"/>
            <ac:cxnSpMk id="109" creationId="{2756A8D0-5332-3B37-FA91-484B27CCCA9A}"/>
          </ac:cxnSpMkLst>
        </pc:cxnChg>
        <pc:cxnChg chg="del">
          <ac:chgData name="Saad Akbar" userId="34e1e98c-f1fc-408f-bc28-2fe92e69de3b" providerId="ADAL" clId="{FBFDAD00-AA5A-4BBF-9794-49A440D73830}" dt="2025-09-22T08:01:11.745" v="233" actId="478"/>
          <ac:cxnSpMkLst>
            <pc:docMk/>
            <pc:sldMk cId="3221512494" sldId="7382"/>
            <ac:cxnSpMk id="115" creationId="{CECA6A05-DD9B-AB24-A5C3-F50BDEF71216}"/>
          </ac:cxnSpMkLst>
        </pc:cxnChg>
        <pc:cxnChg chg="del">
          <ac:chgData name="Saad Akbar" userId="34e1e98c-f1fc-408f-bc28-2fe92e69de3b" providerId="ADAL" clId="{FBFDAD00-AA5A-4BBF-9794-49A440D73830}" dt="2025-09-22T08:01:12.238" v="234" actId="478"/>
          <ac:cxnSpMkLst>
            <pc:docMk/>
            <pc:sldMk cId="3221512494" sldId="7382"/>
            <ac:cxnSpMk id="116" creationId="{6CCDB669-F675-E9A0-2627-12F5C5015382}"/>
          </ac:cxnSpMkLst>
        </pc:cxnChg>
        <pc:cxnChg chg="del">
          <ac:chgData name="Saad Akbar" userId="34e1e98c-f1fc-408f-bc28-2fe92e69de3b" providerId="ADAL" clId="{FBFDAD00-AA5A-4BBF-9794-49A440D73830}" dt="2025-09-22T07:57:15.063" v="182" actId="478"/>
          <ac:cxnSpMkLst>
            <pc:docMk/>
            <pc:sldMk cId="3221512494" sldId="7382"/>
            <ac:cxnSpMk id="130" creationId="{B60B1FCE-FCF2-F4BA-1F6C-55C7E3B81217}"/>
          </ac:cxnSpMkLst>
        </pc:cxnChg>
        <pc:cxnChg chg="del">
          <ac:chgData name="Saad Akbar" userId="34e1e98c-f1fc-408f-bc28-2fe92e69de3b" providerId="ADAL" clId="{FBFDAD00-AA5A-4BBF-9794-49A440D73830}" dt="2025-09-22T07:57:06.800" v="176" actId="478"/>
          <ac:cxnSpMkLst>
            <pc:docMk/>
            <pc:sldMk cId="3221512494" sldId="7382"/>
            <ac:cxnSpMk id="134" creationId="{D99E4F41-354A-7D09-0372-7682C93C9A5B}"/>
          </ac:cxnSpMkLst>
        </pc:cxnChg>
        <pc:cxnChg chg="del">
          <ac:chgData name="Saad Akbar" userId="34e1e98c-f1fc-408f-bc28-2fe92e69de3b" providerId="ADAL" clId="{FBFDAD00-AA5A-4BBF-9794-49A440D73830}" dt="2025-09-22T07:57:06.003" v="175" actId="478"/>
          <ac:cxnSpMkLst>
            <pc:docMk/>
            <pc:sldMk cId="3221512494" sldId="7382"/>
            <ac:cxnSpMk id="135" creationId="{3C9CA680-41C1-2418-E313-5636C76F2505}"/>
          </ac:cxnSpMkLst>
        </pc:cxnChg>
        <pc:cxnChg chg="del">
          <ac:chgData name="Saad Akbar" userId="34e1e98c-f1fc-408f-bc28-2fe92e69de3b" providerId="ADAL" clId="{FBFDAD00-AA5A-4BBF-9794-49A440D73830}" dt="2025-09-22T07:57:04.071" v="173" actId="478"/>
          <ac:cxnSpMkLst>
            <pc:docMk/>
            <pc:sldMk cId="3221512494" sldId="7382"/>
            <ac:cxnSpMk id="154" creationId="{CA59236A-9262-303C-6CFB-D049ADD02245}"/>
          </ac:cxnSpMkLst>
        </pc:cxnChg>
        <pc:cxnChg chg="add del mod">
          <ac:chgData name="Saad Akbar" userId="34e1e98c-f1fc-408f-bc28-2fe92e69de3b" providerId="ADAL" clId="{FBFDAD00-AA5A-4BBF-9794-49A440D73830}" dt="2025-09-22T08:29:24.437" v="741" actId="478"/>
          <ac:cxnSpMkLst>
            <pc:docMk/>
            <pc:sldMk cId="3221512494" sldId="7382"/>
            <ac:cxnSpMk id="159" creationId="{458656B0-D857-2977-C8A6-5760FC72BA67}"/>
          </ac:cxnSpMkLst>
        </pc:cxnChg>
        <pc:cxnChg chg="add mod">
          <ac:chgData name="Saad Akbar" userId="34e1e98c-f1fc-408f-bc28-2fe92e69de3b" providerId="ADAL" clId="{FBFDAD00-AA5A-4BBF-9794-49A440D73830}" dt="2025-09-22T08:29:42.030" v="745" actId="1076"/>
          <ac:cxnSpMkLst>
            <pc:docMk/>
            <pc:sldMk cId="3221512494" sldId="7382"/>
            <ac:cxnSpMk id="160" creationId="{DACEDDAC-5B72-2357-F163-704B0BBED9E0}"/>
          </ac:cxnSpMkLst>
        </pc:cxnChg>
        <pc:cxnChg chg="del">
          <ac:chgData name="Saad Akbar" userId="34e1e98c-f1fc-408f-bc28-2fe92e69de3b" providerId="ADAL" clId="{FBFDAD00-AA5A-4BBF-9794-49A440D73830}" dt="2025-09-22T07:57:11.084" v="180" actId="478"/>
          <ac:cxnSpMkLst>
            <pc:docMk/>
            <pc:sldMk cId="3221512494" sldId="7382"/>
            <ac:cxnSpMk id="188" creationId="{BC31EA35-D6CB-3D37-9586-36AFB8BEC769}"/>
          </ac:cxnSpMkLst>
        </pc:cxnChg>
        <pc:cxnChg chg="add mod">
          <ac:chgData name="Saad Akbar" userId="34e1e98c-f1fc-408f-bc28-2fe92e69de3b" providerId="ADAL" clId="{FBFDAD00-AA5A-4BBF-9794-49A440D73830}" dt="2025-09-25T11:49:09.681" v="952"/>
          <ac:cxnSpMkLst>
            <pc:docMk/>
            <pc:sldMk cId="3221512494" sldId="7382"/>
            <ac:cxnSpMk id="234" creationId="{B10CCF0D-7231-D222-4980-6D4DFA2DE0B8}"/>
          </ac:cxnSpMkLst>
        </pc:cxnChg>
        <pc:cxnChg chg="add del mod">
          <ac:chgData name="Saad Akbar" userId="34e1e98c-f1fc-408f-bc28-2fe92e69de3b" providerId="ADAL" clId="{FBFDAD00-AA5A-4BBF-9794-49A440D73830}" dt="2025-09-22T08:08:46.756" v="528" actId="1076"/>
          <ac:cxnSpMkLst>
            <pc:docMk/>
            <pc:sldMk cId="3221512494" sldId="7382"/>
            <ac:cxnSpMk id="270" creationId="{EC918A01-1E00-1008-5A5D-854C808C5581}"/>
          </ac:cxnSpMkLst>
        </pc:cxnChg>
        <pc:cxnChg chg="del mod">
          <ac:chgData name="Saad Akbar" userId="34e1e98c-f1fc-408f-bc28-2fe92e69de3b" providerId="ADAL" clId="{FBFDAD00-AA5A-4BBF-9794-49A440D73830}" dt="2025-09-25T11:49:08.272" v="951" actId="478"/>
          <ac:cxnSpMkLst>
            <pc:docMk/>
            <pc:sldMk cId="3221512494" sldId="7382"/>
            <ac:cxnSpMk id="280" creationId="{CCF0E72A-1429-13EA-088C-DAC1D3322E85}"/>
          </ac:cxnSpMkLst>
        </pc:cxnChg>
        <pc:cxnChg chg="add del mod">
          <ac:chgData name="Saad Akbar" userId="34e1e98c-f1fc-408f-bc28-2fe92e69de3b" providerId="ADAL" clId="{FBFDAD00-AA5A-4BBF-9794-49A440D73830}" dt="2025-09-22T08:08:39.980" v="527" actId="478"/>
          <ac:cxnSpMkLst>
            <pc:docMk/>
            <pc:sldMk cId="3221512494" sldId="7382"/>
            <ac:cxnSpMk id="281" creationId="{5DF26162-C101-9C03-ECE0-C33057509903}"/>
          </ac:cxnSpMkLst>
        </pc:cxnChg>
      </pc:sldChg>
      <pc:sldChg chg="modSp add mod ord">
        <pc:chgData name="Saad Akbar" userId="34e1e98c-f1fc-408f-bc28-2fe92e69de3b" providerId="ADAL" clId="{FBFDAD00-AA5A-4BBF-9794-49A440D73830}" dt="2025-09-22T06:47:00.355" v="160"/>
        <pc:sldMkLst>
          <pc:docMk/>
          <pc:sldMk cId="3758678158" sldId="7383"/>
        </pc:sldMkLst>
        <pc:spChg chg="mod">
          <ac:chgData name="Saad Akbar" userId="34e1e98c-f1fc-408f-bc28-2fe92e69de3b" providerId="ADAL" clId="{FBFDAD00-AA5A-4BBF-9794-49A440D73830}" dt="2025-09-22T06:43:09.587" v="64" actId="20577"/>
          <ac:spMkLst>
            <pc:docMk/>
            <pc:sldMk cId="3758678158" sldId="7383"/>
            <ac:spMk id="6" creationId="{00000000-0000-0000-0000-000000000000}"/>
          </ac:spMkLst>
        </pc:spChg>
      </pc:sldChg>
      <pc:sldChg chg="modSp add mod">
        <pc:chgData name="Saad Akbar" userId="34e1e98c-f1fc-408f-bc28-2fe92e69de3b" providerId="ADAL" clId="{FBFDAD00-AA5A-4BBF-9794-49A440D73830}" dt="2025-09-22T06:46:27.254" v="131" actId="20577"/>
        <pc:sldMkLst>
          <pc:docMk/>
          <pc:sldMk cId="2248512313" sldId="7384"/>
        </pc:sldMkLst>
        <pc:spChg chg="mod">
          <ac:chgData name="Saad Akbar" userId="34e1e98c-f1fc-408f-bc28-2fe92e69de3b" providerId="ADAL" clId="{FBFDAD00-AA5A-4BBF-9794-49A440D73830}" dt="2025-09-22T06:46:27.254" v="131" actId="20577"/>
          <ac:spMkLst>
            <pc:docMk/>
            <pc:sldMk cId="2248512313" sldId="7384"/>
            <ac:spMk id="6" creationId="{00000000-0000-0000-0000-000000000000}"/>
          </ac:spMkLst>
        </pc:spChg>
      </pc:sldChg>
      <pc:sldChg chg="add">
        <pc:chgData name="Saad Akbar" userId="34e1e98c-f1fc-408f-bc28-2fe92e69de3b" providerId="ADAL" clId="{FBFDAD00-AA5A-4BBF-9794-49A440D73830}" dt="2025-09-25T11:51:16.991" v="965" actId="2890"/>
        <pc:sldMkLst>
          <pc:docMk/>
          <pc:sldMk cId="3435795687" sldId="7385"/>
        </pc:sldMkLst>
      </pc:sldChg>
    </pc:docChg>
  </pc:docChgLst>
  <pc:docChgLst>
    <pc:chgData name="Saad Akbar" userId="34e1e98c-f1fc-408f-bc28-2fe92e69de3b" providerId="ADAL" clId="{B88427B7-9D68-4A80-9526-04F1D00F5BFB}"/>
    <pc:docChg chg="undo custSel modSld">
      <pc:chgData name="Saad Akbar" userId="34e1e98c-f1fc-408f-bc28-2fe92e69de3b" providerId="ADAL" clId="{B88427B7-9D68-4A80-9526-04F1D00F5BFB}" dt="2026-03-12T11:59:48.390" v="198" actId="313"/>
      <pc:docMkLst>
        <pc:docMk/>
      </pc:docMkLst>
      <pc:sldChg chg="delSp modSp mod">
        <pc:chgData name="Saad Akbar" userId="34e1e98c-f1fc-408f-bc28-2fe92e69de3b" providerId="ADAL" clId="{B88427B7-9D68-4A80-9526-04F1D00F5BFB}" dt="2026-03-12T11:59:48.390" v="198" actId="313"/>
        <pc:sldMkLst>
          <pc:docMk/>
          <pc:sldMk cId="2210283366" sldId="7378"/>
        </pc:sldMkLst>
        <pc:spChg chg="mod">
          <ac:chgData name="Saad Akbar" userId="34e1e98c-f1fc-408f-bc28-2fe92e69de3b" providerId="ADAL" clId="{B88427B7-9D68-4A80-9526-04F1D00F5BFB}" dt="2026-03-12T08:33:32.458" v="90" actId="20577"/>
          <ac:spMkLst>
            <pc:docMk/>
            <pc:sldMk cId="2210283366" sldId="7378"/>
            <ac:spMk id="6" creationId="{00000000-0000-0000-0000-000000000000}"/>
          </ac:spMkLst>
        </pc:spChg>
        <pc:spChg chg="mod">
          <ac:chgData name="Saad Akbar" userId="34e1e98c-f1fc-408f-bc28-2fe92e69de3b" providerId="ADAL" clId="{B88427B7-9D68-4A80-9526-04F1D00F5BFB}" dt="2026-03-12T08:34:28.644" v="102" actId="1076"/>
          <ac:spMkLst>
            <pc:docMk/>
            <pc:sldMk cId="2210283366" sldId="7378"/>
            <ac:spMk id="7" creationId="{5EAE678F-E9A0-47C8-BC29-C1EB27D339F4}"/>
          </ac:spMkLst>
        </pc:spChg>
        <pc:spChg chg="mod">
          <ac:chgData name="Saad Akbar" userId="34e1e98c-f1fc-408f-bc28-2fe92e69de3b" providerId="ADAL" clId="{B88427B7-9D68-4A80-9526-04F1D00F5BFB}" dt="2026-03-12T08:34:23.123" v="98" actId="1076"/>
          <ac:spMkLst>
            <pc:docMk/>
            <pc:sldMk cId="2210283366" sldId="7378"/>
            <ac:spMk id="41" creationId="{779C4A02-2D3C-7E1D-09F4-26344A6604A6}"/>
          </ac:spMkLst>
        </pc:spChg>
        <pc:spChg chg="mod">
          <ac:chgData name="Saad Akbar" userId="34e1e98c-f1fc-408f-bc28-2fe92e69de3b" providerId="ADAL" clId="{B88427B7-9D68-4A80-9526-04F1D00F5BFB}" dt="2026-03-12T11:59:48.390" v="198" actId="313"/>
          <ac:spMkLst>
            <pc:docMk/>
            <pc:sldMk cId="2210283366" sldId="7378"/>
            <ac:spMk id="171" creationId="{CCE32FB2-F49C-2C5A-A80F-9864F4D3D429}"/>
          </ac:spMkLst>
        </pc:spChg>
        <pc:spChg chg="mod">
          <ac:chgData name="Saad Akbar" userId="34e1e98c-f1fc-408f-bc28-2fe92e69de3b" providerId="ADAL" clId="{B88427B7-9D68-4A80-9526-04F1D00F5BFB}" dt="2026-03-12T11:59:24.708" v="197" actId="313"/>
          <ac:spMkLst>
            <pc:docMk/>
            <pc:sldMk cId="2210283366" sldId="7378"/>
            <ac:spMk id="257" creationId="{E738AF4E-C3A1-E467-0883-68782817EE74}"/>
          </ac:spMkLst>
        </pc:spChg>
        <pc:grpChg chg="mod">
          <ac:chgData name="Saad Akbar" userId="34e1e98c-f1fc-408f-bc28-2fe92e69de3b" providerId="ADAL" clId="{B88427B7-9D68-4A80-9526-04F1D00F5BFB}" dt="2026-03-12T08:34:37.926" v="105" actId="1076"/>
          <ac:grpSpMkLst>
            <pc:docMk/>
            <pc:sldMk cId="2210283366" sldId="7378"/>
            <ac:grpSpMk id="10" creationId="{8770F519-209B-2A1C-E801-2453F6DFBFED}"/>
          </ac:grpSpMkLst>
        </pc:grpChg>
        <pc:grpChg chg="del">
          <ac:chgData name="Saad Akbar" userId="34e1e98c-f1fc-408f-bc28-2fe92e69de3b" providerId="ADAL" clId="{B88427B7-9D68-4A80-9526-04F1D00F5BFB}" dt="2026-03-12T11:58:43.980" v="108" actId="478"/>
          <ac:grpSpMkLst>
            <pc:docMk/>
            <pc:sldMk cId="2210283366" sldId="7378"/>
            <ac:grpSpMk id="24" creationId="{2E60C34F-17A8-B126-9304-EB6EF0E701D9}"/>
          </ac:grpSpMkLst>
        </pc:grpChg>
        <pc:grpChg chg="del">
          <ac:chgData name="Saad Akbar" userId="34e1e98c-f1fc-408f-bc28-2fe92e69de3b" providerId="ADAL" clId="{B88427B7-9D68-4A80-9526-04F1D00F5BFB}" dt="2026-03-12T08:33:41.715" v="91" actId="478"/>
          <ac:grpSpMkLst>
            <pc:docMk/>
            <pc:sldMk cId="2210283366" sldId="7378"/>
            <ac:grpSpMk id="85" creationId="{34D41C7A-835B-C39D-80D5-25826A45419F}"/>
          </ac:grpSpMkLst>
        </pc:grpChg>
        <pc:grpChg chg="mod">
          <ac:chgData name="Saad Akbar" userId="34e1e98c-f1fc-408f-bc28-2fe92e69de3b" providerId="ADAL" clId="{B88427B7-9D68-4A80-9526-04F1D00F5BFB}" dt="2026-03-12T08:34:17.967" v="97" actId="1076"/>
          <ac:grpSpMkLst>
            <pc:docMk/>
            <pc:sldMk cId="2210283366" sldId="7378"/>
            <ac:grpSpMk id="167" creationId="{1B397F21-B024-56DB-1293-8FEED3EAE075}"/>
          </ac:grpSpMkLst>
        </pc:grpChg>
        <pc:grpChg chg="mod">
          <ac:chgData name="Saad Akbar" userId="34e1e98c-f1fc-408f-bc28-2fe92e69de3b" providerId="ADAL" clId="{B88427B7-9D68-4A80-9526-04F1D00F5BFB}" dt="2026-03-12T08:33:58.336" v="94" actId="1076"/>
          <ac:grpSpMkLst>
            <pc:docMk/>
            <pc:sldMk cId="2210283366" sldId="7378"/>
            <ac:grpSpMk id="225" creationId="{7F6EBBE3-ACE1-5845-EEAE-7D9D59DBCB4C}"/>
          </ac:grpSpMkLst>
        </pc:grpChg>
        <pc:graphicFrameChg chg="del mod">
          <ac:chgData name="Saad Akbar" userId="34e1e98c-f1fc-408f-bc28-2fe92e69de3b" providerId="ADAL" clId="{B88427B7-9D68-4A80-9526-04F1D00F5BFB}" dt="2026-03-12T08:32:51.679" v="17"/>
          <ac:graphicFrameMkLst>
            <pc:docMk/>
            <pc:sldMk cId="2210283366" sldId="7378"/>
            <ac:graphicFrameMk id="40" creationId="{B7EAC62E-89CA-01C0-7533-4228D9381A5E}"/>
          </ac:graphicFrameMkLst>
        </pc:graphicFrameChg>
        <pc:cxnChg chg="del">
          <ac:chgData name="Saad Akbar" userId="34e1e98c-f1fc-408f-bc28-2fe92e69de3b" providerId="ADAL" clId="{B88427B7-9D68-4A80-9526-04F1D00F5BFB}" dt="2026-03-12T11:58:45.125" v="109" actId="478"/>
          <ac:cxnSpMkLst>
            <pc:docMk/>
            <pc:sldMk cId="2210283366" sldId="7378"/>
            <ac:cxnSpMk id="37" creationId="{471F1F81-B497-266B-26B4-9567BB38CBD5}"/>
          </ac:cxnSpMkLst>
        </pc:cxnChg>
        <pc:cxnChg chg="del mod">
          <ac:chgData name="Saad Akbar" userId="34e1e98c-f1fc-408f-bc28-2fe92e69de3b" providerId="ADAL" clId="{B88427B7-9D68-4A80-9526-04F1D00F5BFB}" dt="2026-03-12T11:58:45.857" v="110" actId="478"/>
          <ac:cxnSpMkLst>
            <pc:docMk/>
            <pc:sldMk cId="2210283366" sldId="7378"/>
            <ac:cxnSpMk id="39" creationId="{742C2F1D-F43F-39E8-CDCD-D278E28E3BC5}"/>
          </ac:cxnSpMkLst>
        </pc:cxnChg>
        <pc:cxnChg chg="del">
          <ac:chgData name="Saad Akbar" userId="34e1e98c-f1fc-408f-bc28-2fe92e69de3b" providerId="ADAL" clId="{B88427B7-9D68-4A80-9526-04F1D00F5BFB}" dt="2026-03-12T08:33:44.661" v="92" actId="478"/>
          <ac:cxnSpMkLst>
            <pc:docMk/>
            <pc:sldMk cId="2210283366" sldId="7378"/>
            <ac:cxnSpMk id="42" creationId="{EDEF9B50-8A13-60FD-436C-DE775242C12F}"/>
          </ac:cxnSpMkLst>
        </pc:cxnChg>
      </pc:sldChg>
      <pc:sldChg chg="modSp mod">
        <pc:chgData name="Saad Akbar" userId="34e1e98c-f1fc-408f-bc28-2fe92e69de3b" providerId="ADAL" clId="{B88427B7-9D68-4A80-9526-04F1D00F5BFB}" dt="2026-03-12T11:57:38.198" v="106"/>
        <pc:sldMkLst>
          <pc:docMk/>
          <pc:sldMk cId="843432815" sldId="7380"/>
        </pc:sldMkLst>
        <pc:spChg chg="mod">
          <ac:chgData name="Saad Akbar" userId="34e1e98c-f1fc-408f-bc28-2fe92e69de3b" providerId="ADAL" clId="{B88427B7-9D68-4A80-9526-04F1D00F5BFB}" dt="2026-03-12T11:57:38.198" v="106"/>
          <ac:spMkLst>
            <pc:docMk/>
            <pc:sldMk cId="843432815" sldId="7380"/>
            <ac:spMk id="6" creationId="{00000000-0000-0000-0000-000000000000}"/>
          </ac:spMkLst>
        </pc:spChg>
      </pc:sldChg>
    </pc:docChg>
  </pc:docChgLst>
  <pc:docChgLst>
    <pc:chgData name="Saad Akbar" userId="34e1e98c-f1fc-408f-bc28-2fe92e69de3b" providerId="ADAL" clId="{E53F75C1-325A-446A-B195-1A84E58F06AC}"/>
    <pc:docChg chg="undo custSel delSld modSld sldOrd">
      <pc:chgData name="Saad Akbar" userId="34e1e98c-f1fc-408f-bc28-2fe92e69de3b" providerId="ADAL" clId="{E53F75C1-325A-446A-B195-1A84E58F06AC}" dt="2026-02-03T06:10:50.371" v="1205" actId="20577"/>
      <pc:docMkLst>
        <pc:docMk/>
      </pc:docMkLst>
      <pc:sldChg chg="addSp delSp modSp mod ord modNotesTx">
        <pc:chgData name="Saad Akbar" userId="34e1e98c-f1fc-408f-bc28-2fe92e69de3b" providerId="ADAL" clId="{E53F75C1-325A-446A-B195-1A84E58F06AC}" dt="2026-01-29T08:33:00.422" v="1031" actId="20577"/>
        <pc:sldMkLst>
          <pc:docMk/>
          <pc:sldMk cId="2210283366" sldId="7378"/>
        </pc:sldMkLst>
        <pc:spChg chg="mod">
          <ac:chgData name="Saad Akbar" userId="34e1e98c-f1fc-408f-bc28-2fe92e69de3b" providerId="ADAL" clId="{E53F75C1-325A-446A-B195-1A84E58F06AC}" dt="2026-01-29T08:19:19.642" v="997" actId="20577"/>
          <ac:spMkLst>
            <pc:docMk/>
            <pc:sldMk cId="2210283366" sldId="7378"/>
            <ac:spMk id="6" creationId="{00000000-0000-0000-0000-000000000000}"/>
          </ac:spMkLst>
        </pc:spChg>
        <pc:spChg chg="mod">
          <ac:chgData name="Saad Akbar" userId="34e1e98c-f1fc-408f-bc28-2fe92e69de3b" providerId="ADAL" clId="{E53F75C1-325A-446A-B195-1A84E58F06AC}" dt="2026-01-21T13:42:33.346" v="70" actId="1076"/>
          <ac:spMkLst>
            <pc:docMk/>
            <pc:sldMk cId="2210283366" sldId="7378"/>
            <ac:spMk id="7" creationId="{5EAE678F-E9A0-47C8-BC29-C1EB27D339F4}"/>
          </ac:spMkLst>
        </pc:spChg>
        <pc:spChg chg="mod">
          <ac:chgData name="Saad Akbar" userId="34e1e98c-f1fc-408f-bc28-2fe92e69de3b" providerId="ADAL" clId="{E53F75C1-325A-446A-B195-1A84E58F06AC}" dt="2026-01-21T13:40:43.405" v="53" actId="1076"/>
          <ac:spMkLst>
            <pc:docMk/>
            <pc:sldMk cId="2210283366" sldId="7378"/>
            <ac:spMk id="8" creationId="{9CCB644A-92B1-4009-9AB2-CAAC3BB65C3E}"/>
          </ac:spMkLst>
        </pc:spChg>
        <pc:spChg chg="del mod">
          <ac:chgData name="Saad Akbar" userId="34e1e98c-f1fc-408f-bc28-2fe92e69de3b" providerId="ADAL" clId="{E53F75C1-325A-446A-B195-1A84E58F06AC}" dt="2026-01-21T13:28:09.025" v="8" actId="478"/>
          <ac:spMkLst>
            <pc:docMk/>
            <pc:sldMk cId="2210283366" sldId="7378"/>
            <ac:spMk id="32" creationId="{08CA2699-E3C2-4EE8-BDC4-B63802340585}"/>
          </ac:spMkLst>
        </pc:spChg>
        <pc:spChg chg="mod">
          <ac:chgData name="Saad Akbar" userId="34e1e98c-f1fc-408f-bc28-2fe92e69de3b" providerId="ADAL" clId="{E53F75C1-325A-446A-B195-1A84E58F06AC}" dt="2026-01-21T13:41:04.365" v="59" actId="1076"/>
          <ac:spMkLst>
            <pc:docMk/>
            <pc:sldMk cId="2210283366" sldId="7378"/>
            <ac:spMk id="33" creationId="{08CA2699-E3C2-4EE8-BDC4-B63802340585}"/>
          </ac:spMkLst>
        </pc:spChg>
        <pc:spChg chg="del">
          <ac:chgData name="Saad Akbar" userId="34e1e98c-f1fc-408f-bc28-2fe92e69de3b" providerId="ADAL" clId="{E53F75C1-325A-446A-B195-1A84E58F06AC}" dt="2026-01-21T13:28:04.957" v="6" actId="478"/>
          <ac:spMkLst>
            <pc:docMk/>
            <pc:sldMk cId="2210283366" sldId="7378"/>
            <ac:spMk id="37" creationId="{4869B464-0F24-4366-AB65-04341E325BD3}"/>
          </ac:spMkLst>
        </pc:spChg>
        <pc:spChg chg="mod">
          <ac:chgData name="Saad Akbar" userId="34e1e98c-f1fc-408f-bc28-2fe92e69de3b" providerId="ADAL" clId="{E53F75C1-325A-446A-B195-1A84E58F06AC}" dt="2026-01-21T13:40:52.552" v="55" actId="1076"/>
          <ac:spMkLst>
            <pc:docMk/>
            <pc:sldMk cId="2210283366" sldId="7378"/>
            <ac:spMk id="38" creationId="{2FEE2618-7DEB-4B5E-97E6-9CCF5A8F03C9}"/>
          </ac:spMkLst>
        </pc:spChg>
        <pc:spChg chg="mod">
          <ac:chgData name="Saad Akbar" userId="34e1e98c-f1fc-408f-bc28-2fe92e69de3b" providerId="ADAL" clId="{E53F75C1-325A-446A-B195-1A84E58F06AC}" dt="2026-01-21T13:41:44.498" v="60"/>
          <ac:spMkLst>
            <pc:docMk/>
            <pc:sldMk cId="2210283366" sldId="7378"/>
            <ac:spMk id="43" creationId="{425DCEE9-46E7-C960-D45E-F0CDB6907FAA}"/>
          </ac:spMkLst>
        </pc:spChg>
        <pc:spChg chg="mod">
          <ac:chgData name="Saad Akbar" userId="34e1e98c-f1fc-408f-bc28-2fe92e69de3b" providerId="ADAL" clId="{E53F75C1-325A-446A-B195-1A84E58F06AC}" dt="2026-01-21T13:41:44.498" v="60"/>
          <ac:spMkLst>
            <pc:docMk/>
            <pc:sldMk cId="2210283366" sldId="7378"/>
            <ac:spMk id="47" creationId="{6083CC97-0901-8B93-BE50-A3B91A59BC74}"/>
          </ac:spMkLst>
        </pc:spChg>
        <pc:spChg chg="mod">
          <ac:chgData name="Saad Akbar" userId="34e1e98c-f1fc-408f-bc28-2fe92e69de3b" providerId="ADAL" clId="{E53F75C1-325A-446A-B195-1A84E58F06AC}" dt="2026-01-21T13:41:44.498" v="60"/>
          <ac:spMkLst>
            <pc:docMk/>
            <pc:sldMk cId="2210283366" sldId="7378"/>
            <ac:spMk id="48" creationId="{79D3503F-5E5E-651A-D4C7-0DC938D27114}"/>
          </ac:spMkLst>
        </pc:spChg>
        <pc:spChg chg="mod">
          <ac:chgData name="Saad Akbar" userId="34e1e98c-f1fc-408f-bc28-2fe92e69de3b" providerId="ADAL" clId="{E53F75C1-325A-446A-B195-1A84E58F06AC}" dt="2026-01-21T13:41:44.498" v="60"/>
          <ac:spMkLst>
            <pc:docMk/>
            <pc:sldMk cId="2210283366" sldId="7378"/>
            <ac:spMk id="49" creationId="{403628AB-2D75-5568-E282-6F77C7A82A73}"/>
          </ac:spMkLst>
        </pc:spChg>
        <pc:spChg chg="mod">
          <ac:chgData name="Saad Akbar" userId="34e1e98c-f1fc-408f-bc28-2fe92e69de3b" providerId="ADAL" clId="{E53F75C1-325A-446A-B195-1A84E58F06AC}" dt="2026-01-21T13:41:44.498" v="60"/>
          <ac:spMkLst>
            <pc:docMk/>
            <pc:sldMk cId="2210283366" sldId="7378"/>
            <ac:spMk id="50" creationId="{06A6740C-2F2F-A5CF-C2C5-93EA822BB34B}"/>
          </ac:spMkLst>
        </pc:spChg>
        <pc:spChg chg="mod">
          <ac:chgData name="Saad Akbar" userId="34e1e98c-f1fc-408f-bc28-2fe92e69de3b" providerId="ADAL" clId="{E53F75C1-325A-446A-B195-1A84E58F06AC}" dt="2026-01-21T13:41:44.498" v="60"/>
          <ac:spMkLst>
            <pc:docMk/>
            <pc:sldMk cId="2210283366" sldId="7378"/>
            <ac:spMk id="51" creationId="{33AD6EC1-C0BC-6F38-67C5-132410748799}"/>
          </ac:spMkLst>
        </pc:spChg>
        <pc:spChg chg="mod">
          <ac:chgData name="Saad Akbar" userId="34e1e98c-f1fc-408f-bc28-2fe92e69de3b" providerId="ADAL" clId="{E53F75C1-325A-446A-B195-1A84E58F06AC}" dt="2026-01-21T13:41:44.498" v="60"/>
          <ac:spMkLst>
            <pc:docMk/>
            <pc:sldMk cId="2210283366" sldId="7378"/>
            <ac:spMk id="52" creationId="{B3B8A4BD-F621-75F5-711F-01031E3E1F4A}"/>
          </ac:spMkLst>
        </pc:spChg>
        <pc:spChg chg="mod">
          <ac:chgData name="Saad Akbar" userId="34e1e98c-f1fc-408f-bc28-2fe92e69de3b" providerId="ADAL" clId="{E53F75C1-325A-446A-B195-1A84E58F06AC}" dt="2026-01-21T13:41:44.498" v="60"/>
          <ac:spMkLst>
            <pc:docMk/>
            <pc:sldMk cId="2210283366" sldId="7378"/>
            <ac:spMk id="53" creationId="{D7B2EA12-8323-BA46-F2A7-22CEF4C2D2D6}"/>
          </ac:spMkLst>
        </pc:spChg>
        <pc:spChg chg="mod">
          <ac:chgData name="Saad Akbar" userId="34e1e98c-f1fc-408f-bc28-2fe92e69de3b" providerId="ADAL" clId="{E53F75C1-325A-446A-B195-1A84E58F06AC}" dt="2026-01-21T13:41:44.498" v="60"/>
          <ac:spMkLst>
            <pc:docMk/>
            <pc:sldMk cId="2210283366" sldId="7378"/>
            <ac:spMk id="54" creationId="{5751D36A-52F2-EDC1-D042-85E3304F6BF7}"/>
          </ac:spMkLst>
        </pc:spChg>
        <pc:spChg chg="mod">
          <ac:chgData name="Saad Akbar" userId="34e1e98c-f1fc-408f-bc28-2fe92e69de3b" providerId="ADAL" clId="{E53F75C1-325A-446A-B195-1A84E58F06AC}" dt="2026-01-21T13:41:44.498" v="60"/>
          <ac:spMkLst>
            <pc:docMk/>
            <pc:sldMk cId="2210283366" sldId="7378"/>
            <ac:spMk id="55" creationId="{7C520640-565F-5F79-3CCE-26FFB82F092B}"/>
          </ac:spMkLst>
        </pc:spChg>
        <pc:spChg chg="mod">
          <ac:chgData name="Saad Akbar" userId="34e1e98c-f1fc-408f-bc28-2fe92e69de3b" providerId="ADAL" clId="{E53F75C1-325A-446A-B195-1A84E58F06AC}" dt="2026-01-21T13:41:58.268" v="63" actId="1076"/>
          <ac:spMkLst>
            <pc:docMk/>
            <pc:sldMk cId="2210283366" sldId="7378"/>
            <ac:spMk id="89" creationId="{15BCBB28-316F-1C5E-B5E0-BA1DCDD4B670}"/>
          </ac:spMkLst>
        </pc:spChg>
        <pc:spChg chg="mod">
          <ac:chgData name="Saad Akbar" userId="34e1e98c-f1fc-408f-bc28-2fe92e69de3b" providerId="ADAL" clId="{E53F75C1-325A-446A-B195-1A84E58F06AC}" dt="2026-01-21T13:38:38.943" v="19" actId="1076"/>
          <ac:spMkLst>
            <pc:docMk/>
            <pc:sldMk cId="2210283366" sldId="7378"/>
            <ac:spMk id="158" creationId="{C7413727-E093-D0DA-302A-B2C2B885ACB7}"/>
          </ac:spMkLst>
        </pc:spChg>
        <pc:spChg chg="mod">
          <ac:chgData name="Saad Akbar" userId="34e1e98c-f1fc-408f-bc28-2fe92e69de3b" providerId="ADAL" clId="{E53F75C1-325A-446A-B195-1A84E58F06AC}" dt="2026-01-29T08:33:00.422" v="1031" actId="20577"/>
          <ac:spMkLst>
            <pc:docMk/>
            <pc:sldMk cId="2210283366" sldId="7378"/>
            <ac:spMk id="171" creationId="{CCE32FB2-F49C-2C5A-A80F-9864F4D3D429}"/>
          </ac:spMkLst>
        </pc:spChg>
        <pc:spChg chg="mod">
          <ac:chgData name="Saad Akbar" userId="34e1e98c-f1fc-408f-bc28-2fe92e69de3b" providerId="ADAL" clId="{E53F75C1-325A-446A-B195-1A84E58F06AC}" dt="2026-01-21T13:39:00.546" v="31" actId="20577"/>
          <ac:spMkLst>
            <pc:docMk/>
            <pc:sldMk cId="2210283366" sldId="7378"/>
            <ac:spMk id="257" creationId="{E738AF4E-C3A1-E467-0883-68782817EE74}"/>
          </ac:spMkLst>
        </pc:spChg>
        <pc:spChg chg="del mod">
          <ac:chgData name="Saad Akbar" userId="34e1e98c-f1fc-408f-bc28-2fe92e69de3b" providerId="ADAL" clId="{E53F75C1-325A-446A-B195-1A84E58F06AC}" dt="2026-01-21T13:32:35.878" v="13" actId="478"/>
          <ac:spMkLst>
            <pc:docMk/>
            <pc:sldMk cId="2210283366" sldId="7378"/>
            <ac:spMk id="277" creationId="{E1E5A9CE-7556-78EA-FD07-73954994B5A3}"/>
          </ac:spMkLst>
        </pc:spChg>
        <pc:grpChg chg="del">
          <ac:chgData name="Saad Akbar" userId="34e1e98c-f1fc-408f-bc28-2fe92e69de3b" providerId="ADAL" clId="{E53F75C1-325A-446A-B195-1A84E58F06AC}" dt="2026-01-21T13:32:32.782" v="11" actId="478"/>
          <ac:grpSpMkLst>
            <pc:docMk/>
            <pc:sldMk cId="2210283366" sldId="7378"/>
            <ac:grpSpMk id="14" creationId="{8F8DCE49-7E6E-488B-9268-5B604D100182}"/>
          </ac:grpSpMkLst>
        </pc:grpChg>
        <pc:grpChg chg="del">
          <ac:chgData name="Saad Akbar" userId="34e1e98c-f1fc-408f-bc28-2fe92e69de3b" providerId="ADAL" clId="{E53F75C1-325A-446A-B195-1A84E58F06AC}" dt="2026-01-21T13:32:30.156" v="10" actId="478"/>
          <ac:grpSpMkLst>
            <pc:docMk/>
            <pc:sldMk cId="2210283366" sldId="7378"/>
            <ac:grpSpMk id="16" creationId="{BA99BD99-937C-FDE4-DEA0-8EAEACC48982}"/>
          </ac:grpSpMkLst>
        </pc:grpChg>
        <pc:grpChg chg="mod">
          <ac:chgData name="Saad Akbar" userId="34e1e98c-f1fc-408f-bc28-2fe92e69de3b" providerId="ADAL" clId="{E53F75C1-325A-446A-B195-1A84E58F06AC}" dt="2026-01-21T13:38:38.943" v="19" actId="1076"/>
          <ac:grpSpMkLst>
            <pc:docMk/>
            <pc:sldMk cId="2210283366" sldId="7378"/>
            <ac:grpSpMk id="28" creationId="{78803DEB-701C-40F5-BE27-D1E7067ECD17}"/>
          </ac:grpSpMkLst>
        </pc:grpChg>
        <pc:grpChg chg="mod">
          <ac:chgData name="Saad Akbar" userId="34e1e98c-f1fc-408f-bc28-2fe92e69de3b" providerId="ADAL" clId="{E53F75C1-325A-446A-B195-1A84E58F06AC}" dt="2026-01-21T13:41:44.498" v="60"/>
          <ac:grpSpMkLst>
            <pc:docMk/>
            <pc:sldMk cId="2210283366" sldId="7378"/>
            <ac:grpSpMk id="44" creationId="{44ACFB2D-5F62-C0B6-6D73-7AA3BF0ADFE0}"/>
          </ac:grpSpMkLst>
        </pc:grpChg>
        <pc:grpChg chg="mod">
          <ac:chgData name="Saad Akbar" userId="34e1e98c-f1fc-408f-bc28-2fe92e69de3b" providerId="ADAL" clId="{E53F75C1-325A-446A-B195-1A84E58F06AC}" dt="2026-01-21T13:41:44.498" v="60"/>
          <ac:grpSpMkLst>
            <pc:docMk/>
            <pc:sldMk cId="2210283366" sldId="7378"/>
            <ac:grpSpMk id="45" creationId="{D0B6F983-8BCE-3EAA-4060-68805674A91E}"/>
          </ac:grpSpMkLst>
        </pc:grpChg>
        <pc:grpChg chg="mod">
          <ac:chgData name="Saad Akbar" userId="34e1e98c-f1fc-408f-bc28-2fe92e69de3b" providerId="ADAL" clId="{E53F75C1-325A-446A-B195-1A84E58F06AC}" dt="2026-01-21T13:38:29.212" v="17" actId="1076"/>
          <ac:grpSpMkLst>
            <pc:docMk/>
            <pc:sldMk cId="2210283366" sldId="7378"/>
            <ac:grpSpMk id="59" creationId="{40D1F818-C32E-881A-782D-1FFD3A479414}"/>
          </ac:grpSpMkLst>
        </pc:grpChg>
        <pc:grpChg chg="mod">
          <ac:chgData name="Saad Akbar" userId="34e1e98c-f1fc-408f-bc28-2fe92e69de3b" providerId="ADAL" clId="{E53F75C1-325A-446A-B195-1A84E58F06AC}" dt="2026-01-21T13:38:29.212" v="17" actId="1076"/>
          <ac:grpSpMkLst>
            <pc:docMk/>
            <pc:sldMk cId="2210283366" sldId="7378"/>
            <ac:grpSpMk id="62" creationId="{0BC2F76F-7431-0AD0-79FA-1456B181DE15}"/>
          </ac:grpSpMkLst>
        </pc:grpChg>
        <pc:grpChg chg="mod">
          <ac:chgData name="Saad Akbar" userId="34e1e98c-f1fc-408f-bc28-2fe92e69de3b" providerId="ADAL" clId="{E53F75C1-325A-446A-B195-1A84E58F06AC}" dt="2026-01-21T13:47:14.642" v="529" actId="1076"/>
          <ac:grpSpMkLst>
            <pc:docMk/>
            <pc:sldMk cId="2210283366" sldId="7378"/>
            <ac:grpSpMk id="72" creationId="{9E7554AC-6628-8FC7-EE8B-748C2B8E1E06}"/>
          </ac:grpSpMkLst>
        </pc:grpChg>
        <pc:grpChg chg="mod">
          <ac:chgData name="Saad Akbar" userId="34e1e98c-f1fc-408f-bc28-2fe92e69de3b" providerId="ADAL" clId="{E53F75C1-325A-446A-B195-1A84E58F06AC}" dt="2026-01-21T13:38:17.877" v="16" actId="1076"/>
          <ac:grpSpMkLst>
            <pc:docMk/>
            <pc:sldMk cId="2210283366" sldId="7378"/>
            <ac:grpSpMk id="85" creationId="{34D41C7A-835B-C39D-80D5-25826A45419F}"/>
          </ac:grpSpMkLst>
        </pc:grpChg>
        <pc:grpChg chg="mod">
          <ac:chgData name="Saad Akbar" userId="34e1e98c-f1fc-408f-bc28-2fe92e69de3b" providerId="ADAL" clId="{E53F75C1-325A-446A-B195-1A84E58F06AC}" dt="2026-01-21T13:42:04.279" v="65" actId="1076"/>
          <ac:grpSpMkLst>
            <pc:docMk/>
            <pc:sldMk cId="2210283366" sldId="7378"/>
            <ac:grpSpMk id="167" creationId="{1B397F21-B024-56DB-1293-8FEED3EAE075}"/>
          </ac:grpSpMkLst>
        </pc:grpChg>
        <pc:grpChg chg="mod">
          <ac:chgData name="Saad Akbar" userId="34e1e98c-f1fc-408f-bc28-2fe92e69de3b" providerId="ADAL" clId="{E53F75C1-325A-446A-B195-1A84E58F06AC}" dt="2026-01-21T13:40:21.788" v="36" actId="1076"/>
          <ac:grpSpMkLst>
            <pc:docMk/>
            <pc:sldMk cId="2210283366" sldId="7378"/>
            <ac:grpSpMk id="238" creationId="{FAD1E2A9-2BB3-FF69-37E4-3242AB18DB1A}"/>
          </ac:grpSpMkLst>
        </pc:grpChg>
        <pc:grpChg chg="add mod">
          <ac:chgData name="Saad Akbar" userId="34e1e98c-f1fc-408f-bc28-2fe92e69de3b" providerId="ADAL" clId="{E53F75C1-325A-446A-B195-1A84E58F06AC}" dt="2026-01-21T13:42:07.628" v="66" actId="1076"/>
          <ac:grpSpMkLst>
            <pc:docMk/>
            <pc:sldMk cId="2210283366" sldId="7378"/>
            <ac:grpSpMk id="248" creationId="{539821DA-8982-1133-A37A-BCDC226DE5A3}"/>
          </ac:grpSpMkLst>
        </pc:grpChg>
        <pc:grpChg chg="mod">
          <ac:chgData name="Saad Akbar" userId="34e1e98c-f1fc-408f-bc28-2fe92e69de3b" providerId="ADAL" clId="{E53F75C1-325A-446A-B195-1A84E58F06AC}" dt="2026-01-21T13:41:44.498" v="60"/>
          <ac:grpSpMkLst>
            <pc:docMk/>
            <pc:sldMk cId="2210283366" sldId="7378"/>
            <ac:grpSpMk id="249" creationId="{A0F68C4A-C63E-A709-2C3D-44BFC2AA7985}"/>
          </ac:grpSpMkLst>
        </pc:grpChg>
        <pc:grpChg chg="del mod">
          <ac:chgData name="Saad Akbar" userId="34e1e98c-f1fc-408f-bc28-2fe92e69de3b" providerId="ADAL" clId="{E53F75C1-325A-446A-B195-1A84E58F06AC}" dt="2026-01-21T13:40:17.700" v="34" actId="478"/>
          <ac:grpSpMkLst>
            <pc:docMk/>
            <pc:sldMk cId="2210283366" sldId="7378"/>
            <ac:grpSpMk id="250" creationId="{AD681CDA-AB5F-90B8-0582-7014145E503C}"/>
          </ac:grpSpMkLst>
        </pc:grpChg>
        <pc:grpChg chg="mod">
          <ac:chgData name="Saad Akbar" userId="34e1e98c-f1fc-408f-bc28-2fe92e69de3b" providerId="ADAL" clId="{E53F75C1-325A-446A-B195-1A84E58F06AC}" dt="2026-01-21T13:38:29.212" v="17" actId="1076"/>
          <ac:grpSpMkLst>
            <pc:docMk/>
            <pc:sldMk cId="2210283366" sldId="7378"/>
            <ac:grpSpMk id="265" creationId="{840C934A-36E1-FB3F-4708-712DB717C525}"/>
          </ac:grpSpMkLst>
        </pc:grpChg>
        <pc:grpChg chg="mod">
          <ac:chgData name="Saad Akbar" userId="34e1e98c-f1fc-408f-bc28-2fe92e69de3b" providerId="ADAL" clId="{E53F75C1-325A-446A-B195-1A84E58F06AC}" dt="2026-01-21T13:38:29.212" v="17" actId="1076"/>
          <ac:grpSpMkLst>
            <pc:docMk/>
            <pc:sldMk cId="2210283366" sldId="7378"/>
            <ac:grpSpMk id="272" creationId="{EC76D175-0F39-A7E5-FF43-CB92AB6974D0}"/>
          </ac:grpSpMkLst>
        </pc:grpChg>
        <pc:cxnChg chg="del">
          <ac:chgData name="Saad Akbar" userId="34e1e98c-f1fc-408f-bc28-2fe92e69de3b" providerId="ADAL" clId="{E53F75C1-325A-446A-B195-1A84E58F06AC}" dt="2026-01-21T13:28:10.261" v="9" actId="478"/>
          <ac:cxnSpMkLst>
            <pc:docMk/>
            <pc:sldMk cId="2210283366" sldId="7378"/>
            <ac:cxnSpMk id="27" creationId="{00000000-0000-0000-0000-000000000000}"/>
          </ac:cxnSpMkLst>
        </pc:cxnChg>
        <pc:cxnChg chg="mod">
          <ac:chgData name="Saad Akbar" userId="34e1e98c-f1fc-408f-bc28-2fe92e69de3b" providerId="ADAL" clId="{E53F75C1-325A-446A-B195-1A84E58F06AC}" dt="2026-01-21T13:42:13.316" v="67" actId="1076"/>
          <ac:cxnSpMkLst>
            <pc:docMk/>
            <pc:sldMk cId="2210283366" sldId="7378"/>
            <ac:cxnSpMk id="42" creationId="{EDEF9B50-8A13-60FD-436C-DE775242C12F}"/>
          </ac:cxnSpMkLst>
        </pc:cxnChg>
        <pc:cxnChg chg="del">
          <ac:chgData name="Saad Akbar" userId="34e1e98c-f1fc-408f-bc28-2fe92e69de3b" providerId="ADAL" clId="{E53F75C1-325A-446A-B195-1A84E58F06AC}" dt="2026-01-21T13:38:08.232" v="14" actId="478"/>
          <ac:cxnSpMkLst>
            <pc:docMk/>
            <pc:sldMk cId="2210283366" sldId="7378"/>
            <ac:cxnSpMk id="46" creationId="{A36187C7-5C68-29E9-8297-E92B6077139D}"/>
          </ac:cxnSpMkLst>
        </pc:cxnChg>
        <pc:cxnChg chg="add mod">
          <ac:chgData name="Saad Akbar" userId="34e1e98c-f1fc-408f-bc28-2fe92e69de3b" providerId="ADAL" clId="{E53F75C1-325A-446A-B195-1A84E58F06AC}" dt="2026-01-21T13:42:38.912" v="71" actId="1076"/>
          <ac:cxnSpMkLst>
            <pc:docMk/>
            <pc:sldMk cId="2210283366" sldId="7378"/>
            <ac:cxnSpMk id="56" creationId="{B4C30455-648D-4971-4E8C-10FE139CE38F}"/>
          </ac:cxnSpMkLst>
        </pc:cxnChg>
        <pc:cxnChg chg="add mod">
          <ac:chgData name="Saad Akbar" userId="34e1e98c-f1fc-408f-bc28-2fe92e69de3b" providerId="ADAL" clId="{E53F75C1-325A-446A-B195-1A84E58F06AC}" dt="2026-01-21T13:47:09.504" v="528" actId="1076"/>
          <ac:cxnSpMkLst>
            <pc:docMk/>
            <pc:sldMk cId="2210283366" sldId="7378"/>
            <ac:cxnSpMk id="57" creationId="{ECFA3122-2C2D-DECB-CEE9-FF098903F940}"/>
          </ac:cxnSpMkLst>
        </pc:cxnChg>
        <pc:cxnChg chg="mod">
          <ac:chgData name="Saad Akbar" userId="34e1e98c-f1fc-408f-bc28-2fe92e69de3b" providerId="ADAL" clId="{E53F75C1-325A-446A-B195-1A84E58F06AC}" dt="2026-01-21T13:41:00.459" v="58" actId="14100"/>
          <ac:cxnSpMkLst>
            <pc:docMk/>
            <pc:sldMk cId="2210283366" sldId="7378"/>
            <ac:cxnSpMk id="107" creationId="{BC0CBE16-E0E0-A295-509E-E487FB06E9CA}"/>
          </ac:cxnSpMkLst>
        </pc:cxnChg>
        <pc:cxnChg chg="del mod">
          <ac:chgData name="Saad Akbar" userId="34e1e98c-f1fc-408f-bc28-2fe92e69de3b" providerId="ADAL" clId="{E53F75C1-325A-446A-B195-1A84E58F06AC}" dt="2026-01-21T13:47:04.685" v="526" actId="478"/>
          <ac:cxnSpMkLst>
            <pc:docMk/>
            <pc:sldMk cId="2210283366" sldId="7378"/>
            <ac:cxnSpMk id="111" creationId="{5F634403-4DFC-D68D-581B-0EA104152640}"/>
          </ac:cxnSpMkLst>
        </pc:cxnChg>
        <pc:cxnChg chg="mod">
          <ac:chgData name="Saad Akbar" userId="34e1e98c-f1fc-408f-bc28-2fe92e69de3b" providerId="ADAL" clId="{E53F75C1-325A-446A-B195-1A84E58F06AC}" dt="2026-01-21T13:38:34.607" v="18" actId="1076"/>
          <ac:cxnSpMkLst>
            <pc:docMk/>
            <pc:sldMk cId="2210283366" sldId="7378"/>
            <ac:cxnSpMk id="188" creationId="{BC31EA35-D6CB-3D37-9586-36AFB8BEC769}"/>
          </ac:cxnSpMkLst>
        </pc:cxnChg>
        <pc:cxnChg chg="del mod">
          <ac:chgData name="Saad Akbar" userId="34e1e98c-f1fc-408f-bc28-2fe92e69de3b" providerId="ADAL" clId="{E53F75C1-325A-446A-B195-1A84E58F06AC}" dt="2026-01-21T13:40:19.560" v="35" actId="478"/>
          <ac:cxnSpMkLst>
            <pc:docMk/>
            <pc:sldMk cId="2210283366" sldId="7378"/>
            <ac:cxnSpMk id="280" creationId="{CCF0E72A-1429-13EA-088C-DAC1D3322E85}"/>
          </ac:cxnSpMkLst>
        </pc:cxnChg>
      </pc:sldChg>
      <pc:sldChg chg="del">
        <pc:chgData name="Saad Akbar" userId="34e1e98c-f1fc-408f-bc28-2fe92e69de3b" providerId="ADAL" clId="{E53F75C1-325A-446A-B195-1A84E58F06AC}" dt="2026-01-21T13:27:10.407" v="0" actId="47"/>
        <pc:sldMkLst>
          <pc:docMk/>
          <pc:sldMk cId="175861851" sldId="7379"/>
        </pc:sldMkLst>
      </pc:sldChg>
      <pc:sldChg chg="modSp mod modNotesTx">
        <pc:chgData name="Saad Akbar" userId="34e1e98c-f1fc-408f-bc28-2fe92e69de3b" providerId="ADAL" clId="{E53F75C1-325A-446A-B195-1A84E58F06AC}" dt="2026-02-03T06:10:50.371" v="1205" actId="20577"/>
        <pc:sldMkLst>
          <pc:docMk/>
          <pc:sldMk cId="843432815" sldId="7380"/>
        </pc:sldMkLst>
        <pc:spChg chg="mod">
          <ac:chgData name="Saad Akbar" userId="34e1e98c-f1fc-408f-bc28-2fe92e69de3b" providerId="ADAL" clId="{E53F75C1-325A-446A-B195-1A84E58F06AC}" dt="2026-01-21T13:54:30.041" v="975" actId="20577"/>
          <ac:spMkLst>
            <pc:docMk/>
            <pc:sldMk cId="843432815" sldId="7380"/>
            <ac:spMk id="6" creationId="{00000000-0000-0000-0000-000000000000}"/>
          </ac:spMkLst>
        </pc:spChg>
        <pc:picChg chg="mod modCrop">
          <ac:chgData name="Saad Akbar" userId="34e1e98c-f1fc-408f-bc28-2fe92e69de3b" providerId="ADAL" clId="{E53F75C1-325A-446A-B195-1A84E58F06AC}" dt="2026-01-29T08:44:43.579" v="1125" actId="14826"/>
          <ac:picMkLst>
            <pc:docMk/>
            <pc:sldMk cId="843432815" sldId="7380"/>
            <ac:picMk id="248" creationId="{1C9E0A8B-E9F0-2B08-9881-C65B0862E631}"/>
          </ac:picMkLst>
        </pc:picChg>
      </pc:sldChg>
      <pc:sldChg chg="del">
        <pc:chgData name="Saad Akbar" userId="34e1e98c-f1fc-408f-bc28-2fe92e69de3b" providerId="ADAL" clId="{E53F75C1-325A-446A-B195-1A84E58F06AC}" dt="2026-01-21T13:27:39.761" v="4" actId="47"/>
        <pc:sldMkLst>
          <pc:docMk/>
          <pc:sldMk cId="285592264" sldId="738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E3E17-B44A-4596-8D97-7B13FA17E0E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7E909-7272-4510-B930-F110185FC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92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AED8D-77C2-42ED-9C50-449944E8E7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5940425"/>
            <a:ext cx="5851525" cy="48609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14B4C-E242-4560-92FD-22BB0C9A9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2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Oracle Integration Cloud OIC </a:t>
            </a:r>
            <a:r>
              <a:rPr lang="en-US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connect any application and data source, it will be used as a data orchestrator as various customers can have different data estate, but primary target is ServiceNow data in relational format. This data will be moved via Object Storage*(optional or </a:t>
            </a:r>
            <a:r>
              <a:rPr lang="en-US" b="0" i="0" dirty="0" err="1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GoldenGate</a:t>
            </a:r>
            <a:r>
              <a:rPr lang="en-US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) into Autonomous Database 26AI. A GUI for customer interaction can also be built using VBCS, but can also be built via APEX that ships with the Autonomous Database 26AI.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US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*</a:t>
            </a:r>
            <a:r>
              <a:rPr lang="en-US" b="1" i="0" u="none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OIC will not replace the Lang chain orchestration, it will be used for data and tasks orchestration, the RAG orchestration will remain with </a:t>
            </a:r>
            <a:r>
              <a:rPr lang="en-US" b="1" i="0" u="none" dirty="0" err="1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lang="en-US" b="1" i="0" u="none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US" b="1" i="0" u="none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*ServiceNow adapter in OIC can have a trigger operation (so can be instantiated by Service now as Event Based).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lang="en-US" sz="1200" b="1" i="0" dirty="0">
              <a:solidFill>
                <a:srgbClr val="474747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US" sz="1200" b="1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OCI Compute </a:t>
            </a:r>
            <a:r>
              <a:rPr lang="en-US" sz="1200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will host the VM for the </a:t>
            </a:r>
            <a:r>
              <a:rPr lang="en-US" sz="1200" b="0" i="0" dirty="0" err="1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lang="en-US" sz="1200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>
                <a:effectLst/>
              </a:rPr>
              <a:t>an open-source </a:t>
            </a:r>
            <a:r>
              <a:rPr lang="en-US" b="1" dirty="0">
                <a:effectLst/>
              </a:rPr>
              <a:t>orchestration framework</a:t>
            </a:r>
            <a:r>
              <a:rPr lang="en-US" dirty="0"/>
              <a:t> that simplifies the development of applications using large language models (LLMs)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lang="en-US" sz="12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US" sz="1200" b="1" i="0" dirty="0">
                <a:solidFill>
                  <a:srgbClr val="0A0A0A"/>
                </a:solidFill>
                <a:effectLst/>
                <a:latin typeface="Google Sans"/>
              </a:rPr>
              <a:t>OCI Generative AI 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Google Sans"/>
              </a:rPr>
              <a:t>will </a:t>
            </a:r>
            <a:r>
              <a:rPr lang="en-US" sz="1200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provide the LLM services needed for the Natural language conversation and RAG implementation. 2 LLM models will be used, the main LLM is Cohere Command A and for Embeddings Generation Cohere 4 Embed will be used. Caution is given when as for the POC Generative AI Service OnDemand mode is chosen and  Error 429 is commonly occurring for this mode in a RAG type application (*Error 429 in Generative AI indicates "Too Many Requests,“ with the server is temporarily overloaded.) Advised mode was DAC but this will be chosen in Production.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lang="en-US" sz="1200" b="0" i="0" dirty="0">
              <a:solidFill>
                <a:srgbClr val="474747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US" b="1" dirty="0"/>
              <a:t>DB 26AI with NL2SQL (Select AI) Select AI </a:t>
            </a:r>
            <a:r>
              <a:rPr lang="en-US" b="0" dirty="0"/>
              <a:t>is</a:t>
            </a:r>
            <a:r>
              <a:rPr lang="en-US" b="1" dirty="0"/>
              <a:t> </a:t>
            </a:r>
            <a:r>
              <a:rPr lang="en-US" b="0" dirty="0"/>
              <a:t>the </a:t>
            </a:r>
            <a:r>
              <a:rPr lang="en-US" dirty="0"/>
              <a:t>Natural Language to SQL agent from 26AI an AI-powered feature that allows users to interact with their database using plain English or other natural languages instead of writing manual SQL queries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 This agent feature will convert natural language into SQL for the Relational data.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lang="en-US" sz="12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Google Sans"/>
              </a:rPr>
              <a:t>OCI Functions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14B4C-E242-4560-92FD-22BB0C9A91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305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nb-NO" sz="1200" dirty="0"/>
              <a:t>1) Follow 1.1 for data ingestion, 2.1 for user queries and response.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2) </a:t>
            </a:r>
            <a:r>
              <a:rPr lang="en-US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GenAI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 includes both LLM and Embeddings model. (Cohere CMD A &amp; Cohere ) 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3) GUI to be replaced with APEX or VBCS.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14B4C-E242-4560-92FD-22BB0C9A91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669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mailto:mailto:quietperiod_ww_grp@oracle.com" TargetMode="External"/><Relationship Id="rId2" Type="http://schemas.openxmlformats.org/officeDocument/2006/relationships/hyperlink" Target="https://confluence.oraclecorp.com/confluence/display/DemandCenter/Safe+Harbor+Disclosures+for+Presentations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4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jpeg"/><Relationship Id="rId4" Type="http://schemas.openxmlformats.org/officeDocument/2006/relationships/image" Target="../media/image4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jpeg"/><Relationship Id="rId4" Type="http://schemas.openxmlformats.org/officeDocument/2006/relationships/image" Target="../media/image4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4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4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4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jpeg"/><Relationship Id="rId4" Type="http://schemas.openxmlformats.org/officeDocument/2006/relationships/image" Target="../media/image4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jpeg"/><Relationship Id="rId4" Type="http://schemas.openxmlformats.org/officeDocument/2006/relationships/image" Target="../media/image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C96C0F11-AAE4-4147-BF68-F2C0EE1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484" y="20917"/>
            <a:ext cx="4331516" cy="2542941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goes here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562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5595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3188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/>
          <p:nvPr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117721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E332461-0228-4CE6-818B-14050AF0840D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">
            <a:extLst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7CF7386-AF3C-4BD8-832B-AC56F7B7E4F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D225CC8-2DCD-421C-8DA9-5A1321322184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6109577" y="1608575"/>
            <a:ext cx="0" cy="137924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D225CC8-2DCD-421C-8DA9-5A1321322184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71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41E71E9-A8ED-4FF5-B66D-14641AA84A5F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BEB99C5-A240-43E3-B2F9-F67C2DE2517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46C5096-6188-4396-9E8E-C7DC5E109130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6981728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46C5096-6188-4396-9E8E-C7DC5E109130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89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6097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6097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6097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381BC09-957D-45CD-9E0C-0CFA8700F9F5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1BEC230-374E-4E2A-8BB1-C01222A51658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6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E0263-5FD6-4DE6-B9D0-79EF81804AF3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144A390E-87D2-4CBA-AB20-722C39F2889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C050F-728D-4BEF-B207-F42452F3527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27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9AE8C36C-F008-469A-BF62-824F3D1C5E70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 dirty="0"/>
              <a:t>Copyright © 2022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E2FE6BCD-072B-4C98-999C-2F1BF08A865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4CAAD-4985-4FFF-BE24-1873DC385CA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7567B211-6658-437D-83F1-FBB0057E47DE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6AD3B-D115-41B9-A024-91B560E170A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4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7975-0B61-466D-9FCF-B31DF2BCED0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B69A-3FDC-4CAF-AA64-2A38456C3B7B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77B88C8-B304-42E2-BB3F-7BB2000C45BA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E46438-F717-2B4C-BAC0-BFCDA780AA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6"/>
          <a:stretch/>
        </p:blipFill>
        <p:spPr>
          <a:xfrm>
            <a:off x="6044249" y="0"/>
            <a:ext cx="6147750" cy="6858000"/>
          </a:xfrm>
          <a:prstGeom prst="rect">
            <a:avLst/>
          </a:prstGeom>
        </p:spPr>
      </p:pic>
      <p:pic>
        <p:nvPicPr>
          <p:cNvPr id="23" name="OTag">
            <a:extLst>
              <a:ext uri="{FF2B5EF4-FFF2-40B4-BE49-F238E27FC236}">
                <a16:creationId xmlns:a16="http://schemas.microsoft.com/office/drawing/2014/main" id="{000C5F04-372F-427E-81C5-11434B356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17" y="6355080"/>
            <a:ext cx="502920" cy="50292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319489"/>
          </a:xfrm>
        </p:spPr>
        <p:txBody>
          <a:bodyPr anchor="b" anchorCtr="0"/>
          <a:lstStyle>
            <a:lvl1pPr>
              <a:defRPr sz="6600" b="0">
                <a:solidFill>
                  <a:srgbClr val="AE562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4EB18A2-7EBE-4232-99F5-52F53521DCF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1F94-A6C5-4BF7-A508-2C3B85711BB9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Safe Harb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 txBox="1"/>
          <p:nvPr/>
        </p:nvSpPr>
        <p:spPr>
          <a:xfrm>
            <a:off x="766762" y="184150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 indent="0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baseline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US" dirty="0">
                <a:solidFill>
                  <a:schemeClr val="tx1"/>
                </a:solidFill>
                <a:latin typeface="+mn-lt"/>
                <a:cs typeface="Oracle Sans Tab" panose="020B0503020204020204" pitchFamily="34" charset="0"/>
              </a:rPr>
              <a:t>Safe harbor statement</a:t>
            </a:r>
          </a:p>
        </p:txBody>
      </p:sp>
      <p:sp>
        <p:nvSpPr>
          <p:cNvPr id="14" name="Text Field">
            <a:extLst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 txBox="1"/>
          <p:nvPr/>
        </p:nvSpPr>
        <p:spPr>
          <a:xfrm>
            <a:off x="766762" y="1608421"/>
            <a:ext cx="798793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of August 2020, for most presentations, a safe harbor statement is no longer required, and you will not need to use this slide.  </a:t>
            </a:r>
            <a:b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The notice is available at the </a:t>
            </a:r>
            <a:r>
              <a:rPr lang="en-US" u="sng" dirty="0">
                <a:solidFill>
                  <a:srgbClr val="00688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 Harbor Confluence Page</a:t>
            </a:r>
            <a:endParaRPr lang="en-US" dirty="0">
              <a:solidFill>
                <a:srgbClr val="00688C"/>
              </a:solidFill>
            </a:endParaRPr>
          </a:p>
          <a:p>
            <a:r>
              <a:rPr lang="en-US" dirty="0"/>
              <a:t>Contact for Forward Looking Statement: </a:t>
            </a:r>
            <a:r>
              <a:rPr lang="en-US" u="sng" dirty="0">
                <a:solidFill>
                  <a:srgbClr val="00688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quietperiod_ww_grp@oracle.com</a:t>
            </a:r>
            <a:endParaRPr lang="en-US" dirty="0">
              <a:solidFill>
                <a:srgbClr val="00688C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25676-9912-48C6-9E3A-F4D21A096116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16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AB1892A-1B3D-014D-B9C7-BCEDE316FD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800" y="0"/>
            <a:ext cx="7315200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CE1CF95-2ED4-4044-A052-7E6E1867A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EC86372-ED1D-451E-A0DA-92F70A0393B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Quote with Data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C13851-8F5A-3D4E-B2BF-9068624FC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OTag">
            <a:extLst>
              <a:ext uri="{FF2B5EF4-FFF2-40B4-BE49-F238E27FC236}">
                <a16:creationId xmlns:a16="http://schemas.microsoft.com/office/drawing/2014/main" id="{7DC71B8D-1AA8-1D49-9770-9D8CD0F61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49200" cy="202644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fld id="{DCEB30A5-FB54-4DA1-B38D-1B7DE81C6A48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68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2844" y="2434528"/>
            <a:ext cx="6067096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 dirty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72844" y="4983135"/>
            <a:ext cx="605462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72844" y="5320728"/>
            <a:ext cx="6054629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pic>
        <p:nvPicPr>
          <p:cNvPr id="15" name="OTag">
            <a:extLst>
              <a:ext uri="{FF2B5EF4-FFF2-40B4-BE49-F238E27FC236}">
                <a16:creationId xmlns:a16="http://schemas.microsoft.com/office/drawing/2014/main" id="{D79573CA-7EF3-46CE-91D4-01D1A2F17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 txBox="1"/>
          <p:nvPr/>
        </p:nvSpPr>
        <p:spPr>
          <a:xfrm>
            <a:off x="1295730" y="3244334"/>
            <a:ext cx="228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fld id="{1412C781-9486-495F-9009-294AB81D9257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34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6560075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B80FBCF9-2936-4056-9408-59954380108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60075" y="0"/>
            <a:ext cx="5631925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847055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12192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CD6C986A-168F-4D76-86BB-5B349F7604D5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llustration">
            <a:extLst>
              <a:ext uri="{FF2B5EF4-FFF2-40B4-BE49-F238E27FC236}">
                <a16:creationId xmlns:a16="http://schemas.microsoft.com/office/drawing/2014/main" id="{A6848E87-AB7D-1E4B-A882-1731BB7C3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9260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 txBox="1"/>
          <p:nvPr/>
        </p:nvSpPr>
        <p:spPr>
          <a:xfrm>
            <a:off x="768876" y="2989724"/>
            <a:ext cx="8852644" cy="8785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3000" b="0" i="0" baseline="0" dirty="0">
                <a:latin typeface="+mj-lt"/>
                <a:cs typeface="+mj-cs"/>
              </a:defRPr>
            </a:lvl1pPr>
          </a:lstStyle>
          <a:p>
            <a:pPr lvl="0"/>
            <a:r>
              <a:rPr lang="en-US" dirty="0"/>
              <a:t>Our mission is to help people see data in new ways, discover insights, unlock endless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985309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rand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Brand (up to 2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514C4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7D2267-8060-4E47-941D-1C718175FB5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17882C04-BD69-44ED-8337-6E34F787B2EF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82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Finance / Operations 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Finance / Operations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31535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DDAA99-266A-4A1C-9F57-ACAD7EE3F259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5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loud Platform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Cloud Platform (up to two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33553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4DD88A-3D12-4ED2-853D-5FBC3094E39D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7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HCM/HR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A7595F8-74F2-499E-B59F-E0985F8614C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HCM/HR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6C3F49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</p:spTree>
    <p:extLst>
      <p:ext uri="{BB962C8B-B14F-4D97-AF65-F5344CB8AC3E}">
        <p14:creationId xmlns:p14="http://schemas.microsoft.com/office/powerpoint/2010/main" val="317405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atabase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Database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464F4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E6D7C6-18B9-45E9-BC88-5820977E7B17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9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X/Marketing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Advertising and CX (up to two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594564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3FBFA0-AD13-4C12-A92F-20A558F85DA8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3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eveloper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Developer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494D5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666896-EE4D-4940-8EEB-A10853BA5730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8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M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SCM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713F2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FCEEBC-8B55-4779-B6F6-7D71BD467A78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3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GBU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GBU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464C68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F17678-159B-4E0C-BDC5-8B50F64CAD9B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7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Netsuite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NetSuite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rgbClr val="2C526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6B977C-A1F3-4584-90B9-75B6D9E246A9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9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5FF636-5AF7-9A48-9532-FFA3A18AD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E5522-276A-4151-B19E-B34F52E25495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349056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D26E73-DB8C-4CA4-A1AE-6A0221173C1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E56C2-DEC3-475D-8616-6D320830214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(icons with text)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F7BF46C7-9BCD-4CD6-86E3-B0C18E87084D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050535" y="1844625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24D4EBE-E806-4A01-9255-F8A5A3CBEA28}"/>
              </a:ext>
            </a:extLst>
          </p:cNvPr>
          <p:cNvSpPr>
            <a:spLocks noGrp="1" noChangeAspect="1"/>
          </p:cNvSpPr>
          <p:nvPr>
            <p:ph type="pic" sz="quarter" idx="53"/>
          </p:nvPr>
        </p:nvSpPr>
        <p:spPr>
          <a:xfrm>
            <a:off x="4178897" y="1844625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BBC89A9-3A2A-4A30-98FB-252870B24A9E}"/>
              </a:ext>
            </a:extLst>
          </p:cNvPr>
          <p:cNvSpPr>
            <a:spLocks noGrp="1" noChangeAspect="1"/>
          </p:cNvSpPr>
          <p:nvPr>
            <p:ph type="pic" sz="quarter" idx="54"/>
          </p:nvPr>
        </p:nvSpPr>
        <p:spPr>
          <a:xfrm>
            <a:off x="2614716" y="1844625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9" name="Text Field 3">
            <a:extLst>
              <a:ext uri="{FF2B5EF4-FFF2-40B4-BE49-F238E27FC236}">
                <a16:creationId xmlns:a16="http://schemas.microsoft.com/office/drawing/2014/main" id="{691845B8-3F5B-4703-889A-7C53E5927D4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329802" y="2797629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DF91EC2-D4AB-42FD-AADB-D77FD6FD7D0B}"/>
              </a:ext>
            </a:extLst>
          </p:cNvPr>
          <p:cNvSpPr>
            <a:spLocks noGrp="1" noChangeAspect="1"/>
          </p:cNvSpPr>
          <p:nvPr>
            <p:ph type="pic" sz="quarter" idx="56"/>
          </p:nvPr>
        </p:nvSpPr>
        <p:spPr>
          <a:xfrm>
            <a:off x="5743077" y="1844625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DEB6885-F527-4BB6-865B-91BE35ECF884}"/>
              </a:ext>
            </a:extLst>
          </p:cNvPr>
          <p:cNvSpPr>
            <a:spLocks noGrp="1" noChangeAspect="1"/>
          </p:cNvSpPr>
          <p:nvPr>
            <p:ph type="pic" sz="quarter" idx="57"/>
          </p:nvPr>
        </p:nvSpPr>
        <p:spPr>
          <a:xfrm>
            <a:off x="7307257" y="1844625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12" name="Text Field 3">
            <a:extLst>
              <a:ext uri="{FF2B5EF4-FFF2-40B4-BE49-F238E27FC236}">
                <a16:creationId xmlns:a16="http://schemas.microsoft.com/office/drawing/2014/main" id="{990AE28A-2F4B-4758-93DB-7DD93B46EDC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621" y="2797629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800">
                <a:solidFill>
                  <a:schemeClr val="tx1"/>
                </a:solidFill>
              </a:defRPr>
            </a:lvl1pPr>
            <a:lvl2pPr marL="0" indent="-100584" algn="l">
              <a:spcBef>
                <a:spcPts val="300"/>
              </a:spcBef>
              <a:tabLst/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Text Field 3">
            <a:extLst>
              <a:ext uri="{FF2B5EF4-FFF2-40B4-BE49-F238E27FC236}">
                <a16:creationId xmlns:a16="http://schemas.microsoft.com/office/drawing/2014/main" id="{3637F4BC-0875-4760-AFC9-0D8432CF5AF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3893983" y="2797629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4" name="Text Field 3">
            <a:extLst>
              <a:ext uri="{FF2B5EF4-FFF2-40B4-BE49-F238E27FC236}">
                <a16:creationId xmlns:a16="http://schemas.microsoft.com/office/drawing/2014/main" id="{EDF63DA8-6FD7-47B2-97B8-EFCB7227388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5458164" y="2797629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ext Field 3">
            <a:extLst>
              <a:ext uri="{FF2B5EF4-FFF2-40B4-BE49-F238E27FC236}">
                <a16:creationId xmlns:a16="http://schemas.microsoft.com/office/drawing/2014/main" id="{6B5C3AA9-05E3-4CA7-971B-07F4683DFC4F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586526" y="2797630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Text Field 3">
            <a:extLst>
              <a:ext uri="{FF2B5EF4-FFF2-40B4-BE49-F238E27FC236}">
                <a16:creationId xmlns:a16="http://schemas.microsoft.com/office/drawing/2014/main" id="{7A48FD6A-3AA2-46BE-AEAD-18DCCD765E7A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7022345" y="2797630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7" name="Text Field 3">
            <a:extLst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10150706" y="2797630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3B67B4D-D110-4A91-9FCB-8B8446193755}"/>
              </a:ext>
            </a:extLst>
          </p:cNvPr>
          <p:cNvSpPr>
            <a:spLocks noGrp="1" noChangeAspect="1"/>
          </p:cNvSpPr>
          <p:nvPr>
            <p:ph type="pic" sz="quarter" idx="85"/>
          </p:nvPr>
        </p:nvSpPr>
        <p:spPr>
          <a:xfrm>
            <a:off x="8871437" y="1844625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noGrp="1" noChangeAspect="1"/>
          </p:cNvSpPr>
          <p:nvPr>
            <p:ph type="pic" sz="quarter" idx="87"/>
          </p:nvPr>
        </p:nvSpPr>
        <p:spPr>
          <a:xfrm>
            <a:off x="10435620" y="1844625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0" name="Picture Placeholder 1">
            <a:extLst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1050535" y="3476901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noGrp="1" noChangeAspect="1"/>
          </p:cNvSpPr>
          <p:nvPr>
            <p:ph type="pic" sz="quarter" idx="89"/>
          </p:nvPr>
        </p:nvSpPr>
        <p:spPr>
          <a:xfrm>
            <a:off x="417889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noGrp="1" noChangeAspect="1"/>
          </p:cNvSpPr>
          <p:nvPr>
            <p:ph type="pic" sz="quarter" idx="90"/>
          </p:nvPr>
        </p:nvSpPr>
        <p:spPr>
          <a:xfrm>
            <a:off x="2614716" y="3476901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3" name="Text Field 3">
            <a:extLst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2329802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noGrp="1" noChangeAspect="1"/>
          </p:cNvSpPr>
          <p:nvPr>
            <p:ph type="pic" sz="quarter" idx="92"/>
          </p:nvPr>
        </p:nvSpPr>
        <p:spPr>
          <a:xfrm>
            <a:off x="574307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noGrp="1" noChangeAspect="1"/>
          </p:cNvSpPr>
          <p:nvPr>
            <p:ph type="pic" sz="quarter" idx="93"/>
          </p:nvPr>
        </p:nvSpPr>
        <p:spPr>
          <a:xfrm>
            <a:off x="730725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6" name="Text Field 3">
            <a:extLst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765621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tabLst/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7" name="Text Field 3">
            <a:extLst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3893983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8" name="Text Field 3">
            <a:extLst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5458164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>
          <a:xfrm>
            <a:off x="8586526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0" name="Text Field 3">
            <a:extLst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7022345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1" name="Text Field 3">
            <a:extLst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>
          <a:xfrm>
            <a:off x="10150706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noGrp="1" noChangeAspect="1"/>
          </p:cNvSpPr>
          <p:nvPr>
            <p:ph type="pic" sz="quarter" idx="100"/>
          </p:nvPr>
        </p:nvSpPr>
        <p:spPr>
          <a:xfrm>
            <a:off x="887143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noGrp="1" noChangeAspect="1"/>
          </p:cNvSpPr>
          <p:nvPr>
            <p:ph type="pic" sz="quarter" idx="101"/>
          </p:nvPr>
        </p:nvSpPr>
        <p:spPr>
          <a:xfrm>
            <a:off x="10435620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4" name="Picture Placeholder 1">
            <a:extLst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noGrp="1"/>
          </p:cNvSpPr>
          <p:nvPr>
            <p:ph type="pic" sz="quarter" idx="102"/>
          </p:nvPr>
        </p:nvSpPr>
        <p:spPr>
          <a:xfrm>
            <a:off x="1050535" y="5001482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noGrp="1" noChangeAspect="1"/>
          </p:cNvSpPr>
          <p:nvPr>
            <p:ph type="pic" sz="quarter" idx="103"/>
          </p:nvPr>
        </p:nvSpPr>
        <p:spPr>
          <a:xfrm>
            <a:off x="417889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noGrp="1" noChangeAspect="1"/>
          </p:cNvSpPr>
          <p:nvPr>
            <p:ph type="pic" sz="quarter" idx="104"/>
          </p:nvPr>
        </p:nvSpPr>
        <p:spPr>
          <a:xfrm>
            <a:off x="2614716" y="5001482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7" name="Text Field 3">
            <a:extLst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>
          <a:xfrm>
            <a:off x="2329802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noGrp="1" noChangeAspect="1"/>
          </p:cNvSpPr>
          <p:nvPr>
            <p:ph type="pic" sz="quarter" idx="106"/>
          </p:nvPr>
        </p:nvSpPr>
        <p:spPr>
          <a:xfrm>
            <a:off x="574307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noGrp="1" noChangeAspect="1"/>
          </p:cNvSpPr>
          <p:nvPr>
            <p:ph type="pic" sz="quarter" idx="107"/>
          </p:nvPr>
        </p:nvSpPr>
        <p:spPr>
          <a:xfrm>
            <a:off x="730725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40" name="Text Field 3">
            <a:extLst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765621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tabLst/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1" name="Text Field 3">
            <a:extLst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3893983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2" name="Text Field 3">
            <a:extLst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5458164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3" name="Text Field 3">
            <a:extLst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>
          <a:xfrm>
            <a:off x="8586526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4" name="Text Field 3">
            <a:extLst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>
          <a:xfrm>
            <a:off x="7022345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5" name="Text Field 3">
            <a:extLst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>
          <a:xfrm>
            <a:off x="10150706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noGrp="1" noChangeAspect="1"/>
          </p:cNvSpPr>
          <p:nvPr>
            <p:ph type="pic" sz="quarter" idx="114"/>
          </p:nvPr>
        </p:nvSpPr>
        <p:spPr>
          <a:xfrm>
            <a:off x="887143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47" name="Picture Placeholder 4">
            <a:extLst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noGrp="1" noChangeAspect="1"/>
          </p:cNvSpPr>
          <p:nvPr>
            <p:ph type="pic" sz="quarter" idx="115"/>
          </p:nvPr>
        </p:nvSpPr>
        <p:spPr>
          <a:xfrm>
            <a:off x="10435620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</p:spTree>
    <p:extLst>
      <p:ext uri="{BB962C8B-B14F-4D97-AF65-F5344CB8AC3E}">
        <p14:creationId xmlns:p14="http://schemas.microsoft.com/office/powerpoint/2010/main" val="32890274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phic 47">
            <a:extLst>
              <a:ext uri="{FF2B5EF4-FFF2-40B4-BE49-F238E27FC236}">
                <a16:creationId xmlns:a16="http://schemas.microsoft.com/office/drawing/2014/main" id="{8ACB55F7-41B0-4B89-9A1B-E68607B8A5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530016"/>
            <a:ext cx="12192000" cy="128336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D26E73-DB8C-4CA4-A1AE-6A0221173C1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E56C2-DEC3-475D-8616-6D320830214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(icons with text)</a:t>
            </a:r>
          </a:p>
        </p:txBody>
      </p:sp>
      <p:sp>
        <p:nvSpPr>
          <p:cNvPr id="17" name="Text Field 3">
            <a:extLst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041010" y="2398500"/>
            <a:ext cx="685800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Label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noGrp="1" noChangeAspect="1"/>
          </p:cNvSpPr>
          <p:nvPr>
            <p:ph type="pic" sz="quarter" idx="87" hasCustomPrompt="1"/>
          </p:nvPr>
        </p:nvSpPr>
        <p:spPr>
          <a:xfrm>
            <a:off x="1127878" y="1853060"/>
            <a:ext cx="512064" cy="512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20" name="Picture Placeholder 1">
            <a:extLst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1050535" y="3476901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noGrp="1" noChangeAspect="1"/>
          </p:cNvSpPr>
          <p:nvPr>
            <p:ph type="pic" sz="quarter" idx="89"/>
          </p:nvPr>
        </p:nvSpPr>
        <p:spPr>
          <a:xfrm>
            <a:off x="417889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noGrp="1" noChangeAspect="1"/>
          </p:cNvSpPr>
          <p:nvPr>
            <p:ph type="pic" sz="quarter" idx="90"/>
          </p:nvPr>
        </p:nvSpPr>
        <p:spPr>
          <a:xfrm>
            <a:off x="2614716" y="3476901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3" name="Text Field 3">
            <a:extLst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2329802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noGrp="1" noChangeAspect="1"/>
          </p:cNvSpPr>
          <p:nvPr>
            <p:ph type="pic" sz="quarter" idx="92"/>
          </p:nvPr>
        </p:nvSpPr>
        <p:spPr>
          <a:xfrm>
            <a:off x="574307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noGrp="1" noChangeAspect="1"/>
          </p:cNvSpPr>
          <p:nvPr>
            <p:ph type="pic" sz="quarter" idx="93"/>
          </p:nvPr>
        </p:nvSpPr>
        <p:spPr>
          <a:xfrm>
            <a:off x="730725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6" name="Text Field 3">
            <a:extLst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765621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tabLst/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7" name="Text Field 3">
            <a:extLst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3893983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8" name="Text Field 3">
            <a:extLst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5458164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>
          <a:xfrm>
            <a:off x="8586526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0" name="Text Field 3">
            <a:extLst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7022345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1" name="Text Field 3">
            <a:extLst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>
          <a:xfrm>
            <a:off x="10150706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noGrp="1" noChangeAspect="1"/>
          </p:cNvSpPr>
          <p:nvPr>
            <p:ph type="pic" sz="quarter" idx="100"/>
          </p:nvPr>
        </p:nvSpPr>
        <p:spPr>
          <a:xfrm>
            <a:off x="887143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noGrp="1" noChangeAspect="1"/>
          </p:cNvSpPr>
          <p:nvPr>
            <p:ph type="pic" sz="quarter" idx="101"/>
          </p:nvPr>
        </p:nvSpPr>
        <p:spPr>
          <a:xfrm>
            <a:off x="10435620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4" name="Picture Placeholder 1">
            <a:extLst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noGrp="1"/>
          </p:cNvSpPr>
          <p:nvPr>
            <p:ph type="pic" sz="quarter" idx="102"/>
          </p:nvPr>
        </p:nvSpPr>
        <p:spPr>
          <a:xfrm>
            <a:off x="1050535" y="5001482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noGrp="1" noChangeAspect="1"/>
          </p:cNvSpPr>
          <p:nvPr>
            <p:ph type="pic" sz="quarter" idx="103"/>
          </p:nvPr>
        </p:nvSpPr>
        <p:spPr>
          <a:xfrm>
            <a:off x="417889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noGrp="1" noChangeAspect="1"/>
          </p:cNvSpPr>
          <p:nvPr>
            <p:ph type="pic" sz="quarter" idx="104"/>
          </p:nvPr>
        </p:nvSpPr>
        <p:spPr>
          <a:xfrm>
            <a:off x="2614716" y="5001482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7" name="Text Field 3">
            <a:extLst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>
          <a:xfrm>
            <a:off x="2329802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noGrp="1" noChangeAspect="1"/>
          </p:cNvSpPr>
          <p:nvPr>
            <p:ph type="pic" sz="quarter" idx="106"/>
          </p:nvPr>
        </p:nvSpPr>
        <p:spPr>
          <a:xfrm>
            <a:off x="574307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noGrp="1" noChangeAspect="1"/>
          </p:cNvSpPr>
          <p:nvPr>
            <p:ph type="pic" sz="quarter" idx="107"/>
          </p:nvPr>
        </p:nvSpPr>
        <p:spPr>
          <a:xfrm>
            <a:off x="730725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40" name="Text Field 3">
            <a:extLst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765621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tabLst/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1" name="Text Field 3">
            <a:extLst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3893983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2" name="Text Field 3">
            <a:extLst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5458164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3" name="Text Field 3">
            <a:extLst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>
          <a:xfrm>
            <a:off x="8586526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4" name="Text Field 3">
            <a:extLst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>
          <a:xfrm>
            <a:off x="7022345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5" name="Text Field 3">
            <a:extLst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>
          <a:xfrm>
            <a:off x="10150706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noGrp="1" noChangeAspect="1"/>
          </p:cNvSpPr>
          <p:nvPr>
            <p:ph type="pic" sz="quarter" idx="114"/>
          </p:nvPr>
        </p:nvSpPr>
        <p:spPr>
          <a:xfrm>
            <a:off x="887143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47" name="Picture Placeholder 4">
            <a:extLst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noGrp="1" noChangeAspect="1"/>
          </p:cNvSpPr>
          <p:nvPr>
            <p:ph type="pic" sz="quarter" idx="115"/>
          </p:nvPr>
        </p:nvSpPr>
        <p:spPr>
          <a:xfrm>
            <a:off x="10435620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</p:spTree>
    <p:extLst>
      <p:ext uri="{BB962C8B-B14F-4D97-AF65-F5344CB8AC3E}">
        <p14:creationId xmlns:p14="http://schemas.microsoft.com/office/powerpoint/2010/main" val="16477948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CE3C-529C-49B4-A97B-0D547B28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91FA49-12C8-4DBA-AE2C-0C5643B9D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D9B9F-A342-4210-B0DC-EDDEB3A2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2022, Oracle and/or its affiliates | Confidential: Internal/Restricted/Highly Restricted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F638A-5EDD-4938-9DD0-A80E319DB03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DCC4546-0B5C-473F-B2FA-7DB6240796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329991"/>
            <a:ext cx="12192000" cy="12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262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24780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5760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fld id="{82BDA199-1C6F-4B76-931E-007EAA6F75F8}" type="datetime1">
              <a:rPr lang="en-US" smtClean="0"/>
              <a:t>3/12/2026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17" r:id="rId2"/>
    <p:sldLayoutId id="2147483774" r:id="rId3"/>
    <p:sldLayoutId id="2147483922" r:id="rId4"/>
    <p:sldLayoutId id="2147483989" r:id="rId5"/>
    <p:sldLayoutId id="2147483920" r:id="rId6"/>
    <p:sldLayoutId id="2147483931" r:id="rId7"/>
    <p:sldLayoutId id="2147483936" r:id="rId8"/>
    <p:sldLayoutId id="2147483990" r:id="rId9"/>
    <p:sldLayoutId id="2147483933" r:id="rId10"/>
    <p:sldLayoutId id="2147483938" r:id="rId11"/>
    <p:sldLayoutId id="2147483761" r:id="rId12"/>
    <p:sldLayoutId id="2147483969" r:id="rId13"/>
    <p:sldLayoutId id="2147483974" r:id="rId14"/>
    <p:sldLayoutId id="2147483781" r:id="rId15"/>
    <p:sldLayoutId id="2147483756" r:id="rId16"/>
    <p:sldLayoutId id="2147483754" r:id="rId17"/>
    <p:sldLayoutId id="2147483778" r:id="rId18"/>
    <p:sldLayoutId id="2147483762" r:id="rId19"/>
    <p:sldLayoutId id="2147483766" r:id="rId20"/>
    <p:sldLayoutId id="2147483814" r:id="rId21"/>
    <p:sldLayoutId id="2147483749" r:id="rId22"/>
    <p:sldLayoutId id="2147483751" r:id="rId23"/>
    <p:sldLayoutId id="2147483752" r:id="rId24"/>
    <p:sldLayoutId id="2147483987" r:id="rId25"/>
    <p:sldLayoutId id="2147483763" r:id="rId26"/>
    <p:sldLayoutId id="2147483744" r:id="rId27"/>
    <p:sldLayoutId id="2147483742" r:id="rId28"/>
    <p:sldLayoutId id="2147483948" r:id="rId29"/>
    <p:sldLayoutId id="2147483950" r:id="rId30"/>
    <p:sldLayoutId id="2147483952" r:id="rId31"/>
    <p:sldLayoutId id="2147483954" r:id="rId32"/>
    <p:sldLayoutId id="2147483956" r:id="rId33"/>
    <p:sldLayoutId id="2147483958" r:id="rId34"/>
    <p:sldLayoutId id="2147483960" r:id="rId35"/>
    <p:sldLayoutId id="2147483962" r:id="rId36"/>
    <p:sldLayoutId id="2147483964" r:id="rId37"/>
    <p:sldLayoutId id="2147483966" r:id="rId38"/>
    <p:sldLayoutId id="2147483972" r:id="rId3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52">
          <p15:clr>
            <a:srgbClr val="F26B43"/>
          </p15:clr>
        </p15:guide>
        <p15:guide id="5" pos="480">
          <p15:clr>
            <a:srgbClr val="F26B43"/>
          </p15:clr>
        </p15:guide>
        <p15:guide id="6" orient="horz" pos="795">
          <p15:clr>
            <a:srgbClr val="F26B43"/>
          </p15:clr>
        </p15:guide>
        <p15:guide id="7" orient="horz" pos="590">
          <p15:clr>
            <a:srgbClr val="F26B43"/>
          </p15:clr>
        </p15:guide>
        <p15:guide id="8" pos="72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Tag">
            <a:extLst>
              <a:ext uri="{FF2B5EF4-FFF2-40B4-BE49-F238E27FC236}">
                <a16:creationId xmlns:a16="http://schemas.microsoft.com/office/drawing/2014/main" id="{8C6DF82D-2EFC-4488-B52E-F025EB479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14" name="Title">
            <a:extLst>
              <a:ext uri="{FF2B5EF4-FFF2-40B4-BE49-F238E27FC236}">
                <a16:creationId xmlns:a16="http://schemas.microsoft.com/office/drawing/2014/main" id="{F0C18C47-A1DD-4F43-A8AB-F2F5DF4E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9076D7C5-C8B8-4657-AE43-B155E4B7D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F2052439-E85C-4DBE-8D4D-C9AFB878E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 dirty="0"/>
              <a:t>Copyright © 2022, Oracle and/or its affiliates | Confidential: Internal/Restricted/Highly Restricted</a:t>
            </a:r>
          </a:p>
        </p:txBody>
      </p:sp>
      <p:sp>
        <p:nvSpPr>
          <p:cNvPr id="18" name="Date">
            <a:extLst>
              <a:ext uri="{FF2B5EF4-FFF2-40B4-BE49-F238E27FC236}">
                <a16:creationId xmlns:a16="http://schemas.microsoft.com/office/drawing/2014/main" id="{6CD721F1-A990-40E0-BF29-052370E46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83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1" r:id="rId2"/>
    <p:sldLayoutId id="214748400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Oracle Sans Tab" panose="020B0503020204020204" pitchFamily="34" charset="0"/>
          <a:ea typeface="+mj-ea"/>
          <a:cs typeface="Oracle Sans Tab" panose="020B05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332461-0228-4CE6-818B-14050AF0840D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B8580"/>
                </a:solidFill>
                <a:effectLst/>
                <a:uLnTx/>
                <a:uFillTx/>
                <a:latin typeface="Oracle Sans Tab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B8580"/>
              </a:solidFill>
              <a:effectLst/>
              <a:uLnTx/>
              <a:uFillTx/>
              <a:latin typeface="Oracle Sans Tab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580"/>
                </a:solidFill>
                <a:effectLst/>
                <a:uLnTx/>
                <a:uFillTx/>
                <a:latin typeface="Oracle Sans Tab"/>
                <a:ea typeface="+mn-ea"/>
                <a:cs typeface="+mn-cs"/>
              </a:rPr>
              <a:t>Copyright © 2022, Oracle and/or its affiliates 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5D60D9-5372-5F40-9443-0F9AE5BDC3C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B8580"/>
                </a:solidFill>
                <a:effectLst/>
                <a:uLnTx/>
                <a:uFillTx/>
                <a:latin typeface="Oracle Sans Tab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B8580"/>
              </a:solidFill>
              <a:effectLst/>
              <a:uLnTx/>
              <a:uFillTx/>
              <a:latin typeface="Oracle Sans Tab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HRSD : </a:t>
            </a:r>
            <a:r>
              <a:rPr lang="en-US" dirty="0"/>
              <a:t>AI-Powered</a:t>
            </a:r>
            <a:r>
              <a:rPr lang="nb-NO" dirty="0"/>
              <a:t> Virtual Agent Triage (Legal, Incident &amp; Knowledge summarization) </a:t>
            </a:r>
            <a:br>
              <a:rPr lang="en-US" dirty="0"/>
            </a:br>
            <a:endParaRPr lang="en-US" sz="1000" dirty="0"/>
          </a:p>
        </p:txBody>
      </p:sp>
      <p:sp>
        <p:nvSpPr>
          <p:cNvPr id="7" name="Rectangle: Rounded Corners 87">
            <a:extLst>
              <a:ext uri="{FF2B5EF4-FFF2-40B4-BE49-F238E27FC236}">
                <a16:creationId xmlns:a16="http://schemas.microsoft.com/office/drawing/2014/main" id="{5EAE678F-E9A0-47C8-BC29-C1EB27D339F4}"/>
              </a:ext>
            </a:extLst>
          </p:cNvPr>
          <p:cNvSpPr/>
          <p:nvPr/>
        </p:nvSpPr>
        <p:spPr>
          <a:xfrm>
            <a:off x="2215836" y="1041191"/>
            <a:ext cx="7759366" cy="5073857"/>
          </a:xfrm>
          <a:prstGeom prst="roundRect">
            <a:avLst>
              <a:gd name="adj" fmla="val 281"/>
            </a:avLst>
          </a:prstGeom>
          <a:solidFill>
            <a:srgbClr val="F5F4F2"/>
          </a:solidFill>
          <a:ln w="12700">
            <a:solidFill>
              <a:srgbClr val="9E989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161513"/>
                </a:solidFill>
                <a:effectLst/>
                <a:uLnTx/>
                <a:uFillTx/>
                <a:latin typeface="Oracle Sans" panose="020B0503020204020204" pitchFamily="34" charset="0"/>
                <a:ea typeface="+mn-ea"/>
                <a:cs typeface="Oracle Sans" panose="020B0503020204020204" pitchFamily="34" charset="0"/>
              </a:rPr>
              <a:t>OCI Region</a:t>
            </a: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161513"/>
              </a:solidFill>
              <a:effectLst/>
              <a:uLnTx/>
              <a:uFillTx/>
              <a:latin typeface="Oracle Sans" panose="020B0503020204020204" pitchFamily="34" charset="0"/>
              <a:ea typeface="+mn-ea"/>
              <a:cs typeface="Oracle Sans" panose="020B0503020204020204" pitchFamily="34" charset="0"/>
            </a:endParaRPr>
          </a:p>
        </p:txBody>
      </p:sp>
      <p:sp>
        <p:nvSpPr>
          <p:cNvPr id="8" name="Rectangle: Rounded Corners 57">
            <a:extLst>
              <a:ext uri="{FF2B5EF4-FFF2-40B4-BE49-F238E27FC236}">
                <a16:creationId xmlns:a16="http://schemas.microsoft.com/office/drawing/2014/main" id="{9CCB644A-92B1-4009-9AB2-CAAC3BB65C3E}"/>
              </a:ext>
            </a:extLst>
          </p:cNvPr>
          <p:cNvSpPr/>
          <p:nvPr/>
        </p:nvSpPr>
        <p:spPr>
          <a:xfrm>
            <a:off x="769951" y="1041190"/>
            <a:ext cx="1381638" cy="5073860"/>
          </a:xfrm>
          <a:prstGeom prst="roundRect">
            <a:avLst>
              <a:gd name="adj" fmla="val 919"/>
            </a:avLst>
          </a:prstGeom>
          <a:solidFill>
            <a:srgbClr val="F5F4F2"/>
          </a:solidFill>
          <a:ln w="12700">
            <a:solidFill>
              <a:srgbClr val="9E989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12D2A">
                    <a:lumMod val="50000"/>
                  </a:srgbClr>
                </a:solidFill>
                <a:effectLst/>
                <a:uLnTx/>
                <a:uFillTx/>
                <a:latin typeface="Oracle Sans" panose="020B0503020204020204" pitchFamily="34" charset="0"/>
                <a:ea typeface="Calibri" charset="0"/>
                <a:cs typeface="Oracle Sans" panose="020B0503020204020204" pitchFamily="34" charset="0"/>
              </a:rPr>
              <a:t>           Source Data</a:t>
            </a: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161513"/>
              </a:solidFill>
              <a:effectLst/>
              <a:uLnTx/>
              <a:uFillTx/>
              <a:latin typeface="Oracle Sans" panose="020B0503020204020204" pitchFamily="34" charset="0"/>
              <a:ea typeface="+mn-ea"/>
              <a:cs typeface="Oracle Sans" panose="020B0503020204020204" pitchFamily="34" charset="0"/>
            </a:endParaRPr>
          </a:p>
        </p:txBody>
      </p:sp>
      <p:sp>
        <p:nvSpPr>
          <p:cNvPr id="9" name="Rectangle: Rounded Corners 44">
            <a:extLst>
              <a:ext uri="{FF2B5EF4-FFF2-40B4-BE49-F238E27FC236}">
                <a16:creationId xmlns:a16="http://schemas.microsoft.com/office/drawing/2014/main" id="{5BEAAA01-D660-4AAF-BD93-39A6ACB22E99}"/>
              </a:ext>
            </a:extLst>
          </p:cNvPr>
          <p:cNvSpPr/>
          <p:nvPr/>
        </p:nvSpPr>
        <p:spPr>
          <a:xfrm>
            <a:off x="10067412" y="1041190"/>
            <a:ext cx="1381638" cy="5073857"/>
          </a:xfrm>
          <a:prstGeom prst="roundRect">
            <a:avLst>
              <a:gd name="adj" fmla="val 919"/>
            </a:avLst>
          </a:prstGeom>
          <a:solidFill>
            <a:srgbClr val="F5F4F2"/>
          </a:solidFill>
          <a:ln w="12700">
            <a:solidFill>
              <a:srgbClr val="9E989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161513"/>
                </a:solidFill>
                <a:effectLst/>
                <a:uLnTx/>
                <a:uFillTx/>
                <a:latin typeface="Oracle Sans" panose="020B0503020204020204" pitchFamily="34" charset="0"/>
                <a:ea typeface="+mn-ea"/>
                <a:cs typeface="Oracle Sans" panose="020B0503020204020204" pitchFamily="34" charset="0"/>
              </a:rPr>
              <a:t>User</a:t>
            </a:r>
          </a:p>
        </p:txBody>
      </p:sp>
      <p:sp>
        <p:nvSpPr>
          <p:cNvPr id="11" name="Rectangle: Rounded Corners 36">
            <a:extLst>
              <a:ext uri="{FF2B5EF4-FFF2-40B4-BE49-F238E27FC236}">
                <a16:creationId xmlns:a16="http://schemas.microsoft.com/office/drawing/2014/main" id="{AEA52322-0875-4237-94F8-497D47AC4331}"/>
              </a:ext>
            </a:extLst>
          </p:cNvPr>
          <p:cNvSpPr/>
          <p:nvPr/>
        </p:nvSpPr>
        <p:spPr>
          <a:xfrm>
            <a:off x="4014107" y="1329100"/>
            <a:ext cx="1300001" cy="4694014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rgbClr val="8B85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dirty="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Core App Layer</a:t>
            </a: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312D2A"/>
              </a:solidFill>
              <a:effectLst/>
              <a:uLnTx/>
              <a:uFillTx/>
              <a:latin typeface="Oracle Sans" panose="020B0503020204020204" pitchFamily="34" charset="0"/>
              <a:ea typeface="+mn-ea"/>
              <a:cs typeface="Oracle Sans" panose="020B0503020204020204" pitchFamily="34" charset="0"/>
            </a:endParaRPr>
          </a:p>
        </p:txBody>
      </p:sp>
      <p:sp>
        <p:nvSpPr>
          <p:cNvPr id="12" name="Rectangle: Rounded Corners 37">
            <a:extLst>
              <a:ext uri="{FF2B5EF4-FFF2-40B4-BE49-F238E27FC236}">
                <a16:creationId xmlns:a16="http://schemas.microsoft.com/office/drawing/2014/main" id="{69D2CB2B-D439-4E17-9215-30A96F656DBF}"/>
              </a:ext>
            </a:extLst>
          </p:cNvPr>
          <p:cNvSpPr/>
          <p:nvPr/>
        </p:nvSpPr>
        <p:spPr>
          <a:xfrm>
            <a:off x="2309970" y="1329100"/>
            <a:ext cx="1537460" cy="4694014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rgbClr val="8B85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dirty="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Integration &amp; Data Ingestion </a:t>
            </a:r>
            <a:endParaRPr lang="en-GB" sz="900" b="1" dirty="0">
              <a:solidFill>
                <a:srgbClr val="312D2A"/>
              </a:solidFill>
              <a:latin typeface="Oracle Sans" panose="020B0503020204020204" pitchFamily="34" charset="0"/>
              <a:cs typeface="Oracle Sans" panose="020B05030202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312D2A">
                  <a:lumMod val="50000"/>
                </a:srgbClr>
              </a:solidFill>
              <a:effectLst/>
              <a:uLnTx/>
              <a:uFillTx/>
              <a:latin typeface="Oracle Sans" panose="020B0503020204020204" pitchFamily="34" charset="0"/>
              <a:ea typeface="Calibri" charset="0"/>
              <a:cs typeface="Oracle Sans" panose="020B0503020204020204" pitchFamily="34" charset="0"/>
            </a:endParaRP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7DCB7728-DC06-4F42-95D0-D7DB8245873D}"/>
              </a:ext>
            </a:extLst>
          </p:cNvPr>
          <p:cNvSpPr/>
          <p:nvPr/>
        </p:nvSpPr>
        <p:spPr>
          <a:xfrm>
            <a:off x="5514289" y="1315920"/>
            <a:ext cx="1616259" cy="4694014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rgbClr val="8B85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dirty="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Data &amp; AI</a:t>
            </a: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312D2A"/>
              </a:solidFill>
              <a:effectLst/>
              <a:uLnTx/>
              <a:uFillTx/>
              <a:latin typeface="Oracle Sans" panose="020B0503020204020204" pitchFamily="34" charset="0"/>
              <a:ea typeface="+mn-ea"/>
              <a:cs typeface="Oracle Sans" panose="020B0503020204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803DEB-701C-40F5-BE27-D1E7067ECD17}"/>
              </a:ext>
            </a:extLst>
          </p:cNvPr>
          <p:cNvGrpSpPr/>
          <p:nvPr/>
        </p:nvGrpSpPr>
        <p:grpSpPr>
          <a:xfrm>
            <a:off x="10397235" y="2444901"/>
            <a:ext cx="921158" cy="627518"/>
            <a:chOff x="10850707" y="4718963"/>
            <a:chExt cx="921158" cy="627518"/>
          </a:xfrm>
        </p:grpSpPr>
        <p:pic>
          <p:nvPicPr>
            <p:cNvPr id="29" name="Graphic 83">
              <a:extLst>
                <a:ext uri="{FF2B5EF4-FFF2-40B4-BE49-F238E27FC236}">
                  <a16:creationId xmlns:a16="http://schemas.microsoft.com/office/drawing/2014/main" id="{0C5007C4-FBB3-4A56-BAD4-E297BFD77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31672" y="4718963"/>
              <a:ext cx="359229" cy="45720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2395EE3-8C4D-4EEC-BEEA-3F1CAC93227C}"/>
                </a:ext>
              </a:extLst>
            </p:cNvPr>
            <p:cNvSpPr/>
            <p:nvPr/>
          </p:nvSpPr>
          <p:spPr>
            <a:xfrm>
              <a:off x="10850707" y="5231065"/>
              <a:ext cx="921158" cy="11541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12D2A"/>
                  </a:solidFill>
                  <a:effectLst/>
                  <a:uLnTx/>
                  <a:uFillTx/>
                  <a:latin typeface="Oracle Sans" panose="020B0503020204020204" pitchFamily="34" charset="0"/>
                  <a:ea typeface="Open Sans" panose="020B0606030504020204" pitchFamily="34" charset="0"/>
                  <a:cs typeface="Oracle Sans" panose="020B0503020204020204" pitchFamily="34" charset="0"/>
                </a:rPr>
                <a:t>User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08CA2699-E3C2-4EE8-BDC4-B63802340585}"/>
              </a:ext>
            </a:extLst>
          </p:cNvPr>
          <p:cNvSpPr/>
          <p:nvPr/>
        </p:nvSpPr>
        <p:spPr>
          <a:xfrm>
            <a:off x="5773244" y="2657840"/>
            <a:ext cx="182880" cy="1828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1" dirty="0">
                <a:solidFill>
                  <a:srgbClr val="FFFFFF"/>
                </a:solidFill>
                <a:latin typeface="Oracle Sans"/>
              </a:rPr>
              <a:t>3</a:t>
            </a:r>
            <a:endParaRPr kumimoji="0" lang="en-GB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racle Sans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8CA2699-E3C2-4EE8-BDC4-B63802340585}"/>
              </a:ext>
            </a:extLst>
          </p:cNvPr>
          <p:cNvSpPr/>
          <p:nvPr/>
        </p:nvSpPr>
        <p:spPr>
          <a:xfrm>
            <a:off x="3426590" y="268774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1" dirty="0">
                <a:solidFill>
                  <a:srgbClr val="FFFFFF"/>
                </a:solidFill>
                <a:latin typeface="Oracle Sans"/>
              </a:rPr>
              <a:t>2</a:t>
            </a:r>
            <a:endParaRPr kumimoji="0" lang="en-GB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racle Sans"/>
              <a:ea typeface="+mn-ea"/>
              <a:cs typeface="+mn-cs"/>
            </a:endParaRP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2FEE2618-7DEB-4B5E-97E6-9CCF5A8F03C9}"/>
              </a:ext>
            </a:extLst>
          </p:cNvPr>
          <p:cNvSpPr/>
          <p:nvPr/>
        </p:nvSpPr>
        <p:spPr>
          <a:xfrm>
            <a:off x="908422" y="2388658"/>
            <a:ext cx="899809" cy="811547"/>
          </a:xfrm>
          <a:prstGeom prst="roundRect">
            <a:avLst>
              <a:gd name="adj" fmla="val 10160"/>
            </a:avLst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900" b="0" i="0" u="none" strike="noStrike" kern="1200" cap="none" spc="0" normalizeH="0" baseline="0" noProof="0" dirty="0">
                <a:ln>
                  <a:noFill/>
                </a:ln>
                <a:solidFill>
                  <a:srgbClr val="312D2A"/>
                </a:solidFill>
                <a:effectLst/>
                <a:uLnTx/>
                <a:uFillTx/>
                <a:latin typeface="Oracle Sans"/>
                <a:ea typeface="+mn-ea"/>
                <a:cs typeface="+mn-cs"/>
              </a:rPr>
              <a:t>ServiceNow Data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12D2A"/>
              </a:solidFill>
              <a:effectLst/>
              <a:uLnTx/>
              <a:uFillTx/>
              <a:latin typeface="Oracle Sans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CA2699-E3C2-4EE8-BDC4-B63802340585}"/>
              </a:ext>
            </a:extLst>
          </p:cNvPr>
          <p:cNvSpPr/>
          <p:nvPr/>
        </p:nvSpPr>
        <p:spPr>
          <a:xfrm>
            <a:off x="1834335" y="2656269"/>
            <a:ext cx="182880" cy="1828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1" dirty="0">
                <a:solidFill>
                  <a:srgbClr val="FFFFFF"/>
                </a:solidFill>
                <a:latin typeface="Oracle Sans"/>
              </a:rPr>
              <a:t>1</a:t>
            </a:r>
            <a:endParaRPr kumimoji="0" lang="en-GB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racle Sans"/>
              <a:ea typeface="+mn-ea"/>
              <a:cs typeface="+mn-cs"/>
            </a:endParaRPr>
          </a:p>
        </p:txBody>
      </p:sp>
      <p:sp>
        <p:nvSpPr>
          <p:cNvPr id="5" name="Rectangle: Rounded Corners 38">
            <a:extLst>
              <a:ext uri="{FF2B5EF4-FFF2-40B4-BE49-F238E27FC236}">
                <a16:creationId xmlns:a16="http://schemas.microsoft.com/office/drawing/2014/main" id="{EA03388F-2BB8-C38C-EB7D-BAF7C8D9888E}"/>
              </a:ext>
            </a:extLst>
          </p:cNvPr>
          <p:cNvSpPr/>
          <p:nvPr/>
        </p:nvSpPr>
        <p:spPr>
          <a:xfrm>
            <a:off x="7322677" y="1300225"/>
            <a:ext cx="1432975" cy="4694014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rgbClr val="8B85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dirty="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Web View</a:t>
            </a:r>
            <a:endParaRPr lang="en-GB" sz="900" b="1" dirty="0">
              <a:solidFill>
                <a:srgbClr val="312D2A"/>
              </a:solidFill>
              <a:latin typeface="Oracle Sans" panose="020B0503020204020204" pitchFamily="34" charset="0"/>
              <a:cs typeface="Oracle Sans" panose="020B0503020204020204" pitchFamily="34" charset="0"/>
            </a:endParaRPr>
          </a:p>
        </p:txBody>
      </p:sp>
      <p:grpSp>
        <p:nvGrpSpPr>
          <p:cNvPr id="72" name="Graphic 3">
            <a:extLst>
              <a:ext uri="{FF2B5EF4-FFF2-40B4-BE49-F238E27FC236}">
                <a16:creationId xmlns:a16="http://schemas.microsoft.com/office/drawing/2014/main" id="{9E7554AC-6628-8FC7-EE8B-748C2B8E1E06}"/>
              </a:ext>
            </a:extLst>
          </p:cNvPr>
          <p:cNvGrpSpPr/>
          <p:nvPr/>
        </p:nvGrpSpPr>
        <p:grpSpPr>
          <a:xfrm>
            <a:off x="5871887" y="5025173"/>
            <a:ext cx="800219" cy="840134"/>
            <a:chOff x="2193911" y="1548551"/>
            <a:chExt cx="800219" cy="840134"/>
          </a:xfrm>
        </p:grpSpPr>
        <p:grpSp>
          <p:nvGrpSpPr>
            <p:cNvPr id="73" name="Graphic 3">
              <a:extLst>
                <a:ext uri="{FF2B5EF4-FFF2-40B4-BE49-F238E27FC236}">
                  <a16:creationId xmlns:a16="http://schemas.microsoft.com/office/drawing/2014/main" id="{69789A9E-70DF-5CC5-C80D-5ACAB96B0D38}"/>
                </a:ext>
              </a:extLst>
            </p:cNvPr>
            <p:cNvGrpSpPr/>
            <p:nvPr/>
          </p:nvGrpSpPr>
          <p:grpSpPr>
            <a:xfrm>
              <a:off x="2394739" y="1548551"/>
              <a:ext cx="385010" cy="334103"/>
              <a:chOff x="2394739" y="1548551"/>
              <a:chExt cx="385010" cy="334103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BD01481B-91FF-F356-9565-F0DA74ADAD3A}"/>
                  </a:ext>
                </a:extLst>
              </p:cNvPr>
              <p:cNvSpPr/>
              <p:nvPr/>
            </p:nvSpPr>
            <p:spPr>
              <a:xfrm>
                <a:off x="2398705" y="1552520"/>
                <a:ext cx="375468" cy="326142"/>
              </a:xfrm>
              <a:custGeom>
                <a:avLst/>
                <a:gdLst>
                  <a:gd name="connsiteX0" fmla="*/ 175006 w 375468"/>
                  <a:gd name="connsiteY0" fmla="*/ 326142 h 326142"/>
                  <a:gd name="connsiteX1" fmla="*/ 108984 w 375468"/>
                  <a:gd name="connsiteY1" fmla="*/ 319783 h 326142"/>
                  <a:gd name="connsiteX2" fmla="*/ 73980 w 375468"/>
                  <a:gd name="connsiteY2" fmla="*/ 293532 h 326142"/>
                  <a:gd name="connsiteX3" fmla="*/ 73980 w 375468"/>
                  <a:gd name="connsiteY3" fmla="*/ 178187 h 326142"/>
                  <a:gd name="connsiteX4" fmla="*/ 0 w 375468"/>
                  <a:gd name="connsiteY4" fmla="*/ 178187 h 326142"/>
                  <a:gd name="connsiteX5" fmla="*/ 796 w 375468"/>
                  <a:gd name="connsiteY5" fmla="*/ 166255 h 326142"/>
                  <a:gd name="connsiteX6" fmla="*/ 46143 w 375468"/>
                  <a:gd name="connsiteY6" fmla="*/ 97844 h 326142"/>
                  <a:gd name="connsiteX7" fmla="*/ 57277 w 375468"/>
                  <a:gd name="connsiteY7" fmla="*/ 83525 h 326142"/>
                  <a:gd name="connsiteX8" fmla="*/ 94668 w 375468"/>
                  <a:gd name="connsiteY8" fmla="*/ 37388 h 326142"/>
                  <a:gd name="connsiteX9" fmla="*/ 120912 w 375468"/>
                  <a:gd name="connsiteY9" fmla="*/ 31819 h 326142"/>
                  <a:gd name="connsiteX10" fmla="*/ 127278 w 375468"/>
                  <a:gd name="connsiteY10" fmla="*/ 31819 h 326142"/>
                  <a:gd name="connsiteX11" fmla="*/ 129665 w 375468"/>
                  <a:gd name="connsiteY11" fmla="*/ 31819 h 326142"/>
                  <a:gd name="connsiteX12" fmla="*/ 143987 w 375468"/>
                  <a:gd name="connsiteY12" fmla="*/ 25456 h 326142"/>
                  <a:gd name="connsiteX13" fmla="*/ 195688 w 375468"/>
                  <a:gd name="connsiteY13" fmla="*/ 0 h 326142"/>
                  <a:gd name="connsiteX14" fmla="*/ 203645 w 375468"/>
                  <a:gd name="connsiteY14" fmla="*/ 0 h 326142"/>
                  <a:gd name="connsiteX15" fmla="*/ 272055 w 375468"/>
                  <a:gd name="connsiteY15" fmla="*/ 43751 h 326142"/>
                  <a:gd name="connsiteX16" fmla="*/ 276033 w 375468"/>
                  <a:gd name="connsiteY16" fmla="*/ 49320 h 326142"/>
                  <a:gd name="connsiteX17" fmla="*/ 282399 w 375468"/>
                  <a:gd name="connsiteY17" fmla="*/ 58866 h 326142"/>
                  <a:gd name="connsiteX18" fmla="*/ 340465 w 375468"/>
                  <a:gd name="connsiteY18" fmla="*/ 92275 h 326142"/>
                  <a:gd name="connsiteX19" fmla="*/ 340465 w 375468"/>
                  <a:gd name="connsiteY19" fmla="*/ 93071 h 326142"/>
                  <a:gd name="connsiteX20" fmla="*/ 342852 w 375468"/>
                  <a:gd name="connsiteY20" fmla="*/ 105003 h 326142"/>
                  <a:gd name="connsiteX21" fmla="*/ 375469 w 375468"/>
                  <a:gd name="connsiteY21" fmla="*/ 137618 h 326142"/>
                  <a:gd name="connsiteX22" fmla="*/ 359561 w 375468"/>
                  <a:gd name="connsiteY22" fmla="*/ 153527 h 326142"/>
                  <a:gd name="connsiteX23" fmla="*/ 349217 w 375468"/>
                  <a:gd name="connsiteY23" fmla="*/ 143186 h 326142"/>
                  <a:gd name="connsiteX24" fmla="*/ 278420 w 375468"/>
                  <a:gd name="connsiteY24" fmla="*/ 201256 h 326142"/>
                  <a:gd name="connsiteX25" fmla="*/ 275237 w 375468"/>
                  <a:gd name="connsiteY25" fmla="*/ 201256 h 326142"/>
                  <a:gd name="connsiteX26" fmla="*/ 275237 w 375468"/>
                  <a:gd name="connsiteY26" fmla="*/ 292736 h 326142"/>
                  <a:gd name="connsiteX27" fmla="*/ 240240 w 375468"/>
                  <a:gd name="connsiteY27" fmla="*/ 318988 h 326142"/>
                  <a:gd name="connsiteX28" fmla="*/ 175006 w 375468"/>
                  <a:gd name="connsiteY28" fmla="*/ 326142 h 326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75468" h="326142">
                    <a:moveTo>
                      <a:pt x="175006" y="326142"/>
                    </a:moveTo>
                    <a:cubicBezTo>
                      <a:pt x="150347" y="326142"/>
                      <a:pt x="126482" y="323762"/>
                      <a:pt x="108984" y="319783"/>
                    </a:cubicBezTo>
                    <a:cubicBezTo>
                      <a:pt x="85915" y="314213"/>
                      <a:pt x="73980" y="305461"/>
                      <a:pt x="73980" y="293532"/>
                    </a:cubicBezTo>
                    <a:lnTo>
                      <a:pt x="73980" y="178187"/>
                    </a:lnTo>
                    <a:lnTo>
                      <a:pt x="0" y="178187"/>
                    </a:lnTo>
                    <a:lnTo>
                      <a:pt x="796" y="166255"/>
                    </a:lnTo>
                    <a:cubicBezTo>
                      <a:pt x="3183" y="136822"/>
                      <a:pt x="19892" y="111367"/>
                      <a:pt x="46143" y="97844"/>
                    </a:cubicBezTo>
                    <a:cubicBezTo>
                      <a:pt x="51707" y="94662"/>
                      <a:pt x="55685" y="89889"/>
                      <a:pt x="57277" y="83525"/>
                    </a:cubicBezTo>
                    <a:cubicBezTo>
                      <a:pt x="61255" y="62843"/>
                      <a:pt x="75571" y="45343"/>
                      <a:pt x="94668" y="37388"/>
                    </a:cubicBezTo>
                    <a:cubicBezTo>
                      <a:pt x="102618" y="34206"/>
                      <a:pt x="111371" y="31819"/>
                      <a:pt x="120912" y="31819"/>
                    </a:cubicBezTo>
                    <a:cubicBezTo>
                      <a:pt x="122504" y="31819"/>
                      <a:pt x="124891" y="31819"/>
                      <a:pt x="127278" y="31819"/>
                    </a:cubicBezTo>
                    <a:cubicBezTo>
                      <a:pt x="128074" y="31819"/>
                      <a:pt x="128869" y="31819"/>
                      <a:pt x="129665" y="31819"/>
                    </a:cubicBezTo>
                    <a:cubicBezTo>
                      <a:pt x="135235" y="31819"/>
                      <a:pt x="140805" y="29433"/>
                      <a:pt x="143987" y="25456"/>
                    </a:cubicBezTo>
                    <a:cubicBezTo>
                      <a:pt x="157508" y="10341"/>
                      <a:pt x="175802" y="1591"/>
                      <a:pt x="195688" y="0"/>
                    </a:cubicBezTo>
                    <a:lnTo>
                      <a:pt x="203645" y="0"/>
                    </a:lnTo>
                    <a:cubicBezTo>
                      <a:pt x="233079" y="796"/>
                      <a:pt x="259330" y="17501"/>
                      <a:pt x="272055" y="43751"/>
                    </a:cubicBezTo>
                    <a:cubicBezTo>
                      <a:pt x="272851" y="45343"/>
                      <a:pt x="274442" y="47729"/>
                      <a:pt x="276033" y="49320"/>
                    </a:cubicBezTo>
                    <a:cubicBezTo>
                      <a:pt x="277625" y="51706"/>
                      <a:pt x="280807" y="55683"/>
                      <a:pt x="282399" y="58866"/>
                    </a:cubicBezTo>
                    <a:cubicBezTo>
                      <a:pt x="306263" y="59661"/>
                      <a:pt x="327740" y="72388"/>
                      <a:pt x="340465" y="92275"/>
                    </a:cubicBezTo>
                    <a:lnTo>
                      <a:pt x="340465" y="93071"/>
                    </a:lnTo>
                    <a:lnTo>
                      <a:pt x="342852" y="105003"/>
                    </a:lnTo>
                    <a:lnTo>
                      <a:pt x="375469" y="137618"/>
                    </a:lnTo>
                    <a:lnTo>
                      <a:pt x="359561" y="153527"/>
                    </a:lnTo>
                    <a:lnTo>
                      <a:pt x="349217" y="143186"/>
                    </a:lnTo>
                    <a:cubicBezTo>
                      <a:pt x="342852" y="176596"/>
                      <a:pt x="313418" y="201256"/>
                      <a:pt x="278420" y="201256"/>
                    </a:cubicBezTo>
                    <a:cubicBezTo>
                      <a:pt x="277625" y="201256"/>
                      <a:pt x="276033" y="201256"/>
                      <a:pt x="275237" y="201256"/>
                    </a:cubicBezTo>
                    <a:lnTo>
                      <a:pt x="275237" y="292736"/>
                    </a:lnTo>
                    <a:cubicBezTo>
                      <a:pt x="275237" y="304665"/>
                      <a:pt x="264104" y="313418"/>
                      <a:pt x="240240" y="318988"/>
                    </a:cubicBezTo>
                    <a:cubicBezTo>
                      <a:pt x="223531" y="323762"/>
                      <a:pt x="199666" y="326142"/>
                      <a:pt x="175006" y="3261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CA8B739C-D0F5-506E-1C13-0B0214EC9A9E}"/>
                  </a:ext>
                </a:extLst>
              </p:cNvPr>
              <p:cNvSpPr/>
              <p:nvPr/>
            </p:nvSpPr>
            <p:spPr>
              <a:xfrm>
                <a:off x="2394739" y="1548551"/>
                <a:ext cx="385010" cy="334103"/>
              </a:xfrm>
              <a:custGeom>
                <a:avLst/>
                <a:gdLst>
                  <a:gd name="connsiteX0" fmla="*/ 204441 w 385010"/>
                  <a:gd name="connsiteY0" fmla="*/ 7955 h 334103"/>
                  <a:gd name="connsiteX1" fmla="*/ 271259 w 385010"/>
                  <a:gd name="connsiteY1" fmla="*/ 49319 h 334103"/>
                  <a:gd name="connsiteX2" fmla="*/ 276033 w 385010"/>
                  <a:gd name="connsiteY2" fmla="*/ 55683 h 334103"/>
                  <a:gd name="connsiteX3" fmla="*/ 283188 w 385010"/>
                  <a:gd name="connsiteY3" fmla="*/ 66025 h 334103"/>
                  <a:gd name="connsiteX4" fmla="*/ 340465 w 385010"/>
                  <a:gd name="connsiteY4" fmla="*/ 97843 h 334103"/>
                  <a:gd name="connsiteX5" fmla="*/ 343647 w 385010"/>
                  <a:gd name="connsiteY5" fmla="*/ 110571 h 334103"/>
                  <a:gd name="connsiteX6" fmla="*/ 374667 w 385010"/>
                  <a:gd name="connsiteY6" fmla="*/ 141595 h 334103"/>
                  <a:gd name="connsiteX7" fmla="*/ 364329 w 385010"/>
                  <a:gd name="connsiteY7" fmla="*/ 151936 h 334103"/>
                  <a:gd name="connsiteX8" fmla="*/ 350802 w 385010"/>
                  <a:gd name="connsiteY8" fmla="*/ 138413 h 334103"/>
                  <a:gd name="connsiteX9" fmla="*/ 283188 w 385010"/>
                  <a:gd name="connsiteY9" fmla="*/ 201255 h 334103"/>
                  <a:gd name="connsiteX10" fmla="*/ 276033 w 385010"/>
                  <a:gd name="connsiteY10" fmla="*/ 200460 h 334103"/>
                  <a:gd name="connsiteX11" fmla="*/ 276033 w 385010"/>
                  <a:gd name="connsiteY11" fmla="*/ 296712 h 334103"/>
                  <a:gd name="connsiteX12" fmla="*/ 244212 w 385010"/>
                  <a:gd name="connsiteY12" fmla="*/ 318985 h 334103"/>
                  <a:gd name="connsiteX13" fmla="*/ 178985 w 385010"/>
                  <a:gd name="connsiteY13" fmla="*/ 325351 h 334103"/>
                  <a:gd name="connsiteX14" fmla="*/ 113751 w 385010"/>
                  <a:gd name="connsiteY14" fmla="*/ 318985 h 334103"/>
                  <a:gd name="connsiteX15" fmla="*/ 81937 w 385010"/>
                  <a:gd name="connsiteY15" fmla="*/ 296712 h 334103"/>
                  <a:gd name="connsiteX16" fmla="*/ 81937 w 385010"/>
                  <a:gd name="connsiteY16" fmla="*/ 177391 h 334103"/>
                  <a:gd name="connsiteX17" fmla="*/ 8753 w 385010"/>
                  <a:gd name="connsiteY17" fmla="*/ 177391 h 334103"/>
                  <a:gd name="connsiteX18" fmla="*/ 9548 w 385010"/>
                  <a:gd name="connsiteY18" fmla="*/ 169437 h 334103"/>
                  <a:gd name="connsiteX19" fmla="*/ 52503 w 385010"/>
                  <a:gd name="connsiteY19" fmla="*/ 104208 h 334103"/>
                  <a:gd name="connsiteX20" fmla="*/ 65227 w 385010"/>
                  <a:gd name="connsiteY20" fmla="*/ 88298 h 334103"/>
                  <a:gd name="connsiteX21" fmla="*/ 100231 w 385010"/>
                  <a:gd name="connsiteY21" fmla="*/ 44546 h 334103"/>
                  <a:gd name="connsiteX22" fmla="*/ 124891 w 385010"/>
                  <a:gd name="connsiteY22" fmla="*/ 39774 h 334103"/>
                  <a:gd name="connsiteX23" fmla="*/ 130461 w 385010"/>
                  <a:gd name="connsiteY23" fmla="*/ 39774 h 334103"/>
                  <a:gd name="connsiteX24" fmla="*/ 132841 w 385010"/>
                  <a:gd name="connsiteY24" fmla="*/ 39774 h 334103"/>
                  <a:gd name="connsiteX25" fmla="*/ 150347 w 385010"/>
                  <a:gd name="connsiteY25" fmla="*/ 32614 h 334103"/>
                  <a:gd name="connsiteX26" fmla="*/ 202849 w 385010"/>
                  <a:gd name="connsiteY26" fmla="*/ 8750 h 334103"/>
                  <a:gd name="connsiteX27" fmla="*/ 202849 w 385010"/>
                  <a:gd name="connsiteY27" fmla="*/ 15909 h 334103"/>
                  <a:gd name="connsiteX28" fmla="*/ 202849 w 385010"/>
                  <a:gd name="connsiteY28" fmla="*/ 8750 h 334103"/>
                  <a:gd name="connsiteX29" fmla="*/ 204441 w 385010"/>
                  <a:gd name="connsiteY29" fmla="*/ 7955 h 334103"/>
                  <a:gd name="connsiteX30" fmla="*/ 210004 w 385010"/>
                  <a:gd name="connsiteY30" fmla="*/ 0 h 334103"/>
                  <a:gd name="connsiteX31" fmla="*/ 202054 w 385010"/>
                  <a:gd name="connsiteY31" fmla="*/ 0 h 334103"/>
                  <a:gd name="connsiteX32" fmla="*/ 194097 w 385010"/>
                  <a:gd name="connsiteY32" fmla="*/ 0 h 334103"/>
                  <a:gd name="connsiteX33" fmla="*/ 194097 w 385010"/>
                  <a:gd name="connsiteY33" fmla="*/ 796 h 334103"/>
                  <a:gd name="connsiteX34" fmla="*/ 143185 w 385010"/>
                  <a:gd name="connsiteY34" fmla="*/ 26251 h 334103"/>
                  <a:gd name="connsiteX35" fmla="*/ 132052 w 385010"/>
                  <a:gd name="connsiteY35" fmla="*/ 31819 h 334103"/>
                  <a:gd name="connsiteX36" fmla="*/ 130461 w 385010"/>
                  <a:gd name="connsiteY36" fmla="*/ 31819 h 334103"/>
                  <a:gd name="connsiteX37" fmla="*/ 124095 w 385010"/>
                  <a:gd name="connsiteY37" fmla="*/ 31819 h 334103"/>
                  <a:gd name="connsiteX38" fmla="*/ 96253 w 385010"/>
                  <a:gd name="connsiteY38" fmla="*/ 37387 h 334103"/>
                  <a:gd name="connsiteX39" fmla="*/ 56481 w 385010"/>
                  <a:gd name="connsiteY39" fmla="*/ 86707 h 334103"/>
                  <a:gd name="connsiteX40" fmla="*/ 47728 w 385010"/>
                  <a:gd name="connsiteY40" fmla="*/ 98639 h 334103"/>
                  <a:gd name="connsiteX41" fmla="*/ 796 w 385010"/>
                  <a:gd name="connsiteY41" fmla="*/ 170232 h 334103"/>
                  <a:gd name="connsiteX42" fmla="*/ 0 w 385010"/>
                  <a:gd name="connsiteY42" fmla="*/ 178187 h 334103"/>
                  <a:gd name="connsiteX43" fmla="*/ 0 w 385010"/>
                  <a:gd name="connsiteY43" fmla="*/ 186142 h 334103"/>
                  <a:gd name="connsiteX44" fmla="*/ 8753 w 385010"/>
                  <a:gd name="connsiteY44" fmla="*/ 186142 h 334103"/>
                  <a:gd name="connsiteX45" fmla="*/ 73980 w 385010"/>
                  <a:gd name="connsiteY45" fmla="*/ 186142 h 334103"/>
                  <a:gd name="connsiteX46" fmla="*/ 73980 w 385010"/>
                  <a:gd name="connsiteY46" fmla="*/ 297508 h 334103"/>
                  <a:gd name="connsiteX47" fmla="*/ 112160 w 385010"/>
                  <a:gd name="connsiteY47" fmla="*/ 327738 h 334103"/>
                  <a:gd name="connsiteX48" fmla="*/ 178985 w 385010"/>
                  <a:gd name="connsiteY48" fmla="*/ 334103 h 334103"/>
                  <a:gd name="connsiteX49" fmla="*/ 245804 w 385010"/>
                  <a:gd name="connsiteY49" fmla="*/ 327738 h 334103"/>
                  <a:gd name="connsiteX50" fmla="*/ 283984 w 385010"/>
                  <a:gd name="connsiteY50" fmla="*/ 297508 h 334103"/>
                  <a:gd name="connsiteX51" fmla="*/ 283984 w 385010"/>
                  <a:gd name="connsiteY51" fmla="*/ 210006 h 334103"/>
                  <a:gd name="connsiteX52" fmla="*/ 355576 w 385010"/>
                  <a:gd name="connsiteY52" fmla="*/ 155118 h 334103"/>
                  <a:gd name="connsiteX53" fmla="*/ 357964 w 385010"/>
                  <a:gd name="connsiteY53" fmla="*/ 157504 h 334103"/>
                  <a:gd name="connsiteX54" fmla="*/ 363533 w 385010"/>
                  <a:gd name="connsiteY54" fmla="*/ 163073 h 334103"/>
                  <a:gd name="connsiteX55" fmla="*/ 369103 w 385010"/>
                  <a:gd name="connsiteY55" fmla="*/ 157504 h 334103"/>
                  <a:gd name="connsiteX56" fmla="*/ 379441 w 385010"/>
                  <a:gd name="connsiteY56" fmla="*/ 147163 h 334103"/>
                  <a:gd name="connsiteX57" fmla="*/ 385011 w 385010"/>
                  <a:gd name="connsiteY57" fmla="*/ 141595 h 334103"/>
                  <a:gd name="connsiteX58" fmla="*/ 379441 w 385010"/>
                  <a:gd name="connsiteY58" fmla="*/ 136026 h 334103"/>
                  <a:gd name="connsiteX59" fmla="*/ 350007 w 385010"/>
                  <a:gd name="connsiteY59" fmla="*/ 106594 h 334103"/>
                  <a:gd name="connsiteX60" fmla="*/ 347626 w 385010"/>
                  <a:gd name="connsiteY60" fmla="*/ 96253 h 334103"/>
                  <a:gd name="connsiteX61" fmla="*/ 347626 w 385010"/>
                  <a:gd name="connsiteY61" fmla="*/ 94662 h 334103"/>
                  <a:gd name="connsiteX62" fmla="*/ 346830 w 385010"/>
                  <a:gd name="connsiteY62" fmla="*/ 93866 h 334103"/>
                  <a:gd name="connsiteX63" fmla="*/ 287167 w 385010"/>
                  <a:gd name="connsiteY63" fmla="*/ 58070 h 334103"/>
                  <a:gd name="connsiteX64" fmla="*/ 282392 w 385010"/>
                  <a:gd name="connsiteY64" fmla="*/ 50911 h 334103"/>
                  <a:gd name="connsiteX65" fmla="*/ 282392 w 385010"/>
                  <a:gd name="connsiteY65" fmla="*/ 50115 h 334103"/>
                  <a:gd name="connsiteX66" fmla="*/ 281597 w 385010"/>
                  <a:gd name="connsiteY66" fmla="*/ 49319 h 334103"/>
                  <a:gd name="connsiteX67" fmla="*/ 278414 w 385010"/>
                  <a:gd name="connsiteY67" fmla="*/ 46138 h 334103"/>
                  <a:gd name="connsiteX68" fmla="*/ 210004 w 385010"/>
                  <a:gd name="connsiteY68" fmla="*/ 0 h 334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385010" h="334103">
                    <a:moveTo>
                      <a:pt x="204441" y="7955"/>
                    </a:moveTo>
                    <a:cubicBezTo>
                      <a:pt x="233072" y="7955"/>
                      <a:pt x="258528" y="23864"/>
                      <a:pt x="271259" y="49319"/>
                    </a:cubicBezTo>
                    <a:cubicBezTo>
                      <a:pt x="272851" y="51706"/>
                      <a:pt x="273646" y="54092"/>
                      <a:pt x="276033" y="55683"/>
                    </a:cubicBezTo>
                    <a:cubicBezTo>
                      <a:pt x="277618" y="58070"/>
                      <a:pt x="280801" y="62843"/>
                      <a:pt x="283188" y="66025"/>
                    </a:cubicBezTo>
                    <a:cubicBezTo>
                      <a:pt x="307052" y="66025"/>
                      <a:pt x="328529" y="78752"/>
                      <a:pt x="340465" y="97843"/>
                    </a:cubicBezTo>
                    <a:lnTo>
                      <a:pt x="343647" y="110571"/>
                    </a:lnTo>
                    <a:lnTo>
                      <a:pt x="374667" y="141595"/>
                    </a:lnTo>
                    <a:lnTo>
                      <a:pt x="364329" y="151936"/>
                    </a:lnTo>
                    <a:lnTo>
                      <a:pt x="350802" y="138413"/>
                    </a:lnTo>
                    <a:cubicBezTo>
                      <a:pt x="348422" y="173414"/>
                      <a:pt x="318988" y="201255"/>
                      <a:pt x="283188" y="201255"/>
                    </a:cubicBezTo>
                    <a:cubicBezTo>
                      <a:pt x="280801" y="201255"/>
                      <a:pt x="278414" y="201255"/>
                      <a:pt x="276033" y="200460"/>
                    </a:cubicBezTo>
                    <a:lnTo>
                      <a:pt x="276033" y="296712"/>
                    </a:lnTo>
                    <a:cubicBezTo>
                      <a:pt x="276033" y="306261"/>
                      <a:pt x="265689" y="314211"/>
                      <a:pt x="244212" y="318985"/>
                    </a:cubicBezTo>
                    <a:cubicBezTo>
                      <a:pt x="226713" y="322964"/>
                      <a:pt x="203645" y="325351"/>
                      <a:pt x="178985" y="325351"/>
                    </a:cubicBezTo>
                    <a:cubicBezTo>
                      <a:pt x="154325" y="325351"/>
                      <a:pt x="131256" y="322964"/>
                      <a:pt x="113751" y="318985"/>
                    </a:cubicBezTo>
                    <a:cubicBezTo>
                      <a:pt x="92274" y="314211"/>
                      <a:pt x="81937" y="306261"/>
                      <a:pt x="81937" y="296712"/>
                    </a:cubicBezTo>
                    <a:lnTo>
                      <a:pt x="81937" y="177391"/>
                    </a:lnTo>
                    <a:lnTo>
                      <a:pt x="8753" y="177391"/>
                    </a:lnTo>
                    <a:lnTo>
                      <a:pt x="9548" y="169437"/>
                    </a:lnTo>
                    <a:cubicBezTo>
                      <a:pt x="11935" y="141595"/>
                      <a:pt x="27843" y="116935"/>
                      <a:pt x="52503" y="104208"/>
                    </a:cubicBezTo>
                    <a:cubicBezTo>
                      <a:pt x="58868" y="101821"/>
                      <a:pt x="63636" y="95457"/>
                      <a:pt x="65227" y="88298"/>
                    </a:cubicBezTo>
                    <a:cubicBezTo>
                      <a:pt x="69206" y="69206"/>
                      <a:pt x="81937" y="52501"/>
                      <a:pt x="100231" y="44546"/>
                    </a:cubicBezTo>
                    <a:cubicBezTo>
                      <a:pt x="108188" y="41365"/>
                      <a:pt x="116138" y="39774"/>
                      <a:pt x="124891" y="39774"/>
                    </a:cubicBezTo>
                    <a:cubicBezTo>
                      <a:pt x="126482" y="39774"/>
                      <a:pt x="128869" y="39774"/>
                      <a:pt x="130461" y="39774"/>
                    </a:cubicBezTo>
                    <a:cubicBezTo>
                      <a:pt x="131256" y="39774"/>
                      <a:pt x="132052" y="39774"/>
                      <a:pt x="132841" y="39774"/>
                    </a:cubicBezTo>
                    <a:cubicBezTo>
                      <a:pt x="139207" y="39774"/>
                      <a:pt x="145573" y="37387"/>
                      <a:pt x="150347" y="32614"/>
                    </a:cubicBezTo>
                    <a:cubicBezTo>
                      <a:pt x="163867" y="17501"/>
                      <a:pt x="182957" y="9546"/>
                      <a:pt x="202849" y="8750"/>
                    </a:cubicBezTo>
                    <a:lnTo>
                      <a:pt x="202849" y="15909"/>
                    </a:lnTo>
                    <a:lnTo>
                      <a:pt x="202849" y="8750"/>
                    </a:lnTo>
                    <a:cubicBezTo>
                      <a:pt x="202849" y="7955"/>
                      <a:pt x="203645" y="7955"/>
                      <a:pt x="204441" y="7955"/>
                    </a:cubicBezTo>
                    <a:close/>
                    <a:moveTo>
                      <a:pt x="210004" y="0"/>
                    </a:moveTo>
                    <a:lnTo>
                      <a:pt x="202054" y="0"/>
                    </a:lnTo>
                    <a:lnTo>
                      <a:pt x="194097" y="0"/>
                    </a:lnTo>
                    <a:lnTo>
                      <a:pt x="194097" y="796"/>
                    </a:lnTo>
                    <a:cubicBezTo>
                      <a:pt x="175007" y="3182"/>
                      <a:pt x="156706" y="11932"/>
                      <a:pt x="143185" y="26251"/>
                    </a:cubicBezTo>
                    <a:cubicBezTo>
                      <a:pt x="140798" y="30228"/>
                      <a:pt x="136820" y="31819"/>
                      <a:pt x="132052" y="31819"/>
                    </a:cubicBezTo>
                    <a:cubicBezTo>
                      <a:pt x="131256" y="31819"/>
                      <a:pt x="131256" y="31819"/>
                      <a:pt x="130461" y="31819"/>
                    </a:cubicBezTo>
                    <a:cubicBezTo>
                      <a:pt x="128074" y="31819"/>
                      <a:pt x="126482" y="31819"/>
                      <a:pt x="124095" y="31819"/>
                    </a:cubicBezTo>
                    <a:cubicBezTo>
                      <a:pt x="114547" y="31819"/>
                      <a:pt x="105005" y="34206"/>
                      <a:pt x="96253" y="37387"/>
                    </a:cubicBezTo>
                    <a:cubicBezTo>
                      <a:pt x="75571" y="46138"/>
                      <a:pt x="61249" y="64433"/>
                      <a:pt x="56481" y="86707"/>
                    </a:cubicBezTo>
                    <a:cubicBezTo>
                      <a:pt x="55685" y="91480"/>
                      <a:pt x="52503" y="96253"/>
                      <a:pt x="47728" y="98639"/>
                    </a:cubicBezTo>
                    <a:cubicBezTo>
                      <a:pt x="20681" y="112958"/>
                      <a:pt x="3183" y="140004"/>
                      <a:pt x="796" y="170232"/>
                    </a:cubicBezTo>
                    <a:lnTo>
                      <a:pt x="0" y="178187"/>
                    </a:lnTo>
                    <a:lnTo>
                      <a:pt x="0" y="186142"/>
                    </a:lnTo>
                    <a:lnTo>
                      <a:pt x="8753" y="186142"/>
                    </a:lnTo>
                    <a:lnTo>
                      <a:pt x="73980" y="186142"/>
                    </a:lnTo>
                    <a:lnTo>
                      <a:pt x="73980" y="297508"/>
                    </a:lnTo>
                    <a:cubicBezTo>
                      <a:pt x="73980" y="318189"/>
                      <a:pt x="102618" y="325351"/>
                      <a:pt x="112160" y="327738"/>
                    </a:cubicBezTo>
                    <a:cubicBezTo>
                      <a:pt x="130461" y="331716"/>
                      <a:pt x="154325" y="334103"/>
                      <a:pt x="178985" y="334103"/>
                    </a:cubicBezTo>
                    <a:cubicBezTo>
                      <a:pt x="204441" y="334103"/>
                      <a:pt x="227509" y="331716"/>
                      <a:pt x="245804" y="327738"/>
                    </a:cubicBezTo>
                    <a:cubicBezTo>
                      <a:pt x="255345" y="325351"/>
                      <a:pt x="283984" y="318985"/>
                      <a:pt x="283984" y="297508"/>
                    </a:cubicBezTo>
                    <a:lnTo>
                      <a:pt x="283984" y="210006"/>
                    </a:lnTo>
                    <a:cubicBezTo>
                      <a:pt x="317396" y="210006"/>
                      <a:pt x="346830" y="186937"/>
                      <a:pt x="355576" y="155118"/>
                    </a:cubicBezTo>
                    <a:lnTo>
                      <a:pt x="357964" y="157504"/>
                    </a:lnTo>
                    <a:lnTo>
                      <a:pt x="363533" y="163073"/>
                    </a:lnTo>
                    <a:lnTo>
                      <a:pt x="369103" y="157504"/>
                    </a:lnTo>
                    <a:lnTo>
                      <a:pt x="379441" y="147163"/>
                    </a:lnTo>
                    <a:lnTo>
                      <a:pt x="385011" y="141595"/>
                    </a:lnTo>
                    <a:lnTo>
                      <a:pt x="379441" y="136026"/>
                    </a:lnTo>
                    <a:lnTo>
                      <a:pt x="350007" y="106594"/>
                    </a:lnTo>
                    <a:lnTo>
                      <a:pt x="347626" y="96253"/>
                    </a:lnTo>
                    <a:lnTo>
                      <a:pt x="347626" y="94662"/>
                    </a:lnTo>
                    <a:lnTo>
                      <a:pt x="346830" y="93866"/>
                    </a:lnTo>
                    <a:cubicBezTo>
                      <a:pt x="334099" y="73184"/>
                      <a:pt x="311826" y="59661"/>
                      <a:pt x="287167" y="58070"/>
                    </a:cubicBezTo>
                    <a:cubicBezTo>
                      <a:pt x="285575" y="55683"/>
                      <a:pt x="283188" y="52501"/>
                      <a:pt x="282392" y="50911"/>
                    </a:cubicBezTo>
                    <a:lnTo>
                      <a:pt x="282392" y="50115"/>
                    </a:lnTo>
                    <a:lnTo>
                      <a:pt x="281597" y="49319"/>
                    </a:lnTo>
                    <a:cubicBezTo>
                      <a:pt x="280801" y="49319"/>
                      <a:pt x="279210" y="47728"/>
                      <a:pt x="278414" y="46138"/>
                    </a:cubicBezTo>
                    <a:cubicBezTo>
                      <a:pt x="265689" y="19091"/>
                      <a:pt x="239438" y="2386"/>
                      <a:pt x="2100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3FE8D1FA-2373-E1D4-A087-09B0637BB00F}"/>
                  </a:ext>
                </a:extLst>
              </p:cNvPr>
              <p:cNvSpPr/>
              <p:nvPr/>
            </p:nvSpPr>
            <p:spPr>
              <a:xfrm>
                <a:off x="2403486" y="1557299"/>
                <a:ext cx="365920" cy="318187"/>
              </a:xfrm>
              <a:custGeom>
                <a:avLst/>
                <a:gdLst>
                  <a:gd name="connsiteX0" fmla="*/ 15914 w 365920"/>
                  <a:gd name="connsiteY0" fmla="*/ 155118 h 318187"/>
                  <a:gd name="connsiteX1" fmla="*/ 62051 w 365920"/>
                  <a:gd name="connsiteY1" fmla="*/ 155118 h 318187"/>
                  <a:gd name="connsiteX2" fmla="*/ 62051 w 365920"/>
                  <a:gd name="connsiteY2" fmla="*/ 169436 h 318187"/>
                  <a:gd name="connsiteX3" fmla="*/ 0 w 365920"/>
                  <a:gd name="connsiteY3" fmla="*/ 169436 h 318187"/>
                  <a:gd name="connsiteX4" fmla="*/ 796 w 365920"/>
                  <a:gd name="connsiteY4" fmla="*/ 161482 h 318187"/>
                  <a:gd name="connsiteX5" fmla="*/ 43756 w 365920"/>
                  <a:gd name="connsiteY5" fmla="*/ 96253 h 318187"/>
                  <a:gd name="connsiteX6" fmla="*/ 56481 w 365920"/>
                  <a:gd name="connsiteY6" fmla="*/ 79548 h 318187"/>
                  <a:gd name="connsiteX7" fmla="*/ 91485 w 365920"/>
                  <a:gd name="connsiteY7" fmla="*/ 35796 h 318187"/>
                  <a:gd name="connsiteX8" fmla="*/ 120912 w 365920"/>
                  <a:gd name="connsiteY8" fmla="*/ 31024 h 318187"/>
                  <a:gd name="connsiteX9" fmla="*/ 140805 w 365920"/>
                  <a:gd name="connsiteY9" fmla="*/ 23864 h 318187"/>
                  <a:gd name="connsiteX10" fmla="*/ 193301 w 365920"/>
                  <a:gd name="connsiteY10" fmla="*/ 0 h 318187"/>
                  <a:gd name="connsiteX11" fmla="*/ 194892 w 365920"/>
                  <a:gd name="connsiteY11" fmla="*/ 0 h 318187"/>
                  <a:gd name="connsiteX12" fmla="*/ 261717 w 365920"/>
                  <a:gd name="connsiteY12" fmla="*/ 41365 h 318187"/>
                  <a:gd name="connsiteX13" fmla="*/ 266485 w 365920"/>
                  <a:gd name="connsiteY13" fmla="*/ 47728 h 318187"/>
                  <a:gd name="connsiteX14" fmla="*/ 250578 w 365920"/>
                  <a:gd name="connsiteY14" fmla="*/ 50911 h 318187"/>
                  <a:gd name="connsiteX15" fmla="*/ 248986 w 365920"/>
                  <a:gd name="connsiteY15" fmla="*/ 47728 h 318187"/>
                  <a:gd name="connsiteX16" fmla="*/ 194892 w 365920"/>
                  <a:gd name="connsiteY16" fmla="*/ 14319 h 318187"/>
                  <a:gd name="connsiteX17" fmla="*/ 193301 w 365920"/>
                  <a:gd name="connsiteY17" fmla="*/ 14319 h 318187"/>
                  <a:gd name="connsiteX18" fmla="*/ 150347 w 365920"/>
                  <a:gd name="connsiteY18" fmla="*/ 33410 h 318187"/>
                  <a:gd name="connsiteX19" fmla="*/ 118532 w 365920"/>
                  <a:gd name="connsiteY19" fmla="*/ 45342 h 318187"/>
                  <a:gd name="connsiteX20" fmla="*/ 95463 w 365920"/>
                  <a:gd name="connsiteY20" fmla="*/ 49319 h 318187"/>
                  <a:gd name="connsiteX21" fmla="*/ 69212 w 365920"/>
                  <a:gd name="connsiteY21" fmla="*/ 82729 h 318187"/>
                  <a:gd name="connsiteX22" fmla="*/ 48524 w 365920"/>
                  <a:gd name="connsiteY22" fmla="*/ 109775 h 318187"/>
                  <a:gd name="connsiteX23" fmla="*/ 15914 w 365920"/>
                  <a:gd name="connsiteY23" fmla="*/ 155118 h 318187"/>
                  <a:gd name="connsiteX24" fmla="*/ 267281 w 365920"/>
                  <a:gd name="connsiteY24" fmla="*/ 86707 h 318187"/>
                  <a:gd name="connsiteX25" fmla="*/ 281603 w 365920"/>
                  <a:gd name="connsiteY25" fmla="*/ 86707 h 318187"/>
                  <a:gd name="connsiteX26" fmla="*/ 301489 w 365920"/>
                  <a:gd name="connsiteY26" fmla="*/ 157504 h 318187"/>
                  <a:gd name="connsiteX27" fmla="*/ 285582 w 365920"/>
                  <a:gd name="connsiteY27" fmla="*/ 157504 h 318187"/>
                  <a:gd name="connsiteX28" fmla="*/ 283194 w 365920"/>
                  <a:gd name="connsiteY28" fmla="*/ 142390 h 318187"/>
                  <a:gd name="connsiteX29" fmla="*/ 265689 w 365920"/>
                  <a:gd name="connsiteY29" fmla="*/ 142390 h 318187"/>
                  <a:gd name="connsiteX30" fmla="*/ 261717 w 365920"/>
                  <a:gd name="connsiteY30" fmla="*/ 157504 h 318187"/>
                  <a:gd name="connsiteX31" fmla="*/ 246599 w 365920"/>
                  <a:gd name="connsiteY31" fmla="*/ 157504 h 318187"/>
                  <a:gd name="connsiteX32" fmla="*/ 267281 w 365920"/>
                  <a:gd name="connsiteY32" fmla="*/ 86707 h 318187"/>
                  <a:gd name="connsiteX33" fmla="*/ 268076 w 365920"/>
                  <a:gd name="connsiteY33" fmla="*/ 130458 h 318187"/>
                  <a:gd name="connsiteX34" fmla="*/ 280012 w 365920"/>
                  <a:gd name="connsiteY34" fmla="*/ 130458 h 318187"/>
                  <a:gd name="connsiteX35" fmla="*/ 273646 w 365920"/>
                  <a:gd name="connsiteY35" fmla="*/ 104207 h 318187"/>
                  <a:gd name="connsiteX36" fmla="*/ 268076 w 365920"/>
                  <a:gd name="connsiteY36" fmla="*/ 130458 h 318187"/>
                  <a:gd name="connsiteX37" fmla="*/ 206828 w 365920"/>
                  <a:gd name="connsiteY37" fmla="*/ 120912 h 318187"/>
                  <a:gd name="connsiteX38" fmla="*/ 193301 w 365920"/>
                  <a:gd name="connsiteY38" fmla="*/ 107389 h 318187"/>
                  <a:gd name="connsiteX39" fmla="*/ 182963 w 365920"/>
                  <a:gd name="connsiteY39" fmla="*/ 117730 h 318187"/>
                  <a:gd name="connsiteX40" fmla="*/ 213989 w 365920"/>
                  <a:gd name="connsiteY40" fmla="*/ 148754 h 318187"/>
                  <a:gd name="connsiteX41" fmla="*/ 245008 w 365920"/>
                  <a:gd name="connsiteY41" fmla="*/ 117730 h 318187"/>
                  <a:gd name="connsiteX42" fmla="*/ 234670 w 365920"/>
                  <a:gd name="connsiteY42" fmla="*/ 107389 h 318187"/>
                  <a:gd name="connsiteX43" fmla="*/ 221939 w 365920"/>
                  <a:gd name="connsiteY43" fmla="*/ 120117 h 318187"/>
                  <a:gd name="connsiteX44" fmla="*/ 274442 w 365920"/>
                  <a:gd name="connsiteY44" fmla="*/ 72388 h 318187"/>
                  <a:gd name="connsiteX45" fmla="*/ 321375 w 365920"/>
                  <a:gd name="connsiteY45" fmla="*/ 100230 h 318187"/>
                  <a:gd name="connsiteX46" fmla="*/ 331719 w 365920"/>
                  <a:gd name="connsiteY46" fmla="*/ 89888 h 318187"/>
                  <a:gd name="connsiteX47" fmla="*/ 274442 w 365920"/>
                  <a:gd name="connsiteY47" fmla="*/ 58070 h 318187"/>
                  <a:gd name="connsiteX48" fmla="*/ 206828 w 365920"/>
                  <a:gd name="connsiteY48" fmla="*/ 120912 h 318187"/>
                  <a:gd name="connsiteX49" fmla="*/ 365920 w 365920"/>
                  <a:gd name="connsiteY49" fmla="*/ 132845 h 318187"/>
                  <a:gd name="connsiteX50" fmla="*/ 334901 w 365920"/>
                  <a:gd name="connsiteY50" fmla="*/ 102616 h 318187"/>
                  <a:gd name="connsiteX51" fmla="*/ 303876 w 365920"/>
                  <a:gd name="connsiteY51" fmla="*/ 133640 h 318187"/>
                  <a:gd name="connsiteX52" fmla="*/ 314213 w 365920"/>
                  <a:gd name="connsiteY52" fmla="*/ 143981 h 318187"/>
                  <a:gd name="connsiteX53" fmla="*/ 326944 w 365920"/>
                  <a:gd name="connsiteY53" fmla="*/ 131253 h 318187"/>
                  <a:gd name="connsiteX54" fmla="*/ 274442 w 365920"/>
                  <a:gd name="connsiteY54" fmla="*/ 178982 h 318187"/>
                  <a:gd name="connsiteX55" fmla="*/ 227509 w 365920"/>
                  <a:gd name="connsiteY55" fmla="*/ 151140 h 318187"/>
                  <a:gd name="connsiteX56" fmla="*/ 217165 w 365920"/>
                  <a:gd name="connsiteY56" fmla="*/ 161482 h 318187"/>
                  <a:gd name="connsiteX57" fmla="*/ 274442 w 365920"/>
                  <a:gd name="connsiteY57" fmla="*/ 193300 h 318187"/>
                  <a:gd name="connsiteX58" fmla="*/ 342056 w 365920"/>
                  <a:gd name="connsiteY58" fmla="*/ 130458 h 318187"/>
                  <a:gd name="connsiteX59" fmla="*/ 355583 w 365920"/>
                  <a:gd name="connsiteY59" fmla="*/ 143981 h 318187"/>
                  <a:gd name="connsiteX60" fmla="*/ 365920 w 365920"/>
                  <a:gd name="connsiteY60" fmla="*/ 132845 h 318187"/>
                  <a:gd name="connsiteX61" fmla="*/ 252169 w 365920"/>
                  <a:gd name="connsiteY61" fmla="*/ 202846 h 318187"/>
                  <a:gd name="connsiteX62" fmla="*/ 266485 w 365920"/>
                  <a:gd name="connsiteY62" fmla="*/ 206028 h 318187"/>
                  <a:gd name="connsiteX63" fmla="*/ 266485 w 365920"/>
                  <a:gd name="connsiteY63" fmla="*/ 289556 h 318187"/>
                  <a:gd name="connsiteX64" fmla="*/ 234670 w 365920"/>
                  <a:gd name="connsiteY64" fmla="*/ 311828 h 318187"/>
                  <a:gd name="connsiteX65" fmla="*/ 169437 w 365920"/>
                  <a:gd name="connsiteY65" fmla="*/ 318187 h 318187"/>
                  <a:gd name="connsiteX66" fmla="*/ 104209 w 365920"/>
                  <a:gd name="connsiteY66" fmla="*/ 311828 h 318187"/>
                  <a:gd name="connsiteX67" fmla="*/ 72388 w 365920"/>
                  <a:gd name="connsiteY67" fmla="*/ 289556 h 318187"/>
                  <a:gd name="connsiteX68" fmla="*/ 72388 w 365920"/>
                  <a:gd name="connsiteY68" fmla="*/ 132845 h 318187"/>
                  <a:gd name="connsiteX69" fmla="*/ 104209 w 365920"/>
                  <a:gd name="connsiteY69" fmla="*/ 111366 h 318187"/>
                  <a:gd name="connsiteX70" fmla="*/ 169437 w 365920"/>
                  <a:gd name="connsiteY70" fmla="*/ 105798 h 318187"/>
                  <a:gd name="connsiteX71" fmla="*/ 173415 w 365920"/>
                  <a:gd name="connsiteY71" fmla="*/ 105798 h 318187"/>
                  <a:gd name="connsiteX72" fmla="*/ 173415 w 365920"/>
                  <a:gd name="connsiteY72" fmla="*/ 120117 h 318187"/>
                  <a:gd name="connsiteX73" fmla="*/ 169437 w 365920"/>
                  <a:gd name="connsiteY73" fmla="*/ 120117 h 318187"/>
                  <a:gd name="connsiteX74" fmla="*/ 87506 w 365920"/>
                  <a:gd name="connsiteY74" fmla="*/ 133640 h 318187"/>
                  <a:gd name="connsiteX75" fmla="*/ 87506 w 365920"/>
                  <a:gd name="connsiteY75" fmla="*/ 134435 h 318187"/>
                  <a:gd name="connsiteX76" fmla="*/ 169437 w 365920"/>
                  <a:gd name="connsiteY76" fmla="*/ 148754 h 318187"/>
                  <a:gd name="connsiteX77" fmla="*/ 197279 w 365920"/>
                  <a:gd name="connsiteY77" fmla="*/ 147958 h 318187"/>
                  <a:gd name="connsiteX78" fmla="*/ 202849 w 365920"/>
                  <a:gd name="connsiteY78" fmla="*/ 162277 h 318187"/>
                  <a:gd name="connsiteX79" fmla="*/ 169437 w 365920"/>
                  <a:gd name="connsiteY79" fmla="*/ 163868 h 318187"/>
                  <a:gd name="connsiteX80" fmla="*/ 104209 w 365920"/>
                  <a:gd name="connsiteY80" fmla="*/ 157504 h 318187"/>
                  <a:gd name="connsiteX81" fmla="*/ 86711 w 365920"/>
                  <a:gd name="connsiteY81" fmla="*/ 151936 h 318187"/>
                  <a:gd name="connsiteX82" fmla="*/ 86711 w 365920"/>
                  <a:gd name="connsiteY82" fmla="*/ 186141 h 318187"/>
                  <a:gd name="connsiteX83" fmla="*/ 168641 w 365920"/>
                  <a:gd name="connsiteY83" fmla="*/ 200460 h 318187"/>
                  <a:gd name="connsiteX84" fmla="*/ 231487 w 365920"/>
                  <a:gd name="connsiteY84" fmla="*/ 194096 h 318187"/>
                  <a:gd name="connsiteX85" fmla="*/ 252169 w 365920"/>
                  <a:gd name="connsiteY85" fmla="*/ 202846 h 318187"/>
                  <a:gd name="connsiteX86" fmla="*/ 234670 w 365920"/>
                  <a:gd name="connsiteY86" fmla="*/ 208415 h 318187"/>
                  <a:gd name="connsiteX87" fmla="*/ 169437 w 365920"/>
                  <a:gd name="connsiteY87" fmla="*/ 214778 h 318187"/>
                  <a:gd name="connsiteX88" fmla="*/ 104209 w 365920"/>
                  <a:gd name="connsiteY88" fmla="*/ 208415 h 318187"/>
                  <a:gd name="connsiteX89" fmla="*/ 86711 w 365920"/>
                  <a:gd name="connsiteY89" fmla="*/ 202846 h 318187"/>
                  <a:gd name="connsiteX90" fmla="*/ 86711 w 365920"/>
                  <a:gd name="connsiteY90" fmla="*/ 237052 h 318187"/>
                  <a:gd name="connsiteX91" fmla="*/ 168641 w 365920"/>
                  <a:gd name="connsiteY91" fmla="*/ 251370 h 318187"/>
                  <a:gd name="connsiteX92" fmla="*/ 250578 w 365920"/>
                  <a:gd name="connsiteY92" fmla="*/ 237052 h 318187"/>
                  <a:gd name="connsiteX93" fmla="*/ 252169 w 365920"/>
                  <a:gd name="connsiteY93" fmla="*/ 202846 h 318187"/>
                  <a:gd name="connsiteX94" fmla="*/ 252169 w 365920"/>
                  <a:gd name="connsiteY94" fmla="*/ 254552 h 318187"/>
                  <a:gd name="connsiteX95" fmla="*/ 234670 w 365920"/>
                  <a:gd name="connsiteY95" fmla="*/ 260121 h 318187"/>
                  <a:gd name="connsiteX96" fmla="*/ 169437 w 365920"/>
                  <a:gd name="connsiteY96" fmla="*/ 266487 h 318187"/>
                  <a:gd name="connsiteX97" fmla="*/ 104209 w 365920"/>
                  <a:gd name="connsiteY97" fmla="*/ 260121 h 318187"/>
                  <a:gd name="connsiteX98" fmla="*/ 86711 w 365920"/>
                  <a:gd name="connsiteY98" fmla="*/ 254552 h 318187"/>
                  <a:gd name="connsiteX99" fmla="*/ 86711 w 365920"/>
                  <a:gd name="connsiteY99" fmla="*/ 288760 h 318187"/>
                  <a:gd name="connsiteX100" fmla="*/ 168641 w 365920"/>
                  <a:gd name="connsiteY100" fmla="*/ 303076 h 318187"/>
                  <a:gd name="connsiteX101" fmla="*/ 250578 w 365920"/>
                  <a:gd name="connsiteY101" fmla="*/ 288760 h 318187"/>
                  <a:gd name="connsiteX102" fmla="*/ 252169 w 365920"/>
                  <a:gd name="connsiteY102" fmla="*/ 254552 h 318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365920" h="318187">
                    <a:moveTo>
                      <a:pt x="15914" y="155118"/>
                    </a:moveTo>
                    <a:lnTo>
                      <a:pt x="62051" y="155118"/>
                    </a:lnTo>
                    <a:lnTo>
                      <a:pt x="62051" y="169436"/>
                    </a:lnTo>
                    <a:lnTo>
                      <a:pt x="0" y="169436"/>
                    </a:lnTo>
                    <a:lnTo>
                      <a:pt x="796" y="161482"/>
                    </a:lnTo>
                    <a:cubicBezTo>
                      <a:pt x="3183" y="133640"/>
                      <a:pt x="19096" y="108980"/>
                      <a:pt x="43756" y="96253"/>
                    </a:cubicBezTo>
                    <a:cubicBezTo>
                      <a:pt x="50116" y="93071"/>
                      <a:pt x="54890" y="86707"/>
                      <a:pt x="56481" y="79548"/>
                    </a:cubicBezTo>
                    <a:cubicBezTo>
                      <a:pt x="60459" y="60456"/>
                      <a:pt x="73184" y="43751"/>
                      <a:pt x="91485" y="35796"/>
                    </a:cubicBezTo>
                    <a:cubicBezTo>
                      <a:pt x="100231" y="31024"/>
                      <a:pt x="110575" y="29433"/>
                      <a:pt x="120912" y="31024"/>
                    </a:cubicBezTo>
                    <a:cubicBezTo>
                      <a:pt x="128869" y="31819"/>
                      <a:pt x="136031" y="29433"/>
                      <a:pt x="140805" y="23864"/>
                    </a:cubicBezTo>
                    <a:cubicBezTo>
                      <a:pt x="154325" y="8750"/>
                      <a:pt x="173415" y="795"/>
                      <a:pt x="193301" y="0"/>
                    </a:cubicBezTo>
                    <a:cubicBezTo>
                      <a:pt x="194097" y="0"/>
                      <a:pt x="194892" y="0"/>
                      <a:pt x="194892" y="0"/>
                    </a:cubicBezTo>
                    <a:cubicBezTo>
                      <a:pt x="223531" y="0"/>
                      <a:pt x="248986" y="15909"/>
                      <a:pt x="261717" y="41365"/>
                    </a:cubicBezTo>
                    <a:cubicBezTo>
                      <a:pt x="263309" y="43751"/>
                      <a:pt x="264104" y="46138"/>
                      <a:pt x="266485" y="47728"/>
                    </a:cubicBezTo>
                    <a:cubicBezTo>
                      <a:pt x="260922" y="48524"/>
                      <a:pt x="255352" y="49319"/>
                      <a:pt x="250578" y="50911"/>
                    </a:cubicBezTo>
                    <a:cubicBezTo>
                      <a:pt x="249782" y="50115"/>
                      <a:pt x="249782" y="49319"/>
                      <a:pt x="248986" y="47728"/>
                    </a:cubicBezTo>
                    <a:cubicBezTo>
                      <a:pt x="238649" y="27046"/>
                      <a:pt x="217961" y="14319"/>
                      <a:pt x="194892" y="14319"/>
                    </a:cubicBezTo>
                    <a:cubicBezTo>
                      <a:pt x="194097" y="14319"/>
                      <a:pt x="194097" y="14319"/>
                      <a:pt x="193301" y="14319"/>
                    </a:cubicBezTo>
                    <a:cubicBezTo>
                      <a:pt x="177394" y="14319"/>
                      <a:pt x="161486" y="21478"/>
                      <a:pt x="150347" y="33410"/>
                    </a:cubicBezTo>
                    <a:cubicBezTo>
                      <a:pt x="142396" y="42160"/>
                      <a:pt x="130461" y="46933"/>
                      <a:pt x="118532" y="45342"/>
                    </a:cubicBezTo>
                    <a:cubicBezTo>
                      <a:pt x="110575" y="44546"/>
                      <a:pt x="103414" y="46138"/>
                      <a:pt x="95463" y="49319"/>
                    </a:cubicBezTo>
                    <a:cubicBezTo>
                      <a:pt x="81937" y="55683"/>
                      <a:pt x="71599" y="67616"/>
                      <a:pt x="69212" y="82729"/>
                    </a:cubicBezTo>
                    <a:cubicBezTo>
                      <a:pt x="66825" y="94661"/>
                      <a:pt x="59664" y="104207"/>
                      <a:pt x="48524" y="109775"/>
                    </a:cubicBezTo>
                    <a:cubicBezTo>
                      <a:pt x="31821" y="118525"/>
                      <a:pt x="19892" y="135231"/>
                      <a:pt x="15914" y="155118"/>
                    </a:cubicBezTo>
                    <a:close/>
                    <a:moveTo>
                      <a:pt x="267281" y="86707"/>
                    </a:moveTo>
                    <a:lnTo>
                      <a:pt x="281603" y="86707"/>
                    </a:lnTo>
                    <a:lnTo>
                      <a:pt x="301489" y="157504"/>
                    </a:lnTo>
                    <a:lnTo>
                      <a:pt x="285582" y="157504"/>
                    </a:lnTo>
                    <a:lnTo>
                      <a:pt x="283194" y="142390"/>
                    </a:lnTo>
                    <a:lnTo>
                      <a:pt x="265689" y="142390"/>
                    </a:lnTo>
                    <a:lnTo>
                      <a:pt x="261717" y="157504"/>
                    </a:lnTo>
                    <a:lnTo>
                      <a:pt x="246599" y="157504"/>
                    </a:lnTo>
                    <a:lnTo>
                      <a:pt x="267281" y="86707"/>
                    </a:lnTo>
                    <a:close/>
                    <a:moveTo>
                      <a:pt x="268076" y="130458"/>
                    </a:moveTo>
                    <a:lnTo>
                      <a:pt x="280012" y="130458"/>
                    </a:lnTo>
                    <a:lnTo>
                      <a:pt x="273646" y="104207"/>
                    </a:lnTo>
                    <a:lnTo>
                      <a:pt x="268076" y="130458"/>
                    </a:lnTo>
                    <a:close/>
                    <a:moveTo>
                      <a:pt x="206828" y="120912"/>
                    </a:moveTo>
                    <a:lnTo>
                      <a:pt x="193301" y="107389"/>
                    </a:lnTo>
                    <a:lnTo>
                      <a:pt x="182963" y="117730"/>
                    </a:lnTo>
                    <a:lnTo>
                      <a:pt x="213989" y="148754"/>
                    </a:lnTo>
                    <a:lnTo>
                      <a:pt x="245008" y="117730"/>
                    </a:lnTo>
                    <a:lnTo>
                      <a:pt x="234670" y="107389"/>
                    </a:lnTo>
                    <a:lnTo>
                      <a:pt x="221939" y="120117"/>
                    </a:lnTo>
                    <a:cubicBezTo>
                      <a:pt x="224326" y="93071"/>
                      <a:pt x="247395" y="72388"/>
                      <a:pt x="274442" y="72388"/>
                    </a:cubicBezTo>
                    <a:cubicBezTo>
                      <a:pt x="294328" y="72388"/>
                      <a:pt x="311833" y="83525"/>
                      <a:pt x="321375" y="100230"/>
                    </a:cubicBezTo>
                    <a:lnTo>
                      <a:pt x="331719" y="89888"/>
                    </a:lnTo>
                    <a:cubicBezTo>
                      <a:pt x="319783" y="70797"/>
                      <a:pt x="298306" y="58070"/>
                      <a:pt x="274442" y="58070"/>
                    </a:cubicBezTo>
                    <a:cubicBezTo>
                      <a:pt x="238649" y="58070"/>
                      <a:pt x="209215" y="85911"/>
                      <a:pt x="206828" y="120912"/>
                    </a:cubicBezTo>
                    <a:close/>
                    <a:moveTo>
                      <a:pt x="365920" y="132845"/>
                    </a:moveTo>
                    <a:lnTo>
                      <a:pt x="334901" y="102616"/>
                    </a:lnTo>
                    <a:lnTo>
                      <a:pt x="303876" y="133640"/>
                    </a:lnTo>
                    <a:lnTo>
                      <a:pt x="314213" y="143981"/>
                    </a:lnTo>
                    <a:lnTo>
                      <a:pt x="326944" y="131253"/>
                    </a:lnTo>
                    <a:cubicBezTo>
                      <a:pt x="324557" y="158300"/>
                      <a:pt x="301489" y="178982"/>
                      <a:pt x="274442" y="178982"/>
                    </a:cubicBezTo>
                    <a:cubicBezTo>
                      <a:pt x="254556" y="178982"/>
                      <a:pt x="237057" y="167845"/>
                      <a:pt x="227509" y="151140"/>
                    </a:cubicBezTo>
                    <a:lnTo>
                      <a:pt x="217165" y="161482"/>
                    </a:lnTo>
                    <a:cubicBezTo>
                      <a:pt x="229101" y="180573"/>
                      <a:pt x="250578" y="193300"/>
                      <a:pt x="274442" y="193300"/>
                    </a:cubicBezTo>
                    <a:cubicBezTo>
                      <a:pt x="310241" y="193300"/>
                      <a:pt x="339669" y="165459"/>
                      <a:pt x="342056" y="130458"/>
                    </a:cubicBezTo>
                    <a:lnTo>
                      <a:pt x="355583" y="143981"/>
                    </a:lnTo>
                    <a:lnTo>
                      <a:pt x="365920" y="132845"/>
                    </a:lnTo>
                    <a:close/>
                    <a:moveTo>
                      <a:pt x="252169" y="202846"/>
                    </a:moveTo>
                    <a:cubicBezTo>
                      <a:pt x="256943" y="204437"/>
                      <a:pt x="261717" y="205232"/>
                      <a:pt x="266485" y="206028"/>
                    </a:cubicBezTo>
                    <a:lnTo>
                      <a:pt x="266485" y="289556"/>
                    </a:lnTo>
                    <a:cubicBezTo>
                      <a:pt x="266485" y="299097"/>
                      <a:pt x="256148" y="307054"/>
                      <a:pt x="234670" y="311828"/>
                    </a:cubicBezTo>
                    <a:cubicBezTo>
                      <a:pt x="217165" y="315807"/>
                      <a:pt x="194097" y="318187"/>
                      <a:pt x="169437" y="318187"/>
                    </a:cubicBezTo>
                    <a:cubicBezTo>
                      <a:pt x="144777" y="318187"/>
                      <a:pt x="121708" y="315807"/>
                      <a:pt x="104209" y="311828"/>
                    </a:cubicBezTo>
                    <a:cubicBezTo>
                      <a:pt x="82732" y="307054"/>
                      <a:pt x="72388" y="299097"/>
                      <a:pt x="72388" y="289556"/>
                    </a:cubicBezTo>
                    <a:lnTo>
                      <a:pt x="72388" y="132845"/>
                    </a:lnTo>
                    <a:cubicBezTo>
                      <a:pt x="72388" y="123299"/>
                      <a:pt x="82732" y="116140"/>
                      <a:pt x="104209" y="111366"/>
                    </a:cubicBezTo>
                    <a:cubicBezTo>
                      <a:pt x="120912" y="107389"/>
                      <a:pt x="143987" y="105798"/>
                      <a:pt x="169437" y="105798"/>
                    </a:cubicBezTo>
                    <a:cubicBezTo>
                      <a:pt x="170232" y="105798"/>
                      <a:pt x="171824" y="105798"/>
                      <a:pt x="173415" y="105798"/>
                    </a:cubicBezTo>
                    <a:lnTo>
                      <a:pt x="173415" y="120117"/>
                    </a:lnTo>
                    <a:cubicBezTo>
                      <a:pt x="172619" y="120117"/>
                      <a:pt x="171028" y="120117"/>
                      <a:pt x="169437" y="120117"/>
                    </a:cubicBezTo>
                    <a:cubicBezTo>
                      <a:pt x="116941" y="120117"/>
                      <a:pt x="90689" y="128867"/>
                      <a:pt x="87506" y="133640"/>
                    </a:cubicBezTo>
                    <a:lnTo>
                      <a:pt x="87506" y="134435"/>
                    </a:lnTo>
                    <a:cubicBezTo>
                      <a:pt x="90689" y="140004"/>
                      <a:pt x="120912" y="148754"/>
                      <a:pt x="169437" y="148754"/>
                    </a:cubicBezTo>
                    <a:cubicBezTo>
                      <a:pt x="179781" y="148754"/>
                      <a:pt x="188533" y="148754"/>
                      <a:pt x="197279" y="147958"/>
                    </a:cubicBezTo>
                    <a:cubicBezTo>
                      <a:pt x="198871" y="152731"/>
                      <a:pt x="200462" y="157504"/>
                      <a:pt x="202849" y="162277"/>
                    </a:cubicBezTo>
                    <a:cubicBezTo>
                      <a:pt x="192505" y="163072"/>
                      <a:pt x="181372" y="163868"/>
                      <a:pt x="169437" y="163868"/>
                    </a:cubicBezTo>
                    <a:cubicBezTo>
                      <a:pt x="144777" y="163868"/>
                      <a:pt x="121708" y="161482"/>
                      <a:pt x="104209" y="157504"/>
                    </a:cubicBezTo>
                    <a:cubicBezTo>
                      <a:pt x="97048" y="155913"/>
                      <a:pt x="91485" y="154322"/>
                      <a:pt x="86711" y="151936"/>
                    </a:cubicBezTo>
                    <a:lnTo>
                      <a:pt x="86711" y="186141"/>
                    </a:lnTo>
                    <a:cubicBezTo>
                      <a:pt x="89894" y="191710"/>
                      <a:pt x="120117" y="200460"/>
                      <a:pt x="168641" y="200460"/>
                    </a:cubicBezTo>
                    <a:cubicBezTo>
                      <a:pt x="195688" y="200460"/>
                      <a:pt x="217165" y="197278"/>
                      <a:pt x="231487" y="194096"/>
                    </a:cubicBezTo>
                    <a:cubicBezTo>
                      <a:pt x="238649" y="197278"/>
                      <a:pt x="245008" y="200460"/>
                      <a:pt x="252169" y="202846"/>
                    </a:cubicBezTo>
                    <a:cubicBezTo>
                      <a:pt x="247395" y="205232"/>
                      <a:pt x="241825" y="206824"/>
                      <a:pt x="234670" y="208415"/>
                    </a:cubicBezTo>
                    <a:cubicBezTo>
                      <a:pt x="217165" y="212392"/>
                      <a:pt x="194097" y="214778"/>
                      <a:pt x="169437" y="214778"/>
                    </a:cubicBezTo>
                    <a:cubicBezTo>
                      <a:pt x="144777" y="214778"/>
                      <a:pt x="121708" y="212392"/>
                      <a:pt x="104209" y="208415"/>
                    </a:cubicBezTo>
                    <a:cubicBezTo>
                      <a:pt x="97048" y="206824"/>
                      <a:pt x="91485" y="205232"/>
                      <a:pt x="86711" y="202846"/>
                    </a:cubicBezTo>
                    <a:lnTo>
                      <a:pt x="86711" y="237052"/>
                    </a:lnTo>
                    <a:cubicBezTo>
                      <a:pt x="89894" y="242620"/>
                      <a:pt x="120117" y="251370"/>
                      <a:pt x="168641" y="251370"/>
                    </a:cubicBezTo>
                    <a:cubicBezTo>
                      <a:pt x="217165" y="251370"/>
                      <a:pt x="247395" y="241824"/>
                      <a:pt x="250578" y="237052"/>
                    </a:cubicBezTo>
                    <a:lnTo>
                      <a:pt x="252169" y="202846"/>
                    </a:lnTo>
                    <a:close/>
                    <a:moveTo>
                      <a:pt x="252169" y="254552"/>
                    </a:moveTo>
                    <a:cubicBezTo>
                      <a:pt x="247395" y="256939"/>
                      <a:pt x="241825" y="258529"/>
                      <a:pt x="234670" y="260121"/>
                    </a:cubicBezTo>
                    <a:cubicBezTo>
                      <a:pt x="217165" y="264100"/>
                      <a:pt x="194097" y="266487"/>
                      <a:pt x="169437" y="266487"/>
                    </a:cubicBezTo>
                    <a:cubicBezTo>
                      <a:pt x="144777" y="266487"/>
                      <a:pt x="121708" y="264100"/>
                      <a:pt x="104209" y="260121"/>
                    </a:cubicBezTo>
                    <a:cubicBezTo>
                      <a:pt x="97048" y="258529"/>
                      <a:pt x="91485" y="256939"/>
                      <a:pt x="86711" y="254552"/>
                    </a:cubicBezTo>
                    <a:lnTo>
                      <a:pt x="86711" y="288760"/>
                    </a:lnTo>
                    <a:cubicBezTo>
                      <a:pt x="89894" y="293528"/>
                      <a:pt x="116941" y="303076"/>
                      <a:pt x="168641" y="303076"/>
                    </a:cubicBezTo>
                    <a:cubicBezTo>
                      <a:pt x="220348" y="303076"/>
                      <a:pt x="248190" y="292738"/>
                      <a:pt x="250578" y="288760"/>
                    </a:cubicBezTo>
                    <a:lnTo>
                      <a:pt x="252169" y="254552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 dirty="0"/>
              </a:p>
            </p:txBody>
          </p:sp>
        </p:grpSp>
        <p:grpSp>
          <p:nvGrpSpPr>
            <p:cNvPr id="75" name="Graphic 3">
              <a:extLst>
                <a:ext uri="{FF2B5EF4-FFF2-40B4-BE49-F238E27FC236}">
                  <a16:creationId xmlns:a16="http://schemas.microsoft.com/office/drawing/2014/main" id="{051A9342-A5C0-C02C-6B1F-EA23140DF0DC}"/>
                </a:ext>
              </a:extLst>
            </p:cNvPr>
            <p:cNvGrpSpPr/>
            <p:nvPr/>
          </p:nvGrpSpPr>
          <p:grpSpPr>
            <a:xfrm>
              <a:off x="2193911" y="1841714"/>
              <a:ext cx="800219" cy="546971"/>
              <a:chOff x="2193911" y="1841714"/>
              <a:chExt cx="800219" cy="546971"/>
            </a:xfrm>
            <a:solidFill>
              <a:srgbClr val="000000"/>
            </a:solidFill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0B3D347-60B5-C374-E7F6-C4A30F0C02B3}"/>
                  </a:ext>
                </a:extLst>
              </p:cNvPr>
              <p:cNvSpPr txBox="1"/>
              <p:nvPr/>
            </p:nvSpPr>
            <p:spPr>
              <a:xfrm>
                <a:off x="2347819" y="1841714"/>
                <a:ext cx="487634" cy="216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10" spc="0" baseline="0" dirty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Oracle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74FCEE0-2173-D9BC-7D70-BD2221FAA9A7}"/>
                  </a:ext>
                </a:extLst>
              </p:cNvPr>
              <p:cNvSpPr txBox="1"/>
              <p:nvPr/>
            </p:nvSpPr>
            <p:spPr>
              <a:xfrm>
                <a:off x="2193911" y="1944384"/>
                <a:ext cx="800219" cy="216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10" spc="0" baseline="0" dirty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Autonomous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79E0996-FB7A-00E3-2539-7A595EAD5FC8}"/>
                  </a:ext>
                </a:extLst>
              </p:cNvPr>
              <p:cNvSpPr txBox="1"/>
              <p:nvPr/>
            </p:nvSpPr>
            <p:spPr>
              <a:xfrm>
                <a:off x="2279185" y="2047053"/>
                <a:ext cx="61908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810" spc="0" baseline="0" dirty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Database</a:t>
                </a:r>
              </a:p>
              <a:p>
                <a:pPr algn="l"/>
                <a:r>
                  <a:rPr lang="en-US" sz="810" dirty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26 AI</a:t>
                </a:r>
                <a:endPara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endParaRPr>
              </a:p>
            </p:txBody>
          </p:sp>
        </p:grpSp>
      </p:grp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C0CBE16-E0E0-A295-509E-E487FB06E9CA}"/>
              </a:ext>
            </a:extLst>
          </p:cNvPr>
          <p:cNvCxnSpPr>
            <a:cxnSpLocks/>
          </p:cNvCxnSpPr>
          <p:nvPr/>
        </p:nvCxnSpPr>
        <p:spPr>
          <a:xfrm>
            <a:off x="1984125" y="2774833"/>
            <a:ext cx="772424" cy="0"/>
          </a:xfrm>
          <a:prstGeom prst="straightConnector1">
            <a:avLst/>
          </a:prstGeom>
          <a:ln w="12700">
            <a:solidFill>
              <a:srgbClr val="312D2A"/>
            </a:solidFill>
            <a:miter lim="800000"/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60B1FCE-FCF2-F4BA-1F6C-55C7E3B81217}"/>
              </a:ext>
            </a:extLst>
          </p:cNvPr>
          <p:cNvCxnSpPr>
            <a:cxnSpLocks/>
          </p:cNvCxnSpPr>
          <p:nvPr/>
        </p:nvCxnSpPr>
        <p:spPr>
          <a:xfrm>
            <a:off x="6709589" y="2769016"/>
            <a:ext cx="712886" cy="0"/>
          </a:xfrm>
          <a:prstGeom prst="straightConnector1">
            <a:avLst/>
          </a:prstGeom>
          <a:ln w="12700">
            <a:solidFill>
              <a:srgbClr val="312D2A"/>
            </a:solidFill>
            <a:miter lim="800000"/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15BCBB28-316F-1C5E-B5E0-BA1DCDD4B670}"/>
              </a:ext>
            </a:extLst>
          </p:cNvPr>
          <p:cNvSpPr/>
          <p:nvPr/>
        </p:nvSpPr>
        <p:spPr>
          <a:xfrm>
            <a:off x="5786699" y="5302603"/>
            <a:ext cx="182880" cy="1828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racle Sans"/>
                <a:ea typeface="+mn-ea"/>
                <a:cs typeface="+mn-cs"/>
              </a:rPr>
              <a:t>5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BC31EA35-D6CB-3D37-9586-36AFB8BEC769}"/>
              </a:ext>
            </a:extLst>
          </p:cNvPr>
          <p:cNvCxnSpPr>
            <a:cxnSpLocks/>
          </p:cNvCxnSpPr>
          <p:nvPr/>
        </p:nvCxnSpPr>
        <p:spPr>
          <a:xfrm flipH="1">
            <a:off x="8477780" y="2711538"/>
            <a:ext cx="1778821" cy="0"/>
          </a:xfrm>
          <a:prstGeom prst="straightConnector1">
            <a:avLst/>
          </a:prstGeom>
          <a:ln w="12700">
            <a:solidFill>
              <a:srgbClr val="312D2A"/>
            </a:solidFill>
            <a:miter lim="800000"/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D7884BC9-C0EA-4972-2BDE-4D5C32524129}"/>
              </a:ext>
            </a:extLst>
          </p:cNvPr>
          <p:cNvCxnSpPr>
            <a:cxnSpLocks/>
          </p:cNvCxnSpPr>
          <p:nvPr/>
        </p:nvCxnSpPr>
        <p:spPr>
          <a:xfrm>
            <a:off x="3641374" y="2764797"/>
            <a:ext cx="617722" cy="1184"/>
          </a:xfrm>
          <a:prstGeom prst="straightConnector1">
            <a:avLst/>
          </a:prstGeom>
          <a:ln w="12700">
            <a:solidFill>
              <a:srgbClr val="312D2A"/>
            </a:solidFill>
            <a:miter lim="800000"/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Graphic 4">
            <a:extLst>
              <a:ext uri="{FF2B5EF4-FFF2-40B4-BE49-F238E27FC236}">
                <a16:creationId xmlns:a16="http://schemas.microsoft.com/office/drawing/2014/main" id="{7F6EBBE3-ACE1-5845-EEAE-7D9D59DBCB4C}"/>
              </a:ext>
            </a:extLst>
          </p:cNvPr>
          <p:cNvGrpSpPr/>
          <p:nvPr/>
        </p:nvGrpSpPr>
        <p:grpSpPr>
          <a:xfrm>
            <a:off x="7614547" y="2579703"/>
            <a:ext cx="675185" cy="542252"/>
            <a:chOff x="990195" y="3717764"/>
            <a:chExt cx="675185" cy="542252"/>
          </a:xfrm>
        </p:grpSpPr>
        <p:grpSp>
          <p:nvGrpSpPr>
            <p:cNvPr id="226" name="Graphic 4">
              <a:extLst>
                <a:ext uri="{FF2B5EF4-FFF2-40B4-BE49-F238E27FC236}">
                  <a16:creationId xmlns:a16="http://schemas.microsoft.com/office/drawing/2014/main" id="{21AAC75C-69E3-6363-5A12-A42C98E8A93A}"/>
                </a:ext>
              </a:extLst>
            </p:cNvPr>
            <p:cNvGrpSpPr/>
            <p:nvPr/>
          </p:nvGrpSpPr>
          <p:grpSpPr>
            <a:xfrm>
              <a:off x="1206366" y="3717764"/>
              <a:ext cx="385009" cy="365715"/>
              <a:chOff x="1206366" y="3717764"/>
              <a:chExt cx="385009" cy="365715"/>
            </a:xfrm>
          </p:grpSpPr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691A9C9D-9756-6237-FBEE-F0D4195828DC}"/>
                  </a:ext>
                </a:extLst>
              </p:cNvPr>
              <p:cNvSpPr/>
              <p:nvPr/>
            </p:nvSpPr>
            <p:spPr>
              <a:xfrm>
                <a:off x="1407720" y="3986546"/>
                <a:ext cx="91164" cy="91266"/>
              </a:xfrm>
              <a:custGeom>
                <a:avLst/>
                <a:gdLst>
                  <a:gd name="connsiteX0" fmla="*/ 48967 w 91164"/>
                  <a:gd name="connsiteY0" fmla="*/ 81481 h 91266"/>
                  <a:gd name="connsiteX1" fmla="*/ 45219 w 91164"/>
                  <a:gd name="connsiteY1" fmla="*/ 81481 h 91266"/>
                  <a:gd name="connsiteX2" fmla="*/ 40548 w 91164"/>
                  <a:gd name="connsiteY2" fmla="*/ 81481 h 91266"/>
                  <a:gd name="connsiteX3" fmla="*/ 35151 w 91164"/>
                  <a:gd name="connsiteY3" fmla="*/ 91177 h 91266"/>
                  <a:gd name="connsiteX4" fmla="*/ 19225 w 91164"/>
                  <a:gd name="connsiteY4" fmla="*/ 84317 h 91266"/>
                  <a:gd name="connsiteX5" fmla="*/ 22517 w 91164"/>
                  <a:gd name="connsiteY5" fmla="*/ 73710 h 91266"/>
                  <a:gd name="connsiteX6" fmla="*/ 16658 w 91164"/>
                  <a:gd name="connsiteY6" fmla="*/ 67762 h 91266"/>
                  <a:gd name="connsiteX7" fmla="*/ 6045 w 91164"/>
                  <a:gd name="connsiteY7" fmla="*/ 70784 h 91266"/>
                  <a:gd name="connsiteX8" fmla="*/ 0 w 91164"/>
                  <a:gd name="connsiteY8" fmla="*/ 54415 h 91266"/>
                  <a:gd name="connsiteX9" fmla="*/ 9157 w 91164"/>
                  <a:gd name="connsiteY9" fmla="*/ 49288 h 91266"/>
                  <a:gd name="connsiteX10" fmla="*/ 9157 w 91164"/>
                  <a:gd name="connsiteY10" fmla="*/ 40965 h 91266"/>
                  <a:gd name="connsiteX11" fmla="*/ 0 w 91164"/>
                  <a:gd name="connsiteY11" fmla="*/ 35575 h 91266"/>
                  <a:gd name="connsiteX12" fmla="*/ 6866 w 91164"/>
                  <a:gd name="connsiteY12" fmla="*/ 19571 h 91266"/>
                  <a:gd name="connsiteX13" fmla="*/ 17576 w 91164"/>
                  <a:gd name="connsiteY13" fmla="*/ 22953 h 91266"/>
                  <a:gd name="connsiteX14" fmla="*/ 23524 w 91164"/>
                  <a:gd name="connsiteY14" fmla="*/ 17101 h 91266"/>
                  <a:gd name="connsiteX15" fmla="*/ 20412 w 91164"/>
                  <a:gd name="connsiteY15" fmla="*/ 6398 h 91266"/>
                  <a:gd name="connsiteX16" fmla="*/ 36615 w 91164"/>
                  <a:gd name="connsiteY16" fmla="*/ 0 h 91266"/>
                  <a:gd name="connsiteX17" fmla="*/ 41742 w 91164"/>
                  <a:gd name="connsiteY17" fmla="*/ 9786 h 91266"/>
                  <a:gd name="connsiteX18" fmla="*/ 45309 w 91164"/>
                  <a:gd name="connsiteY18" fmla="*/ 9786 h 91266"/>
                  <a:gd name="connsiteX19" fmla="*/ 50071 w 91164"/>
                  <a:gd name="connsiteY19" fmla="*/ 9786 h 91266"/>
                  <a:gd name="connsiteX20" fmla="*/ 55557 w 91164"/>
                  <a:gd name="connsiteY20" fmla="*/ 90 h 91266"/>
                  <a:gd name="connsiteX21" fmla="*/ 71484 w 91164"/>
                  <a:gd name="connsiteY21" fmla="*/ 6949 h 91266"/>
                  <a:gd name="connsiteX22" fmla="*/ 68192 w 91164"/>
                  <a:gd name="connsiteY22" fmla="*/ 17556 h 91266"/>
                  <a:gd name="connsiteX23" fmla="*/ 73954 w 91164"/>
                  <a:gd name="connsiteY23" fmla="*/ 23498 h 91266"/>
                  <a:gd name="connsiteX24" fmla="*/ 84664 w 91164"/>
                  <a:gd name="connsiteY24" fmla="*/ 20482 h 91266"/>
                  <a:gd name="connsiteX25" fmla="*/ 91164 w 91164"/>
                  <a:gd name="connsiteY25" fmla="*/ 36672 h 91266"/>
                  <a:gd name="connsiteX26" fmla="*/ 81096 w 91164"/>
                  <a:gd name="connsiteY26" fmla="*/ 42159 h 91266"/>
                  <a:gd name="connsiteX27" fmla="*/ 81096 w 91164"/>
                  <a:gd name="connsiteY27" fmla="*/ 50481 h 91266"/>
                  <a:gd name="connsiteX28" fmla="*/ 90798 w 91164"/>
                  <a:gd name="connsiteY28" fmla="*/ 55878 h 91266"/>
                  <a:gd name="connsiteX29" fmla="*/ 83932 w 91164"/>
                  <a:gd name="connsiteY29" fmla="*/ 71881 h 91266"/>
                  <a:gd name="connsiteX30" fmla="*/ 73223 w 91164"/>
                  <a:gd name="connsiteY30" fmla="*/ 68314 h 91266"/>
                  <a:gd name="connsiteX31" fmla="*/ 67184 w 91164"/>
                  <a:gd name="connsiteY31" fmla="*/ 74166 h 91266"/>
                  <a:gd name="connsiteX32" fmla="*/ 70297 w 91164"/>
                  <a:gd name="connsiteY32" fmla="*/ 84863 h 91266"/>
                  <a:gd name="connsiteX33" fmla="*/ 54094 w 91164"/>
                  <a:gd name="connsiteY33" fmla="*/ 91267 h 91266"/>
                  <a:gd name="connsiteX34" fmla="*/ 48967 w 91164"/>
                  <a:gd name="connsiteY34" fmla="*/ 81481 h 91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1164" h="91266">
                    <a:moveTo>
                      <a:pt x="48967" y="81481"/>
                    </a:moveTo>
                    <a:lnTo>
                      <a:pt x="45219" y="81481"/>
                    </a:lnTo>
                    <a:cubicBezTo>
                      <a:pt x="43667" y="81616"/>
                      <a:pt x="42101" y="81616"/>
                      <a:pt x="40548" y="81481"/>
                    </a:cubicBezTo>
                    <a:lnTo>
                      <a:pt x="35151" y="91177"/>
                    </a:lnTo>
                    <a:lnTo>
                      <a:pt x="19225" y="84317"/>
                    </a:lnTo>
                    <a:lnTo>
                      <a:pt x="22517" y="73710"/>
                    </a:lnTo>
                    <a:cubicBezTo>
                      <a:pt x="20341" y="71958"/>
                      <a:pt x="18378" y="69963"/>
                      <a:pt x="16658" y="67762"/>
                    </a:cubicBezTo>
                    <a:lnTo>
                      <a:pt x="6045" y="70784"/>
                    </a:lnTo>
                    <a:lnTo>
                      <a:pt x="0" y="54415"/>
                    </a:lnTo>
                    <a:lnTo>
                      <a:pt x="9157" y="49288"/>
                    </a:lnTo>
                    <a:cubicBezTo>
                      <a:pt x="8836" y="46529"/>
                      <a:pt x="8836" y="43731"/>
                      <a:pt x="9157" y="40965"/>
                    </a:cubicBezTo>
                    <a:lnTo>
                      <a:pt x="0" y="35575"/>
                    </a:lnTo>
                    <a:lnTo>
                      <a:pt x="6866" y="19571"/>
                    </a:lnTo>
                    <a:lnTo>
                      <a:pt x="17576" y="22953"/>
                    </a:lnTo>
                    <a:cubicBezTo>
                      <a:pt x="19328" y="20778"/>
                      <a:pt x="21323" y="18814"/>
                      <a:pt x="23524" y="17101"/>
                    </a:cubicBezTo>
                    <a:lnTo>
                      <a:pt x="20412" y="6398"/>
                    </a:lnTo>
                    <a:lnTo>
                      <a:pt x="36615" y="0"/>
                    </a:lnTo>
                    <a:lnTo>
                      <a:pt x="41742" y="9786"/>
                    </a:lnTo>
                    <a:lnTo>
                      <a:pt x="45309" y="9786"/>
                    </a:lnTo>
                    <a:cubicBezTo>
                      <a:pt x="46894" y="9644"/>
                      <a:pt x="48486" y="9644"/>
                      <a:pt x="50071" y="9786"/>
                    </a:cubicBezTo>
                    <a:lnTo>
                      <a:pt x="55557" y="90"/>
                    </a:lnTo>
                    <a:lnTo>
                      <a:pt x="71484" y="6949"/>
                    </a:lnTo>
                    <a:lnTo>
                      <a:pt x="68192" y="17556"/>
                    </a:lnTo>
                    <a:cubicBezTo>
                      <a:pt x="70361" y="19283"/>
                      <a:pt x="72299" y="21278"/>
                      <a:pt x="73954" y="23498"/>
                    </a:cubicBezTo>
                    <a:lnTo>
                      <a:pt x="84664" y="20482"/>
                    </a:lnTo>
                    <a:lnTo>
                      <a:pt x="91164" y="36672"/>
                    </a:lnTo>
                    <a:lnTo>
                      <a:pt x="81096" y="42159"/>
                    </a:lnTo>
                    <a:cubicBezTo>
                      <a:pt x="81410" y="44924"/>
                      <a:pt x="81410" y="47716"/>
                      <a:pt x="81096" y="50481"/>
                    </a:cubicBezTo>
                    <a:lnTo>
                      <a:pt x="90798" y="55878"/>
                    </a:lnTo>
                    <a:lnTo>
                      <a:pt x="83932" y="71881"/>
                    </a:lnTo>
                    <a:lnTo>
                      <a:pt x="73223" y="68314"/>
                    </a:lnTo>
                    <a:cubicBezTo>
                      <a:pt x="71445" y="70489"/>
                      <a:pt x="69417" y="72452"/>
                      <a:pt x="67184" y="74166"/>
                    </a:cubicBezTo>
                    <a:lnTo>
                      <a:pt x="70297" y="84863"/>
                    </a:lnTo>
                    <a:lnTo>
                      <a:pt x="54094" y="91267"/>
                    </a:lnTo>
                    <a:lnTo>
                      <a:pt x="48967" y="81481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447A05C1-97C6-E756-1A42-1916F0362E66}"/>
                  </a:ext>
                </a:extLst>
              </p:cNvPr>
              <p:cNvSpPr/>
              <p:nvPr/>
            </p:nvSpPr>
            <p:spPr>
              <a:xfrm>
                <a:off x="1401861" y="3980778"/>
                <a:ext cx="102329" cy="102701"/>
              </a:xfrm>
              <a:custGeom>
                <a:avLst/>
                <a:gdLst>
                  <a:gd name="connsiteX0" fmla="*/ 40182 w 102329"/>
                  <a:gd name="connsiteY0" fmla="*/ 11339 h 102701"/>
                  <a:gd name="connsiteX1" fmla="*/ 41921 w 102329"/>
                  <a:gd name="connsiteY1" fmla="*/ 14637 h 102701"/>
                  <a:gd name="connsiteX2" fmla="*/ 44937 w 102329"/>
                  <a:gd name="connsiteY2" fmla="*/ 20393 h 102701"/>
                  <a:gd name="connsiteX3" fmla="*/ 46772 w 102329"/>
                  <a:gd name="connsiteY3" fmla="*/ 20393 h 102701"/>
                  <a:gd name="connsiteX4" fmla="*/ 50982 w 102329"/>
                  <a:gd name="connsiteY4" fmla="*/ 20393 h 102701"/>
                  <a:gd name="connsiteX5" fmla="*/ 58214 w 102329"/>
                  <a:gd name="connsiteY5" fmla="*/ 21220 h 102701"/>
                  <a:gd name="connsiteX6" fmla="*/ 63155 w 102329"/>
                  <a:gd name="connsiteY6" fmla="*/ 12070 h 102701"/>
                  <a:gd name="connsiteX7" fmla="*/ 71573 w 102329"/>
                  <a:gd name="connsiteY7" fmla="*/ 15734 h 102701"/>
                  <a:gd name="connsiteX8" fmla="*/ 68461 w 102329"/>
                  <a:gd name="connsiteY8" fmla="*/ 25520 h 102701"/>
                  <a:gd name="connsiteX9" fmla="*/ 77612 w 102329"/>
                  <a:gd name="connsiteY9" fmla="*/ 34664 h 102701"/>
                  <a:gd name="connsiteX10" fmla="*/ 87500 w 102329"/>
                  <a:gd name="connsiteY10" fmla="*/ 31827 h 102701"/>
                  <a:gd name="connsiteX11" fmla="*/ 90888 w 102329"/>
                  <a:gd name="connsiteY11" fmla="*/ 40330 h 102701"/>
                  <a:gd name="connsiteX12" fmla="*/ 81731 w 102329"/>
                  <a:gd name="connsiteY12" fmla="*/ 45085 h 102701"/>
                  <a:gd name="connsiteX13" fmla="*/ 81731 w 102329"/>
                  <a:gd name="connsiteY13" fmla="*/ 47010 h 102701"/>
                  <a:gd name="connsiteX14" fmla="*/ 81186 w 102329"/>
                  <a:gd name="connsiteY14" fmla="*/ 58348 h 102701"/>
                  <a:gd name="connsiteX15" fmla="*/ 90336 w 102329"/>
                  <a:gd name="connsiteY15" fmla="*/ 63379 h 102701"/>
                  <a:gd name="connsiteX16" fmla="*/ 86769 w 102329"/>
                  <a:gd name="connsiteY16" fmla="*/ 71792 h 102701"/>
                  <a:gd name="connsiteX17" fmla="*/ 76880 w 102329"/>
                  <a:gd name="connsiteY17" fmla="*/ 68679 h 102701"/>
                  <a:gd name="connsiteX18" fmla="*/ 75873 w 102329"/>
                  <a:gd name="connsiteY18" fmla="*/ 70239 h 102701"/>
                  <a:gd name="connsiteX19" fmla="*/ 67454 w 102329"/>
                  <a:gd name="connsiteY19" fmla="*/ 77920 h 102701"/>
                  <a:gd name="connsiteX20" fmla="*/ 70200 w 102329"/>
                  <a:gd name="connsiteY20" fmla="*/ 87795 h 102701"/>
                  <a:gd name="connsiteX21" fmla="*/ 61692 w 102329"/>
                  <a:gd name="connsiteY21" fmla="*/ 91177 h 102701"/>
                  <a:gd name="connsiteX22" fmla="*/ 56930 w 102329"/>
                  <a:gd name="connsiteY22" fmla="*/ 82033 h 102701"/>
                  <a:gd name="connsiteX23" fmla="*/ 55101 w 102329"/>
                  <a:gd name="connsiteY23" fmla="*/ 82033 h 102701"/>
                  <a:gd name="connsiteX24" fmla="*/ 50706 w 102329"/>
                  <a:gd name="connsiteY24" fmla="*/ 82033 h 102701"/>
                  <a:gd name="connsiteX25" fmla="*/ 43660 w 102329"/>
                  <a:gd name="connsiteY25" fmla="*/ 81211 h 102701"/>
                  <a:gd name="connsiteX26" fmla="*/ 38719 w 102329"/>
                  <a:gd name="connsiteY26" fmla="*/ 90356 h 102701"/>
                  <a:gd name="connsiteX27" fmla="*/ 30294 w 102329"/>
                  <a:gd name="connsiteY27" fmla="*/ 86788 h 102701"/>
                  <a:gd name="connsiteX28" fmla="*/ 33316 w 102329"/>
                  <a:gd name="connsiteY28" fmla="*/ 77554 h 102701"/>
                  <a:gd name="connsiteX29" fmla="*/ 31757 w 102329"/>
                  <a:gd name="connsiteY29" fmla="*/ 76457 h 102701"/>
                  <a:gd name="connsiteX30" fmla="*/ 24166 w 102329"/>
                  <a:gd name="connsiteY30" fmla="*/ 68044 h 102701"/>
                  <a:gd name="connsiteX31" fmla="*/ 15009 w 102329"/>
                  <a:gd name="connsiteY31" fmla="*/ 70784 h 102701"/>
                  <a:gd name="connsiteX32" fmla="*/ 11627 w 102329"/>
                  <a:gd name="connsiteY32" fmla="*/ 62372 h 102701"/>
                  <a:gd name="connsiteX33" fmla="*/ 20778 w 102329"/>
                  <a:gd name="connsiteY33" fmla="*/ 57617 h 102701"/>
                  <a:gd name="connsiteX34" fmla="*/ 20778 w 102329"/>
                  <a:gd name="connsiteY34" fmla="*/ 55698 h 102701"/>
                  <a:gd name="connsiteX35" fmla="*/ 21323 w 102329"/>
                  <a:gd name="connsiteY35" fmla="*/ 44353 h 102701"/>
                  <a:gd name="connsiteX36" fmla="*/ 12173 w 102329"/>
                  <a:gd name="connsiteY36" fmla="*/ 39329 h 102701"/>
                  <a:gd name="connsiteX37" fmla="*/ 15741 w 102329"/>
                  <a:gd name="connsiteY37" fmla="*/ 30910 h 102701"/>
                  <a:gd name="connsiteX38" fmla="*/ 25629 w 102329"/>
                  <a:gd name="connsiteY38" fmla="*/ 34022 h 102701"/>
                  <a:gd name="connsiteX39" fmla="*/ 34779 w 102329"/>
                  <a:gd name="connsiteY39" fmla="*/ 24878 h 102701"/>
                  <a:gd name="connsiteX40" fmla="*/ 33316 w 102329"/>
                  <a:gd name="connsiteY40" fmla="*/ 19392 h 102701"/>
                  <a:gd name="connsiteX41" fmla="*/ 32033 w 102329"/>
                  <a:gd name="connsiteY41" fmla="*/ 14906 h 102701"/>
                  <a:gd name="connsiteX42" fmla="*/ 33868 w 102329"/>
                  <a:gd name="connsiteY42" fmla="*/ 14175 h 102701"/>
                  <a:gd name="connsiteX43" fmla="*/ 38899 w 102329"/>
                  <a:gd name="connsiteY43" fmla="*/ 12166 h 102701"/>
                  <a:gd name="connsiteX44" fmla="*/ 40548 w 102329"/>
                  <a:gd name="connsiteY44" fmla="*/ 11525 h 102701"/>
                  <a:gd name="connsiteX45" fmla="*/ 40182 w 102329"/>
                  <a:gd name="connsiteY45" fmla="*/ 11339 h 102701"/>
                  <a:gd name="connsiteX46" fmla="*/ 44847 w 102329"/>
                  <a:gd name="connsiteY46" fmla="*/ 0 h 102701"/>
                  <a:gd name="connsiteX47" fmla="*/ 37160 w 102329"/>
                  <a:gd name="connsiteY47" fmla="*/ 3022 h 102701"/>
                  <a:gd name="connsiteX48" fmla="*/ 35511 w 102329"/>
                  <a:gd name="connsiteY48" fmla="*/ 3657 h 102701"/>
                  <a:gd name="connsiteX49" fmla="*/ 30480 w 102329"/>
                  <a:gd name="connsiteY49" fmla="*/ 5672 h 102701"/>
                  <a:gd name="connsiteX50" fmla="*/ 28651 w 102329"/>
                  <a:gd name="connsiteY50" fmla="*/ 6404 h 102701"/>
                  <a:gd name="connsiteX51" fmla="*/ 20957 w 102329"/>
                  <a:gd name="connsiteY51" fmla="*/ 9420 h 102701"/>
                  <a:gd name="connsiteX52" fmla="*/ 23248 w 102329"/>
                  <a:gd name="connsiteY52" fmla="*/ 17377 h 102701"/>
                  <a:gd name="connsiteX53" fmla="*/ 24345 w 102329"/>
                  <a:gd name="connsiteY53" fmla="*/ 21220 h 102701"/>
                  <a:gd name="connsiteX54" fmla="*/ 22151 w 102329"/>
                  <a:gd name="connsiteY54" fmla="*/ 23415 h 102701"/>
                  <a:gd name="connsiteX55" fmla="*/ 18217 w 102329"/>
                  <a:gd name="connsiteY55" fmla="*/ 22221 h 102701"/>
                  <a:gd name="connsiteX56" fmla="*/ 10344 w 102329"/>
                  <a:gd name="connsiteY56" fmla="*/ 19757 h 102701"/>
                  <a:gd name="connsiteX57" fmla="*/ 7142 w 102329"/>
                  <a:gd name="connsiteY57" fmla="*/ 27349 h 102701"/>
                  <a:gd name="connsiteX58" fmla="*/ 3478 w 102329"/>
                  <a:gd name="connsiteY58" fmla="*/ 35665 h 102701"/>
                  <a:gd name="connsiteX59" fmla="*/ 186 w 102329"/>
                  <a:gd name="connsiteY59" fmla="*/ 43256 h 102701"/>
                  <a:gd name="connsiteX60" fmla="*/ 7411 w 102329"/>
                  <a:gd name="connsiteY60" fmla="*/ 47279 h 102701"/>
                  <a:gd name="connsiteX61" fmla="*/ 10889 w 102329"/>
                  <a:gd name="connsiteY61" fmla="*/ 49294 h 102701"/>
                  <a:gd name="connsiteX62" fmla="*/ 10889 w 102329"/>
                  <a:gd name="connsiteY62" fmla="*/ 52406 h 102701"/>
                  <a:gd name="connsiteX63" fmla="*/ 7322 w 102329"/>
                  <a:gd name="connsiteY63" fmla="*/ 54235 h 102701"/>
                  <a:gd name="connsiteX64" fmla="*/ 0 w 102329"/>
                  <a:gd name="connsiteY64" fmla="*/ 58072 h 102701"/>
                  <a:gd name="connsiteX65" fmla="*/ 3112 w 102329"/>
                  <a:gd name="connsiteY65" fmla="*/ 65753 h 102701"/>
                  <a:gd name="connsiteX66" fmla="*/ 6410 w 102329"/>
                  <a:gd name="connsiteY66" fmla="*/ 74262 h 102701"/>
                  <a:gd name="connsiteX67" fmla="*/ 9516 w 102329"/>
                  <a:gd name="connsiteY67" fmla="*/ 81853 h 102701"/>
                  <a:gd name="connsiteX68" fmla="*/ 17479 w 102329"/>
                  <a:gd name="connsiteY68" fmla="*/ 79659 h 102701"/>
                  <a:gd name="connsiteX69" fmla="*/ 21323 w 102329"/>
                  <a:gd name="connsiteY69" fmla="*/ 78561 h 102701"/>
                  <a:gd name="connsiteX70" fmla="*/ 23524 w 102329"/>
                  <a:gd name="connsiteY70" fmla="*/ 80756 h 102701"/>
                  <a:gd name="connsiteX71" fmla="*/ 22241 w 102329"/>
                  <a:gd name="connsiteY71" fmla="*/ 84593 h 102701"/>
                  <a:gd name="connsiteX72" fmla="*/ 19770 w 102329"/>
                  <a:gd name="connsiteY72" fmla="*/ 92460 h 102701"/>
                  <a:gd name="connsiteX73" fmla="*/ 27368 w 102329"/>
                  <a:gd name="connsiteY73" fmla="*/ 95752 h 102701"/>
                  <a:gd name="connsiteX74" fmla="*/ 35787 w 102329"/>
                  <a:gd name="connsiteY74" fmla="*/ 99320 h 102701"/>
                  <a:gd name="connsiteX75" fmla="*/ 43384 w 102329"/>
                  <a:gd name="connsiteY75" fmla="*/ 102612 h 102701"/>
                  <a:gd name="connsiteX76" fmla="*/ 47414 w 102329"/>
                  <a:gd name="connsiteY76" fmla="*/ 95386 h 102701"/>
                  <a:gd name="connsiteX77" fmla="*/ 49333 w 102329"/>
                  <a:gd name="connsiteY77" fmla="*/ 91908 h 102701"/>
                  <a:gd name="connsiteX78" fmla="*/ 52445 w 102329"/>
                  <a:gd name="connsiteY78" fmla="*/ 91908 h 102701"/>
                  <a:gd name="connsiteX79" fmla="*/ 54370 w 102329"/>
                  <a:gd name="connsiteY79" fmla="*/ 95386 h 102701"/>
                  <a:gd name="connsiteX80" fmla="*/ 58117 w 102329"/>
                  <a:gd name="connsiteY80" fmla="*/ 102701 h 102701"/>
                  <a:gd name="connsiteX81" fmla="*/ 65805 w 102329"/>
                  <a:gd name="connsiteY81" fmla="*/ 99685 h 102701"/>
                  <a:gd name="connsiteX82" fmla="*/ 74320 w 102329"/>
                  <a:gd name="connsiteY82" fmla="*/ 96297 h 102701"/>
                  <a:gd name="connsiteX83" fmla="*/ 82007 w 102329"/>
                  <a:gd name="connsiteY83" fmla="*/ 93282 h 102701"/>
                  <a:gd name="connsiteX84" fmla="*/ 79081 w 102329"/>
                  <a:gd name="connsiteY84" fmla="*/ 85414 h 102701"/>
                  <a:gd name="connsiteX85" fmla="*/ 77984 w 102329"/>
                  <a:gd name="connsiteY85" fmla="*/ 81577 h 102701"/>
                  <a:gd name="connsiteX86" fmla="*/ 80268 w 102329"/>
                  <a:gd name="connsiteY86" fmla="*/ 79383 h 102701"/>
                  <a:gd name="connsiteX87" fmla="*/ 84112 w 102329"/>
                  <a:gd name="connsiteY87" fmla="*/ 80570 h 102701"/>
                  <a:gd name="connsiteX88" fmla="*/ 91985 w 102329"/>
                  <a:gd name="connsiteY88" fmla="*/ 83040 h 102701"/>
                  <a:gd name="connsiteX89" fmla="*/ 95187 w 102329"/>
                  <a:gd name="connsiteY89" fmla="*/ 75449 h 102701"/>
                  <a:gd name="connsiteX90" fmla="*/ 98851 w 102329"/>
                  <a:gd name="connsiteY90" fmla="*/ 67037 h 102701"/>
                  <a:gd name="connsiteX91" fmla="*/ 102143 w 102329"/>
                  <a:gd name="connsiteY91" fmla="*/ 59535 h 102701"/>
                  <a:gd name="connsiteX92" fmla="*/ 94912 w 102329"/>
                  <a:gd name="connsiteY92" fmla="*/ 55512 h 102701"/>
                  <a:gd name="connsiteX93" fmla="*/ 91434 w 102329"/>
                  <a:gd name="connsiteY93" fmla="*/ 53504 h 102701"/>
                  <a:gd name="connsiteX94" fmla="*/ 91434 w 102329"/>
                  <a:gd name="connsiteY94" fmla="*/ 50391 h 102701"/>
                  <a:gd name="connsiteX95" fmla="*/ 95008 w 102329"/>
                  <a:gd name="connsiteY95" fmla="*/ 48563 h 102701"/>
                  <a:gd name="connsiteX96" fmla="*/ 102329 w 102329"/>
                  <a:gd name="connsiteY96" fmla="*/ 44719 h 102701"/>
                  <a:gd name="connsiteX97" fmla="*/ 99217 w 102329"/>
                  <a:gd name="connsiteY97" fmla="*/ 37038 h 102701"/>
                  <a:gd name="connsiteX98" fmla="*/ 95919 w 102329"/>
                  <a:gd name="connsiteY98" fmla="*/ 28536 h 102701"/>
                  <a:gd name="connsiteX99" fmla="*/ 93083 w 102329"/>
                  <a:gd name="connsiteY99" fmla="*/ 20489 h 102701"/>
                  <a:gd name="connsiteX100" fmla="*/ 85119 w 102329"/>
                  <a:gd name="connsiteY100" fmla="*/ 22773 h 102701"/>
                  <a:gd name="connsiteX101" fmla="*/ 81276 w 102329"/>
                  <a:gd name="connsiteY101" fmla="*/ 23871 h 102701"/>
                  <a:gd name="connsiteX102" fmla="*/ 79081 w 102329"/>
                  <a:gd name="connsiteY102" fmla="*/ 22042 h 102701"/>
                  <a:gd name="connsiteX103" fmla="*/ 80358 w 102329"/>
                  <a:gd name="connsiteY103" fmla="*/ 18198 h 102701"/>
                  <a:gd name="connsiteX104" fmla="*/ 82829 w 102329"/>
                  <a:gd name="connsiteY104" fmla="*/ 10337 h 102701"/>
                  <a:gd name="connsiteX105" fmla="*/ 75237 w 102329"/>
                  <a:gd name="connsiteY105" fmla="*/ 7046 h 102701"/>
                  <a:gd name="connsiteX106" fmla="*/ 66812 w 102329"/>
                  <a:gd name="connsiteY106" fmla="*/ 3478 h 102701"/>
                  <a:gd name="connsiteX107" fmla="*/ 59221 w 102329"/>
                  <a:gd name="connsiteY107" fmla="*/ 186 h 102701"/>
                  <a:gd name="connsiteX108" fmla="*/ 55191 w 102329"/>
                  <a:gd name="connsiteY108" fmla="*/ 7411 h 102701"/>
                  <a:gd name="connsiteX109" fmla="*/ 53266 w 102329"/>
                  <a:gd name="connsiteY109" fmla="*/ 10883 h 102701"/>
                  <a:gd name="connsiteX110" fmla="*/ 50154 w 102329"/>
                  <a:gd name="connsiteY110" fmla="*/ 10883 h 102701"/>
                  <a:gd name="connsiteX111" fmla="*/ 48415 w 102329"/>
                  <a:gd name="connsiteY111" fmla="*/ 7591 h 102701"/>
                  <a:gd name="connsiteX112" fmla="*/ 44668 w 102329"/>
                  <a:gd name="connsiteY112" fmla="*/ 276 h 102701"/>
                  <a:gd name="connsiteX113" fmla="*/ 44847 w 102329"/>
                  <a:gd name="connsiteY113" fmla="*/ 0 h 102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</a:cxnLst>
                <a:rect l="l" t="t" r="r" b="b"/>
                <a:pathLst>
                  <a:path w="102329" h="102701">
                    <a:moveTo>
                      <a:pt x="40182" y="11339"/>
                    </a:moveTo>
                    <a:lnTo>
                      <a:pt x="41921" y="14637"/>
                    </a:lnTo>
                    <a:lnTo>
                      <a:pt x="44937" y="20393"/>
                    </a:lnTo>
                    <a:lnTo>
                      <a:pt x="46772" y="20393"/>
                    </a:lnTo>
                    <a:lnTo>
                      <a:pt x="50982" y="20393"/>
                    </a:lnTo>
                    <a:cubicBezTo>
                      <a:pt x="53414" y="20393"/>
                      <a:pt x="55839" y="20669"/>
                      <a:pt x="58214" y="21220"/>
                    </a:cubicBezTo>
                    <a:lnTo>
                      <a:pt x="63155" y="12070"/>
                    </a:lnTo>
                    <a:lnTo>
                      <a:pt x="71573" y="15734"/>
                    </a:lnTo>
                    <a:lnTo>
                      <a:pt x="68461" y="25520"/>
                    </a:lnTo>
                    <a:cubicBezTo>
                      <a:pt x="72125" y="27881"/>
                      <a:pt x="75244" y="31000"/>
                      <a:pt x="77612" y="34664"/>
                    </a:cubicBezTo>
                    <a:lnTo>
                      <a:pt x="87500" y="31827"/>
                    </a:lnTo>
                    <a:lnTo>
                      <a:pt x="90888" y="40330"/>
                    </a:lnTo>
                    <a:lnTo>
                      <a:pt x="81731" y="45085"/>
                    </a:lnTo>
                    <a:cubicBezTo>
                      <a:pt x="81731" y="45726"/>
                      <a:pt x="81731" y="46368"/>
                      <a:pt x="81731" y="47010"/>
                    </a:cubicBezTo>
                    <a:cubicBezTo>
                      <a:pt x="82283" y="50789"/>
                      <a:pt x="82097" y="54639"/>
                      <a:pt x="81186" y="58348"/>
                    </a:cubicBezTo>
                    <a:lnTo>
                      <a:pt x="90336" y="63379"/>
                    </a:lnTo>
                    <a:lnTo>
                      <a:pt x="86769" y="71792"/>
                    </a:lnTo>
                    <a:lnTo>
                      <a:pt x="76880" y="68679"/>
                    </a:lnTo>
                    <a:cubicBezTo>
                      <a:pt x="76598" y="69231"/>
                      <a:pt x="76264" y="69751"/>
                      <a:pt x="75873" y="70239"/>
                    </a:cubicBezTo>
                    <a:cubicBezTo>
                      <a:pt x="73550" y="73280"/>
                      <a:pt x="70701" y="75886"/>
                      <a:pt x="67454" y="77920"/>
                    </a:cubicBezTo>
                    <a:lnTo>
                      <a:pt x="70200" y="87795"/>
                    </a:lnTo>
                    <a:lnTo>
                      <a:pt x="61692" y="91177"/>
                    </a:lnTo>
                    <a:lnTo>
                      <a:pt x="56930" y="82033"/>
                    </a:lnTo>
                    <a:lnTo>
                      <a:pt x="55101" y="82033"/>
                    </a:lnTo>
                    <a:cubicBezTo>
                      <a:pt x="53638" y="82168"/>
                      <a:pt x="52169" y="82168"/>
                      <a:pt x="50706" y="82033"/>
                    </a:cubicBezTo>
                    <a:cubicBezTo>
                      <a:pt x="48332" y="82033"/>
                      <a:pt x="45970" y="81757"/>
                      <a:pt x="43660" y="81211"/>
                    </a:cubicBezTo>
                    <a:lnTo>
                      <a:pt x="38719" y="90356"/>
                    </a:lnTo>
                    <a:lnTo>
                      <a:pt x="30294" y="86788"/>
                    </a:lnTo>
                    <a:lnTo>
                      <a:pt x="33316" y="77554"/>
                    </a:lnTo>
                    <a:lnTo>
                      <a:pt x="31757" y="76457"/>
                    </a:lnTo>
                    <a:cubicBezTo>
                      <a:pt x="28747" y="74127"/>
                      <a:pt x="26174" y="71278"/>
                      <a:pt x="24166" y="68044"/>
                    </a:cubicBezTo>
                    <a:lnTo>
                      <a:pt x="15009" y="70784"/>
                    </a:lnTo>
                    <a:lnTo>
                      <a:pt x="11627" y="62372"/>
                    </a:lnTo>
                    <a:lnTo>
                      <a:pt x="20778" y="57617"/>
                    </a:lnTo>
                    <a:cubicBezTo>
                      <a:pt x="20778" y="56975"/>
                      <a:pt x="20778" y="56333"/>
                      <a:pt x="20778" y="55698"/>
                    </a:cubicBezTo>
                    <a:cubicBezTo>
                      <a:pt x="20264" y="51912"/>
                      <a:pt x="20450" y="48069"/>
                      <a:pt x="21323" y="44353"/>
                    </a:cubicBezTo>
                    <a:lnTo>
                      <a:pt x="12173" y="39329"/>
                    </a:lnTo>
                    <a:lnTo>
                      <a:pt x="15741" y="30910"/>
                    </a:lnTo>
                    <a:lnTo>
                      <a:pt x="25629" y="34022"/>
                    </a:lnTo>
                    <a:cubicBezTo>
                      <a:pt x="28009" y="30371"/>
                      <a:pt x="31128" y="27252"/>
                      <a:pt x="34779" y="24878"/>
                    </a:cubicBezTo>
                    <a:lnTo>
                      <a:pt x="33316" y="19392"/>
                    </a:lnTo>
                    <a:lnTo>
                      <a:pt x="32033" y="14906"/>
                    </a:lnTo>
                    <a:lnTo>
                      <a:pt x="33868" y="14175"/>
                    </a:lnTo>
                    <a:lnTo>
                      <a:pt x="38899" y="12166"/>
                    </a:lnTo>
                    <a:lnTo>
                      <a:pt x="40548" y="11525"/>
                    </a:lnTo>
                    <a:lnTo>
                      <a:pt x="40182" y="11339"/>
                    </a:lnTo>
                    <a:close/>
                    <a:moveTo>
                      <a:pt x="44847" y="0"/>
                    </a:moveTo>
                    <a:lnTo>
                      <a:pt x="37160" y="3022"/>
                    </a:lnTo>
                    <a:lnTo>
                      <a:pt x="35511" y="3657"/>
                    </a:lnTo>
                    <a:lnTo>
                      <a:pt x="30480" y="5672"/>
                    </a:lnTo>
                    <a:lnTo>
                      <a:pt x="28651" y="6404"/>
                    </a:lnTo>
                    <a:lnTo>
                      <a:pt x="20957" y="9420"/>
                    </a:lnTo>
                    <a:lnTo>
                      <a:pt x="23248" y="17377"/>
                    </a:lnTo>
                    <a:lnTo>
                      <a:pt x="24345" y="21220"/>
                    </a:lnTo>
                    <a:cubicBezTo>
                      <a:pt x="23569" y="21901"/>
                      <a:pt x="22837" y="22639"/>
                      <a:pt x="22151" y="23415"/>
                    </a:cubicBezTo>
                    <a:lnTo>
                      <a:pt x="18217" y="22221"/>
                    </a:lnTo>
                    <a:lnTo>
                      <a:pt x="10344" y="19757"/>
                    </a:lnTo>
                    <a:lnTo>
                      <a:pt x="7142" y="27349"/>
                    </a:lnTo>
                    <a:lnTo>
                      <a:pt x="3478" y="35665"/>
                    </a:lnTo>
                    <a:lnTo>
                      <a:pt x="186" y="43256"/>
                    </a:lnTo>
                    <a:lnTo>
                      <a:pt x="7411" y="47279"/>
                    </a:lnTo>
                    <a:lnTo>
                      <a:pt x="10889" y="49294"/>
                    </a:lnTo>
                    <a:lnTo>
                      <a:pt x="10889" y="52406"/>
                    </a:lnTo>
                    <a:lnTo>
                      <a:pt x="7322" y="54235"/>
                    </a:lnTo>
                    <a:lnTo>
                      <a:pt x="0" y="58072"/>
                    </a:lnTo>
                    <a:lnTo>
                      <a:pt x="3112" y="65753"/>
                    </a:lnTo>
                    <a:lnTo>
                      <a:pt x="6410" y="74262"/>
                    </a:lnTo>
                    <a:lnTo>
                      <a:pt x="9516" y="81853"/>
                    </a:lnTo>
                    <a:lnTo>
                      <a:pt x="17479" y="79659"/>
                    </a:lnTo>
                    <a:lnTo>
                      <a:pt x="21323" y="78561"/>
                    </a:lnTo>
                    <a:lnTo>
                      <a:pt x="23524" y="80756"/>
                    </a:lnTo>
                    <a:lnTo>
                      <a:pt x="22241" y="84593"/>
                    </a:lnTo>
                    <a:lnTo>
                      <a:pt x="19770" y="92460"/>
                    </a:lnTo>
                    <a:lnTo>
                      <a:pt x="27368" y="95752"/>
                    </a:lnTo>
                    <a:lnTo>
                      <a:pt x="35787" y="99320"/>
                    </a:lnTo>
                    <a:lnTo>
                      <a:pt x="43384" y="102612"/>
                    </a:lnTo>
                    <a:lnTo>
                      <a:pt x="47414" y="95386"/>
                    </a:lnTo>
                    <a:lnTo>
                      <a:pt x="49333" y="91908"/>
                    </a:lnTo>
                    <a:lnTo>
                      <a:pt x="52445" y="91908"/>
                    </a:lnTo>
                    <a:lnTo>
                      <a:pt x="54370" y="95386"/>
                    </a:lnTo>
                    <a:lnTo>
                      <a:pt x="58117" y="102701"/>
                    </a:lnTo>
                    <a:lnTo>
                      <a:pt x="65805" y="99685"/>
                    </a:lnTo>
                    <a:lnTo>
                      <a:pt x="74320" y="96297"/>
                    </a:lnTo>
                    <a:lnTo>
                      <a:pt x="82007" y="93282"/>
                    </a:lnTo>
                    <a:lnTo>
                      <a:pt x="79081" y="85414"/>
                    </a:lnTo>
                    <a:lnTo>
                      <a:pt x="77984" y="81577"/>
                    </a:lnTo>
                    <a:lnTo>
                      <a:pt x="80268" y="79383"/>
                    </a:lnTo>
                    <a:lnTo>
                      <a:pt x="84112" y="80570"/>
                    </a:lnTo>
                    <a:lnTo>
                      <a:pt x="91985" y="83040"/>
                    </a:lnTo>
                    <a:lnTo>
                      <a:pt x="95187" y="75449"/>
                    </a:lnTo>
                    <a:lnTo>
                      <a:pt x="98851" y="67037"/>
                    </a:lnTo>
                    <a:lnTo>
                      <a:pt x="102143" y="59535"/>
                    </a:lnTo>
                    <a:lnTo>
                      <a:pt x="94912" y="55512"/>
                    </a:lnTo>
                    <a:lnTo>
                      <a:pt x="91434" y="53504"/>
                    </a:lnTo>
                    <a:lnTo>
                      <a:pt x="91434" y="50391"/>
                    </a:lnTo>
                    <a:lnTo>
                      <a:pt x="95008" y="48563"/>
                    </a:lnTo>
                    <a:lnTo>
                      <a:pt x="102329" y="44719"/>
                    </a:lnTo>
                    <a:lnTo>
                      <a:pt x="99217" y="37038"/>
                    </a:lnTo>
                    <a:lnTo>
                      <a:pt x="95919" y="28536"/>
                    </a:lnTo>
                    <a:lnTo>
                      <a:pt x="93083" y="20489"/>
                    </a:lnTo>
                    <a:lnTo>
                      <a:pt x="85119" y="22773"/>
                    </a:lnTo>
                    <a:lnTo>
                      <a:pt x="81276" y="23871"/>
                    </a:lnTo>
                    <a:lnTo>
                      <a:pt x="79081" y="22042"/>
                    </a:lnTo>
                    <a:lnTo>
                      <a:pt x="80358" y="18198"/>
                    </a:lnTo>
                    <a:lnTo>
                      <a:pt x="82829" y="10337"/>
                    </a:lnTo>
                    <a:lnTo>
                      <a:pt x="75237" y="7046"/>
                    </a:lnTo>
                    <a:lnTo>
                      <a:pt x="66812" y="3478"/>
                    </a:lnTo>
                    <a:lnTo>
                      <a:pt x="59221" y="186"/>
                    </a:lnTo>
                    <a:lnTo>
                      <a:pt x="55191" y="7411"/>
                    </a:lnTo>
                    <a:lnTo>
                      <a:pt x="53266" y="10883"/>
                    </a:lnTo>
                    <a:lnTo>
                      <a:pt x="50154" y="10883"/>
                    </a:lnTo>
                    <a:lnTo>
                      <a:pt x="48415" y="7591"/>
                    </a:lnTo>
                    <a:lnTo>
                      <a:pt x="44668" y="276"/>
                    </a:lnTo>
                    <a:lnTo>
                      <a:pt x="448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BF1EB249-62B7-8EFE-DBF3-5F499569262A}"/>
                  </a:ext>
                </a:extLst>
              </p:cNvPr>
              <p:cNvSpPr/>
              <p:nvPr/>
            </p:nvSpPr>
            <p:spPr>
              <a:xfrm>
                <a:off x="1211307" y="3721703"/>
                <a:ext cx="375518" cy="315325"/>
              </a:xfrm>
              <a:custGeom>
                <a:avLst/>
                <a:gdLst>
                  <a:gd name="connsiteX0" fmla="*/ 74224 w 375518"/>
                  <a:gd name="connsiteY0" fmla="*/ 315324 h 315325"/>
                  <a:gd name="connsiteX1" fmla="*/ 66074 w 375518"/>
                  <a:gd name="connsiteY1" fmla="*/ 313810 h 315325"/>
                  <a:gd name="connsiteX2" fmla="*/ 59125 w 375518"/>
                  <a:gd name="connsiteY2" fmla="*/ 309286 h 315325"/>
                  <a:gd name="connsiteX3" fmla="*/ 52843 w 375518"/>
                  <a:gd name="connsiteY3" fmla="*/ 293924 h 315325"/>
                  <a:gd name="connsiteX4" fmla="*/ 59125 w 375518"/>
                  <a:gd name="connsiteY4" fmla="*/ 278562 h 315325"/>
                  <a:gd name="connsiteX5" fmla="*/ 66177 w 375518"/>
                  <a:gd name="connsiteY5" fmla="*/ 273673 h 315325"/>
                  <a:gd name="connsiteX6" fmla="*/ 74596 w 375518"/>
                  <a:gd name="connsiteY6" fmla="*/ 271978 h 315325"/>
                  <a:gd name="connsiteX7" fmla="*/ 76514 w 375518"/>
                  <a:gd name="connsiteY7" fmla="*/ 271978 h 315325"/>
                  <a:gd name="connsiteX8" fmla="*/ 81276 w 375518"/>
                  <a:gd name="connsiteY8" fmla="*/ 267127 h 315325"/>
                  <a:gd name="connsiteX9" fmla="*/ 124750 w 375518"/>
                  <a:gd name="connsiteY9" fmla="*/ 222684 h 315325"/>
                  <a:gd name="connsiteX10" fmla="*/ 120264 w 375518"/>
                  <a:gd name="connsiteY10" fmla="*/ 214451 h 315325"/>
                  <a:gd name="connsiteX11" fmla="*/ 118705 w 375518"/>
                  <a:gd name="connsiteY11" fmla="*/ 210980 h 315325"/>
                  <a:gd name="connsiteX12" fmla="*/ 95733 w 375518"/>
                  <a:gd name="connsiteY12" fmla="*/ 208509 h 315325"/>
                  <a:gd name="connsiteX13" fmla="*/ 95733 w 375518"/>
                  <a:gd name="connsiteY13" fmla="*/ 192506 h 315325"/>
                  <a:gd name="connsiteX14" fmla="*/ 0 w 375518"/>
                  <a:gd name="connsiteY14" fmla="*/ 192506 h 315325"/>
                  <a:gd name="connsiteX15" fmla="*/ 1007 w 375518"/>
                  <a:gd name="connsiteY15" fmla="*/ 178973 h 315325"/>
                  <a:gd name="connsiteX16" fmla="*/ 15959 w 375518"/>
                  <a:gd name="connsiteY16" fmla="*/ 136025 h 315325"/>
                  <a:gd name="connsiteX17" fmla="*/ 49974 w 375518"/>
                  <a:gd name="connsiteY17" fmla="*/ 105808 h 315325"/>
                  <a:gd name="connsiteX18" fmla="*/ 57302 w 375518"/>
                  <a:gd name="connsiteY18" fmla="*/ 99224 h 315325"/>
                  <a:gd name="connsiteX19" fmla="*/ 60954 w 375518"/>
                  <a:gd name="connsiteY19" fmla="*/ 90080 h 315325"/>
                  <a:gd name="connsiteX20" fmla="*/ 85023 w 375518"/>
                  <a:gd name="connsiteY20" fmla="*/ 49802 h 315325"/>
                  <a:gd name="connsiteX21" fmla="*/ 129235 w 375518"/>
                  <a:gd name="connsiteY21" fmla="*/ 34016 h 315325"/>
                  <a:gd name="connsiteX22" fmla="*/ 135639 w 375518"/>
                  <a:gd name="connsiteY22" fmla="*/ 34016 h 315325"/>
                  <a:gd name="connsiteX23" fmla="*/ 137840 w 375518"/>
                  <a:gd name="connsiteY23" fmla="*/ 34016 h 315325"/>
                  <a:gd name="connsiteX24" fmla="*/ 146221 w 375518"/>
                  <a:gd name="connsiteY24" fmla="*/ 32348 h 315325"/>
                  <a:gd name="connsiteX25" fmla="*/ 153215 w 375518"/>
                  <a:gd name="connsiteY25" fmla="*/ 27433 h 315325"/>
                  <a:gd name="connsiteX26" fmla="*/ 181622 w 375518"/>
                  <a:gd name="connsiteY26" fmla="*/ 7232 h 315325"/>
                  <a:gd name="connsiteX27" fmla="*/ 215728 w 375518"/>
                  <a:gd name="connsiteY27" fmla="*/ 1 h 315325"/>
                  <a:gd name="connsiteX28" fmla="*/ 260588 w 375518"/>
                  <a:gd name="connsiteY28" fmla="*/ 12655 h 315325"/>
                  <a:gd name="connsiteX29" fmla="*/ 291966 w 375518"/>
                  <a:gd name="connsiteY29" fmla="*/ 47094 h 315325"/>
                  <a:gd name="connsiteX30" fmla="*/ 298094 w 375518"/>
                  <a:gd name="connsiteY30" fmla="*/ 55436 h 315325"/>
                  <a:gd name="connsiteX31" fmla="*/ 307341 w 375518"/>
                  <a:gd name="connsiteY31" fmla="*/ 60081 h 315325"/>
                  <a:gd name="connsiteX32" fmla="*/ 343198 w 375518"/>
                  <a:gd name="connsiteY32" fmla="*/ 77471 h 315325"/>
                  <a:gd name="connsiteX33" fmla="*/ 367602 w 375518"/>
                  <a:gd name="connsiteY33" fmla="*/ 108959 h 315325"/>
                  <a:gd name="connsiteX34" fmla="*/ 375475 w 375518"/>
                  <a:gd name="connsiteY34" fmla="*/ 147999 h 315325"/>
                  <a:gd name="connsiteX35" fmla="*/ 365189 w 375518"/>
                  <a:gd name="connsiteY35" fmla="*/ 186468 h 315325"/>
                  <a:gd name="connsiteX36" fmla="*/ 361711 w 375518"/>
                  <a:gd name="connsiteY36" fmla="*/ 192961 h 315325"/>
                  <a:gd name="connsiteX37" fmla="*/ 281443 w 375518"/>
                  <a:gd name="connsiteY37" fmla="*/ 192961 h 315325"/>
                  <a:gd name="connsiteX38" fmla="*/ 281443 w 375518"/>
                  <a:gd name="connsiteY38" fmla="*/ 208965 h 315325"/>
                  <a:gd name="connsiteX39" fmla="*/ 262224 w 375518"/>
                  <a:gd name="connsiteY39" fmla="*/ 211160 h 315325"/>
                  <a:gd name="connsiteX40" fmla="*/ 274301 w 375518"/>
                  <a:gd name="connsiteY40" fmla="*/ 226252 h 315325"/>
                  <a:gd name="connsiteX41" fmla="*/ 234125 w 375518"/>
                  <a:gd name="connsiteY41" fmla="*/ 266492 h 315325"/>
                  <a:gd name="connsiteX42" fmla="*/ 218930 w 375518"/>
                  <a:gd name="connsiteY42" fmla="*/ 254326 h 315325"/>
                  <a:gd name="connsiteX43" fmla="*/ 216825 w 375518"/>
                  <a:gd name="connsiteY43" fmla="*/ 273621 h 315325"/>
                  <a:gd name="connsiteX44" fmla="*/ 159805 w 375518"/>
                  <a:gd name="connsiteY44" fmla="*/ 273621 h 315325"/>
                  <a:gd name="connsiteX45" fmla="*/ 157238 w 375518"/>
                  <a:gd name="connsiteY45" fmla="*/ 250668 h 315325"/>
                  <a:gd name="connsiteX46" fmla="*/ 152939 w 375518"/>
                  <a:gd name="connsiteY46" fmla="*/ 248563 h 315325"/>
                  <a:gd name="connsiteX47" fmla="*/ 150648 w 375518"/>
                  <a:gd name="connsiteY47" fmla="*/ 246921 h 315325"/>
                  <a:gd name="connsiteX48" fmla="*/ 143237 w 375518"/>
                  <a:gd name="connsiteY48" fmla="*/ 242435 h 315325"/>
                  <a:gd name="connsiteX49" fmla="*/ 100314 w 375518"/>
                  <a:gd name="connsiteY49" fmla="*/ 286243 h 315325"/>
                  <a:gd name="connsiteX50" fmla="*/ 95367 w 375518"/>
                  <a:gd name="connsiteY50" fmla="*/ 291274 h 315325"/>
                  <a:gd name="connsiteX51" fmla="*/ 94379 w 375518"/>
                  <a:gd name="connsiteY51" fmla="*/ 300655 h 315325"/>
                  <a:gd name="connsiteX52" fmla="*/ 89508 w 375518"/>
                  <a:gd name="connsiteY52" fmla="*/ 308741 h 315325"/>
                  <a:gd name="connsiteX53" fmla="*/ 82540 w 375518"/>
                  <a:gd name="connsiteY53" fmla="*/ 313592 h 315325"/>
                  <a:gd name="connsiteX54" fmla="*/ 74224 w 375518"/>
                  <a:gd name="connsiteY54" fmla="*/ 315324 h 31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75518" h="315325">
                    <a:moveTo>
                      <a:pt x="74224" y="315324"/>
                    </a:moveTo>
                    <a:cubicBezTo>
                      <a:pt x="71439" y="315356"/>
                      <a:pt x="68667" y="314843"/>
                      <a:pt x="66074" y="313810"/>
                    </a:cubicBezTo>
                    <a:cubicBezTo>
                      <a:pt x="63482" y="312770"/>
                      <a:pt x="61120" y="311237"/>
                      <a:pt x="59125" y="309286"/>
                    </a:cubicBezTo>
                    <a:cubicBezTo>
                      <a:pt x="55101" y="305186"/>
                      <a:pt x="52843" y="299667"/>
                      <a:pt x="52843" y="293924"/>
                    </a:cubicBezTo>
                    <a:cubicBezTo>
                      <a:pt x="52843" y="288181"/>
                      <a:pt x="55101" y="282663"/>
                      <a:pt x="59125" y="278562"/>
                    </a:cubicBezTo>
                    <a:cubicBezTo>
                      <a:pt x="61120" y="276470"/>
                      <a:pt x="63520" y="274808"/>
                      <a:pt x="66177" y="273673"/>
                    </a:cubicBezTo>
                    <a:cubicBezTo>
                      <a:pt x="68840" y="272543"/>
                      <a:pt x="71702" y="271966"/>
                      <a:pt x="74596" y="271978"/>
                    </a:cubicBezTo>
                    <a:lnTo>
                      <a:pt x="76514" y="271978"/>
                    </a:lnTo>
                    <a:lnTo>
                      <a:pt x="81276" y="267127"/>
                    </a:lnTo>
                    <a:cubicBezTo>
                      <a:pt x="90978" y="257252"/>
                      <a:pt x="110652" y="237404"/>
                      <a:pt x="124750" y="222684"/>
                    </a:cubicBezTo>
                    <a:cubicBezTo>
                      <a:pt x="122921" y="219572"/>
                      <a:pt x="121086" y="216280"/>
                      <a:pt x="120264" y="214451"/>
                    </a:cubicBezTo>
                    <a:cubicBezTo>
                      <a:pt x="119443" y="212623"/>
                      <a:pt x="119167" y="212167"/>
                      <a:pt x="118705" y="210980"/>
                    </a:cubicBezTo>
                    <a:lnTo>
                      <a:pt x="95733" y="208509"/>
                    </a:lnTo>
                    <a:lnTo>
                      <a:pt x="95733" y="192506"/>
                    </a:lnTo>
                    <a:lnTo>
                      <a:pt x="0" y="192506"/>
                    </a:lnTo>
                    <a:lnTo>
                      <a:pt x="1007" y="178973"/>
                    </a:lnTo>
                    <a:cubicBezTo>
                      <a:pt x="2239" y="163611"/>
                      <a:pt x="7386" y="148826"/>
                      <a:pt x="15959" y="136025"/>
                    </a:cubicBezTo>
                    <a:cubicBezTo>
                      <a:pt x="24532" y="123217"/>
                      <a:pt x="36242" y="112815"/>
                      <a:pt x="49974" y="105808"/>
                    </a:cubicBezTo>
                    <a:cubicBezTo>
                      <a:pt x="52888" y="104204"/>
                      <a:pt x="55397" y="101951"/>
                      <a:pt x="57302" y="99224"/>
                    </a:cubicBezTo>
                    <a:cubicBezTo>
                      <a:pt x="59202" y="96497"/>
                      <a:pt x="60453" y="93366"/>
                      <a:pt x="60954" y="90080"/>
                    </a:cubicBezTo>
                    <a:cubicBezTo>
                      <a:pt x="64059" y="74269"/>
                      <a:pt x="72568" y="60030"/>
                      <a:pt x="85023" y="49802"/>
                    </a:cubicBezTo>
                    <a:cubicBezTo>
                      <a:pt x="97478" y="39573"/>
                      <a:pt x="113110" y="33997"/>
                      <a:pt x="129235" y="34016"/>
                    </a:cubicBezTo>
                    <a:cubicBezTo>
                      <a:pt x="131366" y="33881"/>
                      <a:pt x="133509" y="33881"/>
                      <a:pt x="135639" y="34016"/>
                    </a:cubicBezTo>
                    <a:lnTo>
                      <a:pt x="137840" y="34016"/>
                    </a:lnTo>
                    <a:cubicBezTo>
                      <a:pt x="140715" y="34055"/>
                      <a:pt x="143570" y="33484"/>
                      <a:pt x="146221" y="32348"/>
                    </a:cubicBezTo>
                    <a:cubicBezTo>
                      <a:pt x="148871" y="31218"/>
                      <a:pt x="151251" y="29544"/>
                      <a:pt x="153215" y="27433"/>
                    </a:cubicBezTo>
                    <a:cubicBezTo>
                      <a:pt x="161198" y="18828"/>
                      <a:pt x="170868" y="11955"/>
                      <a:pt x="181622" y="7232"/>
                    </a:cubicBezTo>
                    <a:cubicBezTo>
                      <a:pt x="192370" y="2516"/>
                      <a:pt x="203979" y="52"/>
                      <a:pt x="215728" y="1"/>
                    </a:cubicBezTo>
                    <a:cubicBezTo>
                      <a:pt x="231571" y="-57"/>
                      <a:pt x="247113" y="4325"/>
                      <a:pt x="260588" y="12655"/>
                    </a:cubicBezTo>
                    <a:cubicBezTo>
                      <a:pt x="274063" y="20977"/>
                      <a:pt x="284933" y="32913"/>
                      <a:pt x="291966" y="47094"/>
                    </a:cubicBezTo>
                    <a:cubicBezTo>
                      <a:pt x="293320" y="50321"/>
                      <a:pt x="295419" y="53177"/>
                      <a:pt x="298094" y="55436"/>
                    </a:cubicBezTo>
                    <a:cubicBezTo>
                      <a:pt x="300764" y="57694"/>
                      <a:pt x="303934" y="59286"/>
                      <a:pt x="307341" y="60081"/>
                    </a:cubicBezTo>
                    <a:cubicBezTo>
                      <a:pt x="320476" y="63040"/>
                      <a:pt x="332745" y="68994"/>
                      <a:pt x="343198" y="77471"/>
                    </a:cubicBezTo>
                    <a:cubicBezTo>
                      <a:pt x="353651" y="85948"/>
                      <a:pt x="362006" y="96722"/>
                      <a:pt x="367602" y="108959"/>
                    </a:cubicBezTo>
                    <a:cubicBezTo>
                      <a:pt x="373203" y="121189"/>
                      <a:pt x="375899" y="134549"/>
                      <a:pt x="375475" y="147999"/>
                    </a:cubicBezTo>
                    <a:cubicBezTo>
                      <a:pt x="375058" y="161442"/>
                      <a:pt x="371535" y="174609"/>
                      <a:pt x="365189" y="186468"/>
                    </a:cubicBezTo>
                    <a:lnTo>
                      <a:pt x="361711" y="192961"/>
                    </a:lnTo>
                    <a:lnTo>
                      <a:pt x="281443" y="192961"/>
                    </a:lnTo>
                    <a:lnTo>
                      <a:pt x="281443" y="208965"/>
                    </a:lnTo>
                    <a:lnTo>
                      <a:pt x="262224" y="211160"/>
                    </a:lnTo>
                    <a:lnTo>
                      <a:pt x="274301" y="226252"/>
                    </a:lnTo>
                    <a:lnTo>
                      <a:pt x="234125" y="266492"/>
                    </a:lnTo>
                    <a:lnTo>
                      <a:pt x="218930" y="254326"/>
                    </a:lnTo>
                    <a:lnTo>
                      <a:pt x="216825" y="273621"/>
                    </a:lnTo>
                    <a:lnTo>
                      <a:pt x="159805" y="273621"/>
                    </a:lnTo>
                    <a:lnTo>
                      <a:pt x="157238" y="250668"/>
                    </a:lnTo>
                    <a:lnTo>
                      <a:pt x="152939" y="248563"/>
                    </a:lnTo>
                    <a:lnTo>
                      <a:pt x="150648" y="246921"/>
                    </a:lnTo>
                    <a:cubicBezTo>
                      <a:pt x="148088" y="245586"/>
                      <a:pt x="145611" y="244091"/>
                      <a:pt x="143237" y="242435"/>
                    </a:cubicBezTo>
                    <a:cubicBezTo>
                      <a:pt x="129235" y="257072"/>
                      <a:pt x="109465" y="277003"/>
                      <a:pt x="100314" y="286243"/>
                    </a:cubicBezTo>
                    <a:lnTo>
                      <a:pt x="95367" y="291274"/>
                    </a:lnTo>
                    <a:cubicBezTo>
                      <a:pt x="95733" y="294437"/>
                      <a:pt x="95393" y="297639"/>
                      <a:pt x="94379" y="300655"/>
                    </a:cubicBezTo>
                    <a:cubicBezTo>
                      <a:pt x="93371" y="303671"/>
                      <a:pt x="91709" y="306430"/>
                      <a:pt x="89508" y="308741"/>
                    </a:cubicBezTo>
                    <a:cubicBezTo>
                      <a:pt x="87539" y="310807"/>
                      <a:pt x="85171" y="312462"/>
                      <a:pt x="82540" y="313592"/>
                    </a:cubicBezTo>
                    <a:cubicBezTo>
                      <a:pt x="79915" y="314721"/>
                      <a:pt x="77086" y="315311"/>
                      <a:pt x="74224" y="3153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 dirty="0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AE686258-C529-9188-5567-E78F2BF59FF0}"/>
                  </a:ext>
                </a:extLst>
              </p:cNvPr>
              <p:cNvSpPr/>
              <p:nvPr/>
            </p:nvSpPr>
            <p:spPr>
              <a:xfrm>
                <a:off x="1206366" y="3717764"/>
                <a:ext cx="385009" cy="323833"/>
              </a:xfrm>
              <a:custGeom>
                <a:avLst/>
                <a:gdLst>
                  <a:gd name="connsiteX0" fmla="*/ 220669 w 385009"/>
                  <a:gd name="connsiteY0" fmla="*/ 9144 h 323833"/>
                  <a:gd name="connsiteX1" fmla="*/ 263174 w 385009"/>
                  <a:gd name="connsiteY1" fmla="*/ 21124 h 323833"/>
                  <a:gd name="connsiteX2" fmla="*/ 292884 w 385009"/>
                  <a:gd name="connsiteY2" fmla="*/ 53773 h 323833"/>
                  <a:gd name="connsiteX3" fmla="*/ 300417 w 385009"/>
                  <a:gd name="connsiteY3" fmla="*/ 62981 h 323833"/>
                  <a:gd name="connsiteX4" fmla="*/ 311191 w 385009"/>
                  <a:gd name="connsiteY4" fmla="*/ 68044 h 323833"/>
                  <a:gd name="connsiteX5" fmla="*/ 337365 w 385009"/>
                  <a:gd name="connsiteY5" fmla="*/ 78831 h 323833"/>
                  <a:gd name="connsiteX6" fmla="*/ 373300 w 385009"/>
                  <a:gd name="connsiteY6" fmla="*/ 127612 h 323833"/>
                  <a:gd name="connsiteX7" fmla="*/ 366107 w 385009"/>
                  <a:gd name="connsiteY7" fmla="*/ 187751 h 323833"/>
                  <a:gd name="connsiteX8" fmla="*/ 363906 w 385009"/>
                  <a:gd name="connsiteY8" fmla="*/ 191864 h 323833"/>
                  <a:gd name="connsiteX9" fmla="*/ 281533 w 385009"/>
                  <a:gd name="connsiteY9" fmla="*/ 191864 h 323833"/>
                  <a:gd name="connsiteX10" fmla="*/ 281533 w 385009"/>
                  <a:gd name="connsiteY10" fmla="*/ 208419 h 323833"/>
                  <a:gd name="connsiteX11" fmla="*/ 260023 w 385009"/>
                  <a:gd name="connsiteY11" fmla="*/ 210800 h 323833"/>
                  <a:gd name="connsiteX12" fmla="*/ 259292 w 385009"/>
                  <a:gd name="connsiteY12" fmla="*/ 212443 h 323833"/>
                  <a:gd name="connsiteX13" fmla="*/ 272838 w 385009"/>
                  <a:gd name="connsiteY13" fmla="*/ 229454 h 323833"/>
                  <a:gd name="connsiteX14" fmla="*/ 238424 w 385009"/>
                  <a:gd name="connsiteY14" fmla="*/ 263841 h 323833"/>
                  <a:gd name="connsiteX15" fmla="*/ 221490 w 385009"/>
                  <a:gd name="connsiteY15" fmla="*/ 250212 h 323833"/>
                  <a:gd name="connsiteX16" fmla="*/ 219751 w 385009"/>
                  <a:gd name="connsiteY16" fmla="*/ 250944 h 323833"/>
                  <a:gd name="connsiteX17" fmla="*/ 217377 w 385009"/>
                  <a:gd name="connsiteY17" fmla="*/ 272530 h 323833"/>
                  <a:gd name="connsiteX18" fmla="*/ 168955 w 385009"/>
                  <a:gd name="connsiteY18" fmla="*/ 272530 h 323833"/>
                  <a:gd name="connsiteX19" fmla="*/ 166575 w 385009"/>
                  <a:gd name="connsiteY19" fmla="*/ 250944 h 323833"/>
                  <a:gd name="connsiteX20" fmla="*/ 160171 w 385009"/>
                  <a:gd name="connsiteY20" fmla="*/ 248018 h 323833"/>
                  <a:gd name="connsiteX21" fmla="*/ 157880 w 385009"/>
                  <a:gd name="connsiteY21" fmla="*/ 246920 h 323833"/>
                  <a:gd name="connsiteX22" fmla="*/ 147812 w 385009"/>
                  <a:gd name="connsiteY22" fmla="*/ 240426 h 323833"/>
                  <a:gd name="connsiteX23" fmla="*/ 102054 w 385009"/>
                  <a:gd name="connsiteY23" fmla="*/ 287436 h 323833"/>
                  <a:gd name="connsiteX24" fmla="*/ 96926 w 385009"/>
                  <a:gd name="connsiteY24" fmla="*/ 292647 h 323833"/>
                  <a:gd name="connsiteX25" fmla="*/ 95919 w 385009"/>
                  <a:gd name="connsiteY25" fmla="*/ 293744 h 323833"/>
                  <a:gd name="connsiteX26" fmla="*/ 95919 w 385009"/>
                  <a:gd name="connsiteY26" fmla="*/ 295117 h 323833"/>
                  <a:gd name="connsiteX27" fmla="*/ 95393 w 385009"/>
                  <a:gd name="connsiteY27" fmla="*/ 302805 h 323833"/>
                  <a:gd name="connsiteX28" fmla="*/ 91523 w 385009"/>
                  <a:gd name="connsiteY28" fmla="*/ 309472 h 323833"/>
                  <a:gd name="connsiteX29" fmla="*/ 86050 w 385009"/>
                  <a:gd name="connsiteY29" fmla="*/ 313148 h 323833"/>
                  <a:gd name="connsiteX30" fmla="*/ 79582 w 385009"/>
                  <a:gd name="connsiteY30" fmla="*/ 314438 h 323833"/>
                  <a:gd name="connsiteX31" fmla="*/ 73113 w 385009"/>
                  <a:gd name="connsiteY31" fmla="*/ 313148 h 323833"/>
                  <a:gd name="connsiteX32" fmla="*/ 67640 w 385009"/>
                  <a:gd name="connsiteY32" fmla="*/ 309472 h 323833"/>
                  <a:gd name="connsiteX33" fmla="*/ 62712 w 385009"/>
                  <a:gd name="connsiteY33" fmla="*/ 297357 h 323833"/>
                  <a:gd name="connsiteX34" fmla="*/ 67640 w 385009"/>
                  <a:gd name="connsiteY34" fmla="*/ 285242 h 323833"/>
                  <a:gd name="connsiteX35" fmla="*/ 73178 w 385009"/>
                  <a:gd name="connsiteY35" fmla="*/ 281366 h 323833"/>
                  <a:gd name="connsiteX36" fmla="*/ 79813 w 385009"/>
                  <a:gd name="connsiteY36" fmla="*/ 280025 h 323833"/>
                  <a:gd name="connsiteX37" fmla="*/ 81917 w 385009"/>
                  <a:gd name="connsiteY37" fmla="*/ 280025 h 323833"/>
                  <a:gd name="connsiteX38" fmla="*/ 83380 w 385009"/>
                  <a:gd name="connsiteY38" fmla="*/ 280025 h 323833"/>
                  <a:gd name="connsiteX39" fmla="*/ 84478 w 385009"/>
                  <a:gd name="connsiteY39" fmla="*/ 279017 h 323833"/>
                  <a:gd name="connsiteX40" fmla="*/ 89053 w 385009"/>
                  <a:gd name="connsiteY40" fmla="*/ 274359 h 323833"/>
                  <a:gd name="connsiteX41" fmla="*/ 134818 w 385009"/>
                  <a:gd name="connsiteY41" fmla="*/ 227349 h 323833"/>
                  <a:gd name="connsiteX42" fmla="*/ 128780 w 385009"/>
                  <a:gd name="connsiteY42" fmla="*/ 216556 h 323833"/>
                  <a:gd name="connsiteX43" fmla="*/ 126123 w 385009"/>
                  <a:gd name="connsiteY43" fmla="*/ 210800 h 323833"/>
                  <a:gd name="connsiteX44" fmla="*/ 104524 w 385009"/>
                  <a:gd name="connsiteY44" fmla="*/ 208419 h 323833"/>
                  <a:gd name="connsiteX45" fmla="*/ 104524 w 385009"/>
                  <a:gd name="connsiteY45" fmla="*/ 192050 h 323833"/>
                  <a:gd name="connsiteX46" fmla="*/ 9882 w 385009"/>
                  <a:gd name="connsiteY46" fmla="*/ 192050 h 323833"/>
                  <a:gd name="connsiteX47" fmla="*/ 10524 w 385009"/>
                  <a:gd name="connsiteY47" fmla="*/ 183637 h 323833"/>
                  <a:gd name="connsiteX48" fmla="*/ 24281 w 385009"/>
                  <a:gd name="connsiteY48" fmla="*/ 142621 h 323833"/>
                  <a:gd name="connsiteX49" fmla="*/ 56289 w 385009"/>
                  <a:gd name="connsiteY49" fmla="*/ 113495 h 323833"/>
                  <a:gd name="connsiteX50" fmla="*/ 65323 w 385009"/>
                  <a:gd name="connsiteY50" fmla="*/ 105923 h 323833"/>
                  <a:gd name="connsiteX51" fmla="*/ 70200 w 385009"/>
                  <a:gd name="connsiteY51" fmla="*/ 95200 h 323833"/>
                  <a:gd name="connsiteX52" fmla="*/ 83201 w 385009"/>
                  <a:gd name="connsiteY52" fmla="*/ 67139 h 323833"/>
                  <a:gd name="connsiteX53" fmla="*/ 107726 w 385009"/>
                  <a:gd name="connsiteY53" fmla="*/ 48287 h 323833"/>
                  <a:gd name="connsiteX54" fmla="*/ 133900 w 385009"/>
                  <a:gd name="connsiteY54" fmla="*/ 42800 h 323833"/>
                  <a:gd name="connsiteX55" fmla="*/ 139945 w 385009"/>
                  <a:gd name="connsiteY55" fmla="*/ 42800 h 323833"/>
                  <a:gd name="connsiteX56" fmla="*/ 142595 w 385009"/>
                  <a:gd name="connsiteY56" fmla="*/ 42800 h 323833"/>
                  <a:gd name="connsiteX57" fmla="*/ 152567 w 385009"/>
                  <a:gd name="connsiteY57" fmla="*/ 40638 h 323833"/>
                  <a:gd name="connsiteX58" fmla="*/ 160902 w 385009"/>
                  <a:gd name="connsiteY58" fmla="*/ 34754 h 323833"/>
                  <a:gd name="connsiteX59" fmla="*/ 188103 w 385009"/>
                  <a:gd name="connsiteY59" fmla="*/ 15696 h 323833"/>
                  <a:gd name="connsiteX60" fmla="*/ 220669 w 385009"/>
                  <a:gd name="connsiteY60" fmla="*/ 9144 h 323833"/>
                  <a:gd name="connsiteX61" fmla="*/ 220669 w 385009"/>
                  <a:gd name="connsiteY61" fmla="*/ 0 h 323833"/>
                  <a:gd name="connsiteX62" fmla="*/ 184773 w 385009"/>
                  <a:gd name="connsiteY62" fmla="*/ 7508 h 323833"/>
                  <a:gd name="connsiteX63" fmla="*/ 154864 w 385009"/>
                  <a:gd name="connsiteY63" fmla="*/ 28715 h 323833"/>
                  <a:gd name="connsiteX64" fmla="*/ 149403 w 385009"/>
                  <a:gd name="connsiteY64" fmla="*/ 32527 h 323833"/>
                  <a:gd name="connsiteX65" fmla="*/ 142871 w 385009"/>
                  <a:gd name="connsiteY65" fmla="*/ 33836 h 323833"/>
                  <a:gd name="connsiteX66" fmla="*/ 141042 w 385009"/>
                  <a:gd name="connsiteY66" fmla="*/ 33836 h 323833"/>
                  <a:gd name="connsiteX67" fmla="*/ 134176 w 385009"/>
                  <a:gd name="connsiteY67" fmla="*/ 33836 h 323833"/>
                  <a:gd name="connsiteX68" fmla="*/ 87096 w 385009"/>
                  <a:gd name="connsiteY68" fmla="*/ 50751 h 323833"/>
                  <a:gd name="connsiteX69" fmla="*/ 61416 w 385009"/>
                  <a:gd name="connsiteY69" fmla="*/ 93647 h 323833"/>
                  <a:gd name="connsiteX70" fmla="*/ 58214 w 385009"/>
                  <a:gd name="connsiteY70" fmla="*/ 100725 h 323833"/>
                  <a:gd name="connsiteX71" fmla="*/ 52259 w 385009"/>
                  <a:gd name="connsiteY71" fmla="*/ 105718 h 323833"/>
                  <a:gd name="connsiteX72" fmla="*/ 16806 w 385009"/>
                  <a:gd name="connsiteY72" fmla="*/ 137718 h 323833"/>
                  <a:gd name="connsiteX73" fmla="*/ 1373 w 385009"/>
                  <a:gd name="connsiteY73" fmla="*/ 182906 h 323833"/>
                  <a:gd name="connsiteX74" fmla="*/ 732 w 385009"/>
                  <a:gd name="connsiteY74" fmla="*/ 191408 h 323833"/>
                  <a:gd name="connsiteX75" fmla="*/ 0 w 385009"/>
                  <a:gd name="connsiteY75" fmla="*/ 201194 h 323833"/>
                  <a:gd name="connsiteX76" fmla="*/ 95643 w 385009"/>
                  <a:gd name="connsiteY76" fmla="*/ 201194 h 323833"/>
                  <a:gd name="connsiteX77" fmla="*/ 95643 w 385009"/>
                  <a:gd name="connsiteY77" fmla="*/ 216742 h 323833"/>
                  <a:gd name="connsiteX78" fmla="*/ 103792 w 385009"/>
                  <a:gd name="connsiteY78" fmla="*/ 217653 h 323833"/>
                  <a:gd name="connsiteX79" fmla="*/ 120175 w 385009"/>
                  <a:gd name="connsiteY79" fmla="*/ 219488 h 323833"/>
                  <a:gd name="connsiteX80" fmla="*/ 120906 w 385009"/>
                  <a:gd name="connsiteY80" fmla="*/ 220855 h 323833"/>
                  <a:gd name="connsiteX81" fmla="*/ 123653 w 385009"/>
                  <a:gd name="connsiteY81" fmla="*/ 226252 h 323833"/>
                  <a:gd name="connsiteX82" fmla="*/ 82373 w 385009"/>
                  <a:gd name="connsiteY82" fmla="*/ 267955 h 323833"/>
                  <a:gd name="connsiteX83" fmla="*/ 79081 w 385009"/>
                  <a:gd name="connsiteY83" fmla="*/ 271336 h 323833"/>
                  <a:gd name="connsiteX84" fmla="*/ 68859 w 385009"/>
                  <a:gd name="connsiteY84" fmla="*/ 273415 h 323833"/>
                  <a:gd name="connsiteX85" fmla="*/ 60318 w 385009"/>
                  <a:gd name="connsiteY85" fmla="*/ 279383 h 323833"/>
                  <a:gd name="connsiteX86" fmla="*/ 53048 w 385009"/>
                  <a:gd name="connsiteY86" fmla="*/ 298082 h 323833"/>
                  <a:gd name="connsiteX87" fmla="*/ 60954 w 385009"/>
                  <a:gd name="connsiteY87" fmla="*/ 316517 h 323833"/>
                  <a:gd name="connsiteX88" fmla="*/ 79261 w 385009"/>
                  <a:gd name="connsiteY88" fmla="*/ 323833 h 323833"/>
                  <a:gd name="connsiteX89" fmla="*/ 89412 w 385009"/>
                  <a:gd name="connsiteY89" fmla="*/ 321747 h 323833"/>
                  <a:gd name="connsiteX90" fmla="*/ 97947 w 385009"/>
                  <a:gd name="connsiteY90" fmla="*/ 315876 h 323833"/>
                  <a:gd name="connsiteX91" fmla="*/ 103517 w 385009"/>
                  <a:gd name="connsiteY91" fmla="*/ 307149 h 323833"/>
                  <a:gd name="connsiteX92" fmla="*/ 105255 w 385009"/>
                  <a:gd name="connsiteY92" fmla="*/ 296946 h 323833"/>
                  <a:gd name="connsiteX93" fmla="*/ 108368 w 385009"/>
                  <a:gd name="connsiteY93" fmla="*/ 293834 h 323833"/>
                  <a:gd name="connsiteX94" fmla="*/ 149095 w 385009"/>
                  <a:gd name="connsiteY94" fmla="*/ 252227 h 323833"/>
                  <a:gd name="connsiteX95" fmla="*/ 153767 w 385009"/>
                  <a:gd name="connsiteY95" fmla="*/ 254967 h 323833"/>
                  <a:gd name="connsiteX96" fmla="*/ 155596 w 385009"/>
                  <a:gd name="connsiteY96" fmla="*/ 256064 h 323833"/>
                  <a:gd name="connsiteX97" fmla="*/ 157700 w 385009"/>
                  <a:gd name="connsiteY97" fmla="*/ 257072 h 323833"/>
                  <a:gd name="connsiteX98" fmla="*/ 159529 w 385009"/>
                  <a:gd name="connsiteY98" fmla="*/ 273441 h 323833"/>
                  <a:gd name="connsiteX99" fmla="*/ 160447 w 385009"/>
                  <a:gd name="connsiteY99" fmla="*/ 281577 h 323833"/>
                  <a:gd name="connsiteX100" fmla="*/ 225520 w 385009"/>
                  <a:gd name="connsiteY100" fmla="*/ 281577 h 323833"/>
                  <a:gd name="connsiteX101" fmla="*/ 226437 w 385009"/>
                  <a:gd name="connsiteY101" fmla="*/ 273441 h 323833"/>
                  <a:gd name="connsiteX102" fmla="*/ 227169 w 385009"/>
                  <a:gd name="connsiteY102" fmla="*/ 266492 h 323833"/>
                  <a:gd name="connsiteX103" fmla="*/ 232662 w 385009"/>
                  <a:gd name="connsiteY103" fmla="*/ 270881 h 323833"/>
                  <a:gd name="connsiteX104" fmla="*/ 238976 w 385009"/>
                  <a:gd name="connsiteY104" fmla="*/ 276001 h 323833"/>
                  <a:gd name="connsiteX105" fmla="*/ 244835 w 385009"/>
                  <a:gd name="connsiteY105" fmla="*/ 270149 h 323833"/>
                  <a:gd name="connsiteX106" fmla="*/ 279248 w 385009"/>
                  <a:gd name="connsiteY106" fmla="*/ 235761 h 323833"/>
                  <a:gd name="connsiteX107" fmla="*/ 285010 w 385009"/>
                  <a:gd name="connsiteY107" fmla="*/ 229999 h 323833"/>
                  <a:gd name="connsiteX108" fmla="*/ 279883 w 385009"/>
                  <a:gd name="connsiteY108" fmla="*/ 223601 h 323833"/>
                  <a:gd name="connsiteX109" fmla="*/ 275494 w 385009"/>
                  <a:gd name="connsiteY109" fmla="*/ 218205 h 323833"/>
                  <a:gd name="connsiteX110" fmla="*/ 282450 w 385009"/>
                  <a:gd name="connsiteY110" fmla="*/ 217383 h 323833"/>
                  <a:gd name="connsiteX111" fmla="*/ 290593 w 385009"/>
                  <a:gd name="connsiteY111" fmla="*/ 216466 h 323833"/>
                  <a:gd name="connsiteX112" fmla="*/ 290593 w 385009"/>
                  <a:gd name="connsiteY112" fmla="*/ 201194 h 323833"/>
                  <a:gd name="connsiteX113" fmla="*/ 369033 w 385009"/>
                  <a:gd name="connsiteY113" fmla="*/ 201194 h 323833"/>
                  <a:gd name="connsiteX114" fmla="*/ 371593 w 385009"/>
                  <a:gd name="connsiteY114" fmla="*/ 196439 h 323833"/>
                  <a:gd name="connsiteX115" fmla="*/ 373794 w 385009"/>
                  <a:gd name="connsiteY115" fmla="*/ 192326 h 323833"/>
                  <a:gd name="connsiteX116" fmla="*/ 384946 w 385009"/>
                  <a:gd name="connsiteY116" fmla="*/ 151842 h 323833"/>
                  <a:gd name="connsiteX117" fmla="*/ 376823 w 385009"/>
                  <a:gd name="connsiteY117" fmla="*/ 110652 h 323833"/>
                  <a:gd name="connsiteX118" fmla="*/ 351136 w 385009"/>
                  <a:gd name="connsiteY118" fmla="*/ 77426 h 323833"/>
                  <a:gd name="connsiteX119" fmla="*/ 313296 w 385009"/>
                  <a:gd name="connsiteY119" fmla="*/ 59170 h 323833"/>
                  <a:gd name="connsiteX120" fmla="*/ 306109 w 385009"/>
                  <a:gd name="connsiteY120" fmla="*/ 55955 h 323833"/>
                  <a:gd name="connsiteX121" fmla="*/ 300937 w 385009"/>
                  <a:gd name="connsiteY121" fmla="*/ 50026 h 323833"/>
                  <a:gd name="connsiteX122" fmla="*/ 267993 w 385009"/>
                  <a:gd name="connsiteY122" fmla="*/ 13495 h 323833"/>
                  <a:gd name="connsiteX123" fmla="*/ 220669 w 385009"/>
                  <a:gd name="connsiteY123" fmla="*/ 0 h 323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</a:cxnLst>
                <a:rect l="l" t="t" r="r" b="b"/>
                <a:pathLst>
                  <a:path w="385009" h="323833">
                    <a:moveTo>
                      <a:pt x="220669" y="9144"/>
                    </a:moveTo>
                    <a:cubicBezTo>
                      <a:pt x="235678" y="9086"/>
                      <a:pt x="250404" y="13238"/>
                      <a:pt x="263174" y="21124"/>
                    </a:cubicBezTo>
                    <a:cubicBezTo>
                      <a:pt x="275944" y="29017"/>
                      <a:pt x="286236" y="40330"/>
                      <a:pt x="292884" y="53773"/>
                    </a:cubicBezTo>
                    <a:cubicBezTo>
                      <a:pt x="294674" y="57367"/>
                      <a:pt x="297247" y="60511"/>
                      <a:pt x="300417" y="62981"/>
                    </a:cubicBezTo>
                    <a:cubicBezTo>
                      <a:pt x="303587" y="65452"/>
                      <a:pt x="307264" y="67178"/>
                      <a:pt x="311191" y="68044"/>
                    </a:cubicBezTo>
                    <a:cubicBezTo>
                      <a:pt x="320463" y="70130"/>
                      <a:pt x="329312" y="73781"/>
                      <a:pt x="337365" y="78831"/>
                    </a:cubicBezTo>
                    <a:cubicBezTo>
                      <a:pt x="355114" y="89939"/>
                      <a:pt x="367961" y="107379"/>
                      <a:pt x="373300" y="127612"/>
                    </a:cubicBezTo>
                    <a:cubicBezTo>
                      <a:pt x="378639" y="147844"/>
                      <a:pt x="376065" y="169347"/>
                      <a:pt x="366107" y="187751"/>
                    </a:cubicBezTo>
                    <a:lnTo>
                      <a:pt x="363906" y="191864"/>
                    </a:lnTo>
                    <a:lnTo>
                      <a:pt x="281533" y="191864"/>
                    </a:lnTo>
                    <a:lnTo>
                      <a:pt x="281533" y="208419"/>
                    </a:lnTo>
                    <a:lnTo>
                      <a:pt x="260023" y="210800"/>
                    </a:lnTo>
                    <a:lnTo>
                      <a:pt x="259292" y="212443"/>
                    </a:lnTo>
                    <a:lnTo>
                      <a:pt x="272838" y="229454"/>
                    </a:lnTo>
                    <a:lnTo>
                      <a:pt x="238424" y="263841"/>
                    </a:lnTo>
                    <a:lnTo>
                      <a:pt x="221490" y="250212"/>
                    </a:lnTo>
                    <a:lnTo>
                      <a:pt x="219751" y="250944"/>
                    </a:lnTo>
                    <a:lnTo>
                      <a:pt x="217377" y="272530"/>
                    </a:lnTo>
                    <a:lnTo>
                      <a:pt x="168955" y="272530"/>
                    </a:lnTo>
                    <a:lnTo>
                      <a:pt x="166575" y="250944"/>
                    </a:lnTo>
                    <a:cubicBezTo>
                      <a:pt x="164387" y="250103"/>
                      <a:pt x="162243" y="249121"/>
                      <a:pt x="160171" y="248018"/>
                    </a:cubicBezTo>
                    <a:lnTo>
                      <a:pt x="157880" y="246920"/>
                    </a:lnTo>
                    <a:cubicBezTo>
                      <a:pt x="154370" y="245014"/>
                      <a:pt x="151001" y="242846"/>
                      <a:pt x="147812" y="240426"/>
                    </a:cubicBezTo>
                    <a:cubicBezTo>
                      <a:pt x="133534" y="255333"/>
                      <a:pt x="111204" y="277830"/>
                      <a:pt x="102054" y="287436"/>
                    </a:cubicBezTo>
                    <a:lnTo>
                      <a:pt x="96926" y="292647"/>
                    </a:lnTo>
                    <a:lnTo>
                      <a:pt x="95919" y="293744"/>
                    </a:lnTo>
                    <a:lnTo>
                      <a:pt x="95919" y="295117"/>
                    </a:lnTo>
                    <a:cubicBezTo>
                      <a:pt x="96336" y="297684"/>
                      <a:pt x="96156" y="300315"/>
                      <a:pt x="95393" y="302805"/>
                    </a:cubicBezTo>
                    <a:cubicBezTo>
                      <a:pt x="94629" y="305294"/>
                      <a:pt x="93307" y="307579"/>
                      <a:pt x="91523" y="309472"/>
                    </a:cubicBezTo>
                    <a:cubicBezTo>
                      <a:pt x="89958" y="311044"/>
                      <a:pt x="88097" y="312295"/>
                      <a:pt x="86050" y="313148"/>
                    </a:cubicBezTo>
                    <a:cubicBezTo>
                      <a:pt x="84003" y="314002"/>
                      <a:pt x="81802" y="314438"/>
                      <a:pt x="79582" y="314438"/>
                    </a:cubicBezTo>
                    <a:cubicBezTo>
                      <a:pt x="77361" y="314438"/>
                      <a:pt x="75160" y="314002"/>
                      <a:pt x="73113" y="313148"/>
                    </a:cubicBezTo>
                    <a:cubicBezTo>
                      <a:pt x="71067" y="312295"/>
                      <a:pt x="69206" y="311044"/>
                      <a:pt x="67640" y="309472"/>
                    </a:cubicBezTo>
                    <a:cubicBezTo>
                      <a:pt x="64476" y="306231"/>
                      <a:pt x="62712" y="301880"/>
                      <a:pt x="62712" y="297357"/>
                    </a:cubicBezTo>
                    <a:cubicBezTo>
                      <a:pt x="62712" y="292833"/>
                      <a:pt x="64476" y="288482"/>
                      <a:pt x="67640" y="285242"/>
                    </a:cubicBezTo>
                    <a:cubicBezTo>
                      <a:pt x="69199" y="283580"/>
                      <a:pt x="71086" y="282258"/>
                      <a:pt x="73178" y="281366"/>
                    </a:cubicBezTo>
                    <a:cubicBezTo>
                      <a:pt x="75276" y="280468"/>
                      <a:pt x="77535" y="280012"/>
                      <a:pt x="79813" y="280025"/>
                    </a:cubicBezTo>
                    <a:lnTo>
                      <a:pt x="81917" y="280025"/>
                    </a:lnTo>
                    <a:lnTo>
                      <a:pt x="83380" y="280025"/>
                    </a:lnTo>
                    <a:lnTo>
                      <a:pt x="84478" y="279017"/>
                    </a:lnTo>
                    <a:lnTo>
                      <a:pt x="89053" y="274359"/>
                    </a:lnTo>
                    <a:cubicBezTo>
                      <a:pt x="99397" y="263931"/>
                      <a:pt x="120816" y="242345"/>
                      <a:pt x="134818" y="227349"/>
                    </a:cubicBezTo>
                    <a:cubicBezTo>
                      <a:pt x="132527" y="223512"/>
                      <a:pt x="129691" y="218757"/>
                      <a:pt x="128780" y="216556"/>
                    </a:cubicBezTo>
                    <a:cubicBezTo>
                      <a:pt x="127862" y="214361"/>
                      <a:pt x="126944" y="212718"/>
                      <a:pt x="126123" y="210800"/>
                    </a:cubicBezTo>
                    <a:lnTo>
                      <a:pt x="104524" y="208419"/>
                    </a:lnTo>
                    <a:lnTo>
                      <a:pt x="104524" y="192050"/>
                    </a:lnTo>
                    <a:lnTo>
                      <a:pt x="9882" y="192050"/>
                    </a:lnTo>
                    <a:lnTo>
                      <a:pt x="10524" y="183637"/>
                    </a:lnTo>
                    <a:cubicBezTo>
                      <a:pt x="11538" y="169013"/>
                      <a:pt x="16273" y="154896"/>
                      <a:pt x="24281" y="142621"/>
                    </a:cubicBezTo>
                    <a:cubicBezTo>
                      <a:pt x="32290" y="130345"/>
                      <a:pt x="43307" y="120316"/>
                      <a:pt x="56289" y="113495"/>
                    </a:cubicBezTo>
                    <a:cubicBezTo>
                      <a:pt x="59824" y="111679"/>
                      <a:pt x="62917" y="109093"/>
                      <a:pt x="65323" y="105923"/>
                    </a:cubicBezTo>
                    <a:cubicBezTo>
                      <a:pt x="67730" y="102759"/>
                      <a:pt x="69398" y="99095"/>
                      <a:pt x="70200" y="95200"/>
                    </a:cubicBezTo>
                    <a:cubicBezTo>
                      <a:pt x="72202" y="84940"/>
                      <a:pt x="76662" y="75315"/>
                      <a:pt x="83201" y="67139"/>
                    </a:cubicBezTo>
                    <a:cubicBezTo>
                      <a:pt x="89733" y="58971"/>
                      <a:pt x="98146" y="52503"/>
                      <a:pt x="107726" y="48287"/>
                    </a:cubicBezTo>
                    <a:cubicBezTo>
                      <a:pt x="115984" y="44693"/>
                      <a:pt x="124891" y="42826"/>
                      <a:pt x="133900" y="42800"/>
                    </a:cubicBezTo>
                    <a:lnTo>
                      <a:pt x="139945" y="42800"/>
                    </a:lnTo>
                    <a:lnTo>
                      <a:pt x="142595" y="42800"/>
                    </a:lnTo>
                    <a:cubicBezTo>
                      <a:pt x="146034" y="42755"/>
                      <a:pt x="149423" y="42018"/>
                      <a:pt x="152567" y="40638"/>
                    </a:cubicBezTo>
                    <a:cubicBezTo>
                      <a:pt x="155711" y="39252"/>
                      <a:pt x="158547" y="37250"/>
                      <a:pt x="160902" y="34754"/>
                    </a:cubicBezTo>
                    <a:cubicBezTo>
                      <a:pt x="168551" y="26591"/>
                      <a:pt x="177817" y="20104"/>
                      <a:pt x="188103" y="15696"/>
                    </a:cubicBezTo>
                    <a:cubicBezTo>
                      <a:pt x="198390" y="11287"/>
                      <a:pt x="209478" y="9061"/>
                      <a:pt x="220669" y="9144"/>
                    </a:cubicBezTo>
                    <a:close/>
                    <a:moveTo>
                      <a:pt x="220669" y="0"/>
                    </a:moveTo>
                    <a:cubicBezTo>
                      <a:pt x="208316" y="13"/>
                      <a:pt x="196092" y="2567"/>
                      <a:pt x="184773" y="7508"/>
                    </a:cubicBezTo>
                    <a:cubicBezTo>
                      <a:pt x="173447" y="12449"/>
                      <a:pt x="163264" y="19668"/>
                      <a:pt x="154864" y="28715"/>
                    </a:cubicBezTo>
                    <a:cubicBezTo>
                      <a:pt x="153324" y="30352"/>
                      <a:pt x="151463" y="31648"/>
                      <a:pt x="149403" y="32527"/>
                    </a:cubicBezTo>
                    <a:cubicBezTo>
                      <a:pt x="147337" y="33413"/>
                      <a:pt x="145117" y="33855"/>
                      <a:pt x="142871" y="33836"/>
                    </a:cubicBezTo>
                    <a:lnTo>
                      <a:pt x="141042" y="33836"/>
                    </a:lnTo>
                    <a:cubicBezTo>
                      <a:pt x="138758" y="33701"/>
                      <a:pt x="136461" y="33701"/>
                      <a:pt x="134176" y="33836"/>
                    </a:cubicBezTo>
                    <a:cubicBezTo>
                      <a:pt x="116998" y="33868"/>
                      <a:pt x="100366" y="39849"/>
                      <a:pt x="87096" y="50751"/>
                    </a:cubicBezTo>
                    <a:cubicBezTo>
                      <a:pt x="73832" y="61653"/>
                      <a:pt x="64759" y="76810"/>
                      <a:pt x="61416" y="93647"/>
                    </a:cubicBezTo>
                    <a:cubicBezTo>
                      <a:pt x="60896" y="96214"/>
                      <a:pt x="59799" y="98640"/>
                      <a:pt x="58214" y="100725"/>
                    </a:cubicBezTo>
                    <a:cubicBezTo>
                      <a:pt x="56629" y="102817"/>
                      <a:pt x="54594" y="104524"/>
                      <a:pt x="52259" y="105718"/>
                    </a:cubicBezTo>
                    <a:cubicBezTo>
                      <a:pt x="37911" y="113200"/>
                      <a:pt x="25706" y="124217"/>
                      <a:pt x="16806" y="137718"/>
                    </a:cubicBezTo>
                    <a:cubicBezTo>
                      <a:pt x="7899" y="151226"/>
                      <a:pt x="2586" y="166780"/>
                      <a:pt x="1373" y="182906"/>
                    </a:cubicBezTo>
                    <a:lnTo>
                      <a:pt x="732" y="191408"/>
                    </a:lnTo>
                    <a:lnTo>
                      <a:pt x="0" y="201194"/>
                    </a:lnTo>
                    <a:lnTo>
                      <a:pt x="95643" y="201194"/>
                    </a:lnTo>
                    <a:lnTo>
                      <a:pt x="95643" y="216742"/>
                    </a:lnTo>
                    <a:lnTo>
                      <a:pt x="103792" y="217653"/>
                    </a:lnTo>
                    <a:lnTo>
                      <a:pt x="120175" y="219488"/>
                    </a:lnTo>
                    <a:lnTo>
                      <a:pt x="120906" y="220855"/>
                    </a:lnTo>
                    <a:cubicBezTo>
                      <a:pt x="121458" y="222228"/>
                      <a:pt x="122555" y="224243"/>
                      <a:pt x="123653" y="226252"/>
                    </a:cubicBezTo>
                    <a:cubicBezTo>
                      <a:pt x="109831" y="240702"/>
                      <a:pt x="90978" y="259452"/>
                      <a:pt x="82373" y="267955"/>
                    </a:cubicBezTo>
                    <a:lnTo>
                      <a:pt x="79081" y="271336"/>
                    </a:lnTo>
                    <a:cubicBezTo>
                      <a:pt x="75565" y="271323"/>
                      <a:pt x="72087" y="272029"/>
                      <a:pt x="68859" y="273415"/>
                    </a:cubicBezTo>
                    <a:cubicBezTo>
                      <a:pt x="65631" y="274801"/>
                      <a:pt x="62725" y="276829"/>
                      <a:pt x="60318" y="279383"/>
                    </a:cubicBezTo>
                    <a:cubicBezTo>
                      <a:pt x="55538" y="284427"/>
                      <a:pt x="52926" y="291139"/>
                      <a:pt x="53048" y="298082"/>
                    </a:cubicBezTo>
                    <a:cubicBezTo>
                      <a:pt x="53170" y="305025"/>
                      <a:pt x="56006" y="311640"/>
                      <a:pt x="60954" y="316517"/>
                    </a:cubicBezTo>
                    <a:cubicBezTo>
                      <a:pt x="65856" y="321272"/>
                      <a:pt x="72433" y="323897"/>
                      <a:pt x="79261" y="323833"/>
                    </a:cubicBezTo>
                    <a:cubicBezTo>
                      <a:pt x="82752" y="323820"/>
                      <a:pt x="86197" y="323114"/>
                      <a:pt x="89412" y="321747"/>
                    </a:cubicBezTo>
                    <a:cubicBezTo>
                      <a:pt x="92621" y="320380"/>
                      <a:pt x="95521" y="318385"/>
                      <a:pt x="97947" y="315876"/>
                    </a:cubicBezTo>
                    <a:cubicBezTo>
                      <a:pt x="100366" y="313367"/>
                      <a:pt x="102265" y="310402"/>
                      <a:pt x="103517" y="307149"/>
                    </a:cubicBezTo>
                    <a:cubicBezTo>
                      <a:pt x="104774" y="303895"/>
                      <a:pt x="105365" y="300430"/>
                      <a:pt x="105255" y="296946"/>
                    </a:cubicBezTo>
                    <a:lnTo>
                      <a:pt x="108368" y="293834"/>
                    </a:lnTo>
                    <a:cubicBezTo>
                      <a:pt x="116876" y="285242"/>
                      <a:pt x="135094" y="266402"/>
                      <a:pt x="149095" y="252227"/>
                    </a:cubicBezTo>
                    <a:cubicBezTo>
                      <a:pt x="150623" y="253260"/>
                      <a:pt x="152175" y="254178"/>
                      <a:pt x="153767" y="254967"/>
                    </a:cubicBezTo>
                    <a:lnTo>
                      <a:pt x="155596" y="256064"/>
                    </a:lnTo>
                    <a:lnTo>
                      <a:pt x="157700" y="257072"/>
                    </a:lnTo>
                    <a:lnTo>
                      <a:pt x="159529" y="273441"/>
                    </a:lnTo>
                    <a:lnTo>
                      <a:pt x="160447" y="281577"/>
                    </a:lnTo>
                    <a:lnTo>
                      <a:pt x="225520" y="281577"/>
                    </a:lnTo>
                    <a:lnTo>
                      <a:pt x="226437" y="273441"/>
                    </a:lnTo>
                    <a:lnTo>
                      <a:pt x="227169" y="266492"/>
                    </a:lnTo>
                    <a:lnTo>
                      <a:pt x="232662" y="270881"/>
                    </a:lnTo>
                    <a:lnTo>
                      <a:pt x="238976" y="276001"/>
                    </a:lnTo>
                    <a:lnTo>
                      <a:pt x="244835" y="270149"/>
                    </a:lnTo>
                    <a:lnTo>
                      <a:pt x="279248" y="235761"/>
                    </a:lnTo>
                    <a:lnTo>
                      <a:pt x="285010" y="229999"/>
                    </a:lnTo>
                    <a:lnTo>
                      <a:pt x="279883" y="223601"/>
                    </a:lnTo>
                    <a:lnTo>
                      <a:pt x="275494" y="218205"/>
                    </a:lnTo>
                    <a:lnTo>
                      <a:pt x="282450" y="217383"/>
                    </a:lnTo>
                    <a:lnTo>
                      <a:pt x="290593" y="216466"/>
                    </a:lnTo>
                    <a:lnTo>
                      <a:pt x="290593" y="201194"/>
                    </a:lnTo>
                    <a:lnTo>
                      <a:pt x="369033" y="201194"/>
                    </a:lnTo>
                    <a:lnTo>
                      <a:pt x="371593" y="196439"/>
                    </a:lnTo>
                    <a:lnTo>
                      <a:pt x="373794" y="192326"/>
                    </a:lnTo>
                    <a:cubicBezTo>
                      <a:pt x="380602" y="179877"/>
                      <a:pt x="384420" y="166017"/>
                      <a:pt x="384946" y="151842"/>
                    </a:cubicBezTo>
                    <a:cubicBezTo>
                      <a:pt x="385473" y="137667"/>
                      <a:pt x="382694" y="123569"/>
                      <a:pt x="376823" y="110652"/>
                    </a:cubicBezTo>
                    <a:cubicBezTo>
                      <a:pt x="370958" y="97735"/>
                      <a:pt x="362160" y="86358"/>
                      <a:pt x="351136" y="77426"/>
                    </a:cubicBezTo>
                    <a:cubicBezTo>
                      <a:pt x="340105" y="68487"/>
                      <a:pt x="327156" y="62243"/>
                      <a:pt x="313296" y="59170"/>
                    </a:cubicBezTo>
                    <a:cubicBezTo>
                      <a:pt x="310691" y="58631"/>
                      <a:pt x="308239" y="57534"/>
                      <a:pt x="306109" y="55955"/>
                    </a:cubicBezTo>
                    <a:cubicBezTo>
                      <a:pt x="303972" y="54376"/>
                      <a:pt x="302208" y="52355"/>
                      <a:pt x="300937" y="50026"/>
                    </a:cubicBezTo>
                    <a:cubicBezTo>
                      <a:pt x="293603" y="35004"/>
                      <a:pt x="282187" y="22344"/>
                      <a:pt x="267993" y="13495"/>
                    </a:cubicBezTo>
                    <a:cubicBezTo>
                      <a:pt x="253799" y="4652"/>
                      <a:pt x="237398" y="-26"/>
                      <a:pt x="2206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A925F523-9116-EC13-7E1F-4E85052DEA34}"/>
                  </a:ext>
                </a:extLst>
              </p:cNvPr>
              <p:cNvSpPr/>
              <p:nvPr/>
            </p:nvSpPr>
            <p:spPr>
              <a:xfrm>
                <a:off x="1311166" y="3813420"/>
                <a:ext cx="176642" cy="176963"/>
              </a:xfrm>
              <a:custGeom>
                <a:avLst/>
                <a:gdLst>
                  <a:gd name="connsiteX0" fmla="*/ 154768 w 176642"/>
                  <a:gd name="connsiteY0" fmla="*/ 59811 h 176963"/>
                  <a:gd name="connsiteX1" fmla="*/ 168314 w 176642"/>
                  <a:gd name="connsiteY1" fmla="*/ 42897 h 176963"/>
                  <a:gd name="connsiteX2" fmla="*/ 133900 w 176642"/>
                  <a:gd name="connsiteY2" fmla="*/ 8509 h 176963"/>
                  <a:gd name="connsiteX3" fmla="*/ 116973 w 176642"/>
                  <a:gd name="connsiteY3" fmla="*/ 22042 h 176963"/>
                  <a:gd name="connsiteX4" fmla="*/ 114868 w 176642"/>
                  <a:gd name="connsiteY4" fmla="*/ 21586 h 176963"/>
                  <a:gd name="connsiteX5" fmla="*/ 112487 w 176642"/>
                  <a:gd name="connsiteY5" fmla="*/ 0 h 176963"/>
                  <a:gd name="connsiteX6" fmla="*/ 64162 w 176642"/>
                  <a:gd name="connsiteY6" fmla="*/ 0 h 176963"/>
                  <a:gd name="connsiteX7" fmla="*/ 61781 w 176642"/>
                  <a:gd name="connsiteY7" fmla="*/ 21586 h 176963"/>
                  <a:gd name="connsiteX8" fmla="*/ 60132 w 176642"/>
                  <a:gd name="connsiteY8" fmla="*/ 22228 h 176963"/>
                  <a:gd name="connsiteX9" fmla="*/ 43198 w 176642"/>
                  <a:gd name="connsiteY9" fmla="*/ 8688 h 176963"/>
                  <a:gd name="connsiteX10" fmla="*/ 8785 w 176642"/>
                  <a:gd name="connsiteY10" fmla="*/ 43076 h 176963"/>
                  <a:gd name="connsiteX11" fmla="*/ 22331 w 176642"/>
                  <a:gd name="connsiteY11" fmla="*/ 59811 h 176963"/>
                  <a:gd name="connsiteX12" fmla="*/ 21599 w 176642"/>
                  <a:gd name="connsiteY12" fmla="*/ 61550 h 176963"/>
                  <a:gd name="connsiteX13" fmla="*/ 0 w 176642"/>
                  <a:gd name="connsiteY13" fmla="*/ 63925 h 176963"/>
                  <a:gd name="connsiteX14" fmla="*/ 0 w 176642"/>
                  <a:gd name="connsiteY14" fmla="*/ 112577 h 176963"/>
                  <a:gd name="connsiteX15" fmla="*/ 21599 w 176642"/>
                  <a:gd name="connsiteY15" fmla="*/ 114958 h 176963"/>
                  <a:gd name="connsiteX16" fmla="*/ 24256 w 176642"/>
                  <a:gd name="connsiteY16" fmla="*/ 120720 h 176963"/>
                  <a:gd name="connsiteX17" fmla="*/ 27913 w 176642"/>
                  <a:gd name="connsiteY17" fmla="*/ 116877 h 176963"/>
                  <a:gd name="connsiteX18" fmla="*/ 34048 w 176642"/>
                  <a:gd name="connsiteY18" fmla="*/ 102791 h 176963"/>
                  <a:gd name="connsiteX19" fmla="*/ 33316 w 176642"/>
                  <a:gd name="connsiteY19" fmla="*/ 100417 h 176963"/>
                  <a:gd name="connsiteX20" fmla="*/ 15741 w 176642"/>
                  <a:gd name="connsiteY20" fmla="*/ 98499 h 176963"/>
                  <a:gd name="connsiteX21" fmla="*/ 15741 w 176642"/>
                  <a:gd name="connsiteY21" fmla="*/ 78100 h 176963"/>
                  <a:gd name="connsiteX22" fmla="*/ 33316 w 176642"/>
                  <a:gd name="connsiteY22" fmla="*/ 76181 h 176963"/>
                  <a:gd name="connsiteX23" fmla="*/ 34869 w 176642"/>
                  <a:gd name="connsiteY23" fmla="*/ 71246 h 176963"/>
                  <a:gd name="connsiteX24" fmla="*/ 38533 w 176642"/>
                  <a:gd name="connsiteY24" fmla="*/ 62096 h 176963"/>
                  <a:gd name="connsiteX25" fmla="*/ 40824 w 176642"/>
                  <a:gd name="connsiteY25" fmla="*/ 57527 h 176963"/>
                  <a:gd name="connsiteX26" fmla="*/ 29838 w 176642"/>
                  <a:gd name="connsiteY26" fmla="*/ 43808 h 176963"/>
                  <a:gd name="connsiteX27" fmla="*/ 44302 w 176642"/>
                  <a:gd name="connsiteY27" fmla="*/ 29357 h 176963"/>
                  <a:gd name="connsiteX28" fmla="*/ 58117 w 176642"/>
                  <a:gd name="connsiteY28" fmla="*/ 40330 h 176963"/>
                  <a:gd name="connsiteX29" fmla="*/ 62693 w 176642"/>
                  <a:gd name="connsiteY29" fmla="*/ 37956 h 176963"/>
                  <a:gd name="connsiteX30" fmla="*/ 71849 w 176642"/>
                  <a:gd name="connsiteY30" fmla="*/ 34298 h 176963"/>
                  <a:gd name="connsiteX31" fmla="*/ 76701 w 176642"/>
                  <a:gd name="connsiteY31" fmla="*/ 32745 h 176963"/>
                  <a:gd name="connsiteX32" fmla="*/ 78253 w 176642"/>
                  <a:gd name="connsiteY32" fmla="*/ 15734 h 176963"/>
                  <a:gd name="connsiteX33" fmla="*/ 98755 w 176642"/>
                  <a:gd name="connsiteY33" fmla="*/ 15734 h 176963"/>
                  <a:gd name="connsiteX34" fmla="*/ 100770 w 176642"/>
                  <a:gd name="connsiteY34" fmla="*/ 33201 h 176963"/>
                  <a:gd name="connsiteX35" fmla="*/ 105621 w 176642"/>
                  <a:gd name="connsiteY35" fmla="*/ 34754 h 176963"/>
                  <a:gd name="connsiteX36" fmla="*/ 114772 w 176642"/>
                  <a:gd name="connsiteY36" fmla="*/ 38411 h 176963"/>
                  <a:gd name="connsiteX37" fmla="*/ 119353 w 176642"/>
                  <a:gd name="connsiteY37" fmla="*/ 40792 h 176963"/>
                  <a:gd name="connsiteX38" fmla="*/ 133079 w 176642"/>
                  <a:gd name="connsiteY38" fmla="*/ 29819 h 176963"/>
                  <a:gd name="connsiteX39" fmla="*/ 147632 w 176642"/>
                  <a:gd name="connsiteY39" fmla="*/ 44263 h 176963"/>
                  <a:gd name="connsiteX40" fmla="*/ 136557 w 176642"/>
                  <a:gd name="connsiteY40" fmla="*/ 57983 h 176963"/>
                  <a:gd name="connsiteX41" fmla="*/ 138937 w 176642"/>
                  <a:gd name="connsiteY41" fmla="*/ 62558 h 176963"/>
                  <a:gd name="connsiteX42" fmla="*/ 142595 w 176642"/>
                  <a:gd name="connsiteY42" fmla="*/ 71702 h 176963"/>
                  <a:gd name="connsiteX43" fmla="*/ 144154 w 176642"/>
                  <a:gd name="connsiteY43" fmla="*/ 76637 h 176963"/>
                  <a:gd name="connsiteX44" fmla="*/ 161634 w 176642"/>
                  <a:gd name="connsiteY44" fmla="*/ 78561 h 176963"/>
                  <a:gd name="connsiteX45" fmla="*/ 161634 w 176642"/>
                  <a:gd name="connsiteY45" fmla="*/ 99044 h 176963"/>
                  <a:gd name="connsiteX46" fmla="*/ 144154 w 176642"/>
                  <a:gd name="connsiteY46" fmla="*/ 100963 h 176963"/>
                  <a:gd name="connsiteX47" fmla="*/ 142326 w 176642"/>
                  <a:gd name="connsiteY47" fmla="*/ 105538 h 176963"/>
                  <a:gd name="connsiteX48" fmla="*/ 138662 w 176642"/>
                  <a:gd name="connsiteY48" fmla="*/ 114682 h 176963"/>
                  <a:gd name="connsiteX49" fmla="*/ 136281 w 176642"/>
                  <a:gd name="connsiteY49" fmla="*/ 119167 h 176963"/>
                  <a:gd name="connsiteX50" fmla="*/ 147267 w 176642"/>
                  <a:gd name="connsiteY50" fmla="*/ 132976 h 176963"/>
                  <a:gd name="connsiteX51" fmla="*/ 133169 w 176642"/>
                  <a:gd name="connsiteY51" fmla="*/ 147055 h 176963"/>
                  <a:gd name="connsiteX52" fmla="*/ 119443 w 176642"/>
                  <a:gd name="connsiteY52" fmla="*/ 136082 h 176963"/>
                  <a:gd name="connsiteX53" fmla="*/ 114868 w 176642"/>
                  <a:gd name="connsiteY53" fmla="*/ 138367 h 176963"/>
                  <a:gd name="connsiteX54" fmla="*/ 105711 w 176642"/>
                  <a:gd name="connsiteY54" fmla="*/ 142024 h 176963"/>
                  <a:gd name="connsiteX55" fmla="*/ 100860 w 176642"/>
                  <a:gd name="connsiteY55" fmla="*/ 143583 h 176963"/>
                  <a:gd name="connsiteX56" fmla="*/ 98851 w 176642"/>
                  <a:gd name="connsiteY56" fmla="*/ 161140 h 176963"/>
                  <a:gd name="connsiteX57" fmla="*/ 78253 w 176642"/>
                  <a:gd name="connsiteY57" fmla="*/ 161140 h 176963"/>
                  <a:gd name="connsiteX58" fmla="*/ 76335 w 176642"/>
                  <a:gd name="connsiteY58" fmla="*/ 143583 h 176963"/>
                  <a:gd name="connsiteX59" fmla="*/ 71484 w 176642"/>
                  <a:gd name="connsiteY59" fmla="*/ 142120 h 176963"/>
                  <a:gd name="connsiteX60" fmla="*/ 68371 w 176642"/>
                  <a:gd name="connsiteY60" fmla="*/ 141023 h 176963"/>
                  <a:gd name="connsiteX61" fmla="*/ 57020 w 176642"/>
                  <a:gd name="connsiteY61" fmla="*/ 147151 h 176963"/>
                  <a:gd name="connsiteX62" fmla="*/ 53087 w 176642"/>
                  <a:gd name="connsiteY62" fmla="*/ 151264 h 176963"/>
                  <a:gd name="connsiteX63" fmla="*/ 55371 w 176642"/>
                  <a:gd name="connsiteY63" fmla="*/ 152451 h 176963"/>
                  <a:gd name="connsiteX64" fmla="*/ 61781 w 176642"/>
                  <a:gd name="connsiteY64" fmla="*/ 155378 h 176963"/>
                  <a:gd name="connsiteX65" fmla="*/ 64162 w 176642"/>
                  <a:gd name="connsiteY65" fmla="*/ 176964 h 176963"/>
                  <a:gd name="connsiteX66" fmla="*/ 112853 w 176642"/>
                  <a:gd name="connsiteY66" fmla="*/ 176964 h 176963"/>
                  <a:gd name="connsiteX67" fmla="*/ 114868 w 176642"/>
                  <a:gd name="connsiteY67" fmla="*/ 155288 h 176963"/>
                  <a:gd name="connsiteX68" fmla="*/ 116607 w 176642"/>
                  <a:gd name="connsiteY68" fmla="*/ 154556 h 176963"/>
                  <a:gd name="connsiteX69" fmla="*/ 133534 w 176642"/>
                  <a:gd name="connsiteY69" fmla="*/ 168179 h 176963"/>
                  <a:gd name="connsiteX70" fmla="*/ 167948 w 176642"/>
                  <a:gd name="connsiteY70" fmla="*/ 133798 h 176963"/>
                  <a:gd name="connsiteX71" fmla="*/ 154402 w 176642"/>
                  <a:gd name="connsiteY71" fmla="*/ 116787 h 176963"/>
                  <a:gd name="connsiteX72" fmla="*/ 155140 w 176642"/>
                  <a:gd name="connsiteY72" fmla="*/ 115138 h 176963"/>
                  <a:gd name="connsiteX73" fmla="*/ 176643 w 176642"/>
                  <a:gd name="connsiteY73" fmla="*/ 112763 h 176963"/>
                  <a:gd name="connsiteX74" fmla="*/ 176643 w 176642"/>
                  <a:gd name="connsiteY74" fmla="*/ 64111 h 176963"/>
                  <a:gd name="connsiteX75" fmla="*/ 155140 w 176642"/>
                  <a:gd name="connsiteY75" fmla="*/ 61730 h 176963"/>
                  <a:gd name="connsiteX76" fmla="*/ 154768 w 176642"/>
                  <a:gd name="connsiteY76" fmla="*/ 59811 h 17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76642" h="176963">
                    <a:moveTo>
                      <a:pt x="154768" y="59811"/>
                    </a:moveTo>
                    <a:lnTo>
                      <a:pt x="168314" y="42897"/>
                    </a:lnTo>
                    <a:lnTo>
                      <a:pt x="133900" y="8509"/>
                    </a:lnTo>
                    <a:lnTo>
                      <a:pt x="116973" y="22042"/>
                    </a:lnTo>
                    <a:lnTo>
                      <a:pt x="114868" y="21586"/>
                    </a:lnTo>
                    <a:lnTo>
                      <a:pt x="112487" y="0"/>
                    </a:lnTo>
                    <a:lnTo>
                      <a:pt x="64162" y="0"/>
                    </a:lnTo>
                    <a:lnTo>
                      <a:pt x="61781" y="21586"/>
                    </a:lnTo>
                    <a:lnTo>
                      <a:pt x="60132" y="22228"/>
                    </a:lnTo>
                    <a:lnTo>
                      <a:pt x="43198" y="8688"/>
                    </a:lnTo>
                    <a:lnTo>
                      <a:pt x="8785" y="43076"/>
                    </a:lnTo>
                    <a:lnTo>
                      <a:pt x="22331" y="59811"/>
                    </a:lnTo>
                    <a:cubicBezTo>
                      <a:pt x="22331" y="60363"/>
                      <a:pt x="21875" y="60999"/>
                      <a:pt x="21599" y="61550"/>
                    </a:cubicBezTo>
                    <a:lnTo>
                      <a:pt x="0" y="63925"/>
                    </a:lnTo>
                    <a:lnTo>
                      <a:pt x="0" y="112577"/>
                    </a:lnTo>
                    <a:lnTo>
                      <a:pt x="21599" y="114958"/>
                    </a:lnTo>
                    <a:cubicBezTo>
                      <a:pt x="22427" y="116877"/>
                      <a:pt x="23248" y="118891"/>
                      <a:pt x="24256" y="120720"/>
                    </a:cubicBezTo>
                    <a:lnTo>
                      <a:pt x="27913" y="116877"/>
                    </a:lnTo>
                    <a:cubicBezTo>
                      <a:pt x="30878" y="112635"/>
                      <a:pt x="32957" y="107848"/>
                      <a:pt x="34048" y="102791"/>
                    </a:cubicBezTo>
                    <a:lnTo>
                      <a:pt x="33316" y="100417"/>
                    </a:lnTo>
                    <a:lnTo>
                      <a:pt x="15741" y="98499"/>
                    </a:lnTo>
                    <a:lnTo>
                      <a:pt x="15741" y="78100"/>
                    </a:lnTo>
                    <a:lnTo>
                      <a:pt x="33316" y="76181"/>
                    </a:lnTo>
                    <a:lnTo>
                      <a:pt x="34869" y="71246"/>
                    </a:lnTo>
                    <a:cubicBezTo>
                      <a:pt x="35800" y="68089"/>
                      <a:pt x="37025" y="65028"/>
                      <a:pt x="38533" y="62096"/>
                    </a:cubicBezTo>
                    <a:lnTo>
                      <a:pt x="40824" y="57527"/>
                    </a:lnTo>
                    <a:lnTo>
                      <a:pt x="29838" y="43808"/>
                    </a:lnTo>
                    <a:lnTo>
                      <a:pt x="44302" y="29357"/>
                    </a:lnTo>
                    <a:lnTo>
                      <a:pt x="58117" y="40330"/>
                    </a:lnTo>
                    <a:lnTo>
                      <a:pt x="62693" y="37956"/>
                    </a:lnTo>
                    <a:cubicBezTo>
                      <a:pt x="65638" y="36473"/>
                      <a:pt x="68699" y="35254"/>
                      <a:pt x="71849" y="34298"/>
                    </a:cubicBezTo>
                    <a:lnTo>
                      <a:pt x="76701" y="32745"/>
                    </a:lnTo>
                    <a:lnTo>
                      <a:pt x="78253" y="15734"/>
                    </a:lnTo>
                    <a:lnTo>
                      <a:pt x="98755" y="15734"/>
                    </a:lnTo>
                    <a:lnTo>
                      <a:pt x="100770" y="33201"/>
                    </a:lnTo>
                    <a:lnTo>
                      <a:pt x="105621" y="34754"/>
                    </a:lnTo>
                    <a:cubicBezTo>
                      <a:pt x="108765" y="35729"/>
                      <a:pt x="111826" y="36948"/>
                      <a:pt x="114772" y="38411"/>
                    </a:cubicBezTo>
                    <a:lnTo>
                      <a:pt x="119353" y="40792"/>
                    </a:lnTo>
                    <a:lnTo>
                      <a:pt x="133079" y="29819"/>
                    </a:lnTo>
                    <a:lnTo>
                      <a:pt x="147632" y="44263"/>
                    </a:lnTo>
                    <a:lnTo>
                      <a:pt x="136557" y="57983"/>
                    </a:lnTo>
                    <a:lnTo>
                      <a:pt x="138937" y="62558"/>
                    </a:lnTo>
                    <a:cubicBezTo>
                      <a:pt x="140401" y="65503"/>
                      <a:pt x="141626" y="68558"/>
                      <a:pt x="142595" y="71702"/>
                    </a:cubicBezTo>
                    <a:lnTo>
                      <a:pt x="144154" y="76637"/>
                    </a:lnTo>
                    <a:lnTo>
                      <a:pt x="161634" y="78561"/>
                    </a:lnTo>
                    <a:lnTo>
                      <a:pt x="161634" y="99044"/>
                    </a:lnTo>
                    <a:lnTo>
                      <a:pt x="144154" y="100963"/>
                    </a:lnTo>
                    <a:lnTo>
                      <a:pt x="142326" y="105538"/>
                    </a:lnTo>
                    <a:cubicBezTo>
                      <a:pt x="141344" y="108676"/>
                      <a:pt x="140125" y="111737"/>
                      <a:pt x="138662" y="114682"/>
                    </a:cubicBezTo>
                    <a:lnTo>
                      <a:pt x="136281" y="119167"/>
                    </a:lnTo>
                    <a:lnTo>
                      <a:pt x="147267" y="132976"/>
                    </a:lnTo>
                    <a:lnTo>
                      <a:pt x="133169" y="147055"/>
                    </a:lnTo>
                    <a:lnTo>
                      <a:pt x="119443" y="136082"/>
                    </a:lnTo>
                    <a:lnTo>
                      <a:pt x="114868" y="138367"/>
                    </a:lnTo>
                    <a:cubicBezTo>
                      <a:pt x="111935" y="139874"/>
                      <a:pt x="108875" y="141100"/>
                      <a:pt x="105711" y="142024"/>
                    </a:cubicBezTo>
                    <a:lnTo>
                      <a:pt x="100860" y="143583"/>
                    </a:lnTo>
                    <a:lnTo>
                      <a:pt x="98851" y="161140"/>
                    </a:lnTo>
                    <a:lnTo>
                      <a:pt x="78253" y="161140"/>
                    </a:lnTo>
                    <a:lnTo>
                      <a:pt x="76335" y="143583"/>
                    </a:lnTo>
                    <a:lnTo>
                      <a:pt x="71484" y="142120"/>
                    </a:lnTo>
                    <a:cubicBezTo>
                      <a:pt x="70425" y="141806"/>
                      <a:pt x="69385" y="141440"/>
                      <a:pt x="68371" y="141023"/>
                    </a:cubicBezTo>
                    <a:cubicBezTo>
                      <a:pt x="64123" y="142063"/>
                      <a:pt x="60222" y="144174"/>
                      <a:pt x="57020" y="147151"/>
                    </a:cubicBezTo>
                    <a:lnTo>
                      <a:pt x="53087" y="151264"/>
                    </a:lnTo>
                    <a:lnTo>
                      <a:pt x="55371" y="152451"/>
                    </a:lnTo>
                    <a:cubicBezTo>
                      <a:pt x="57450" y="153555"/>
                      <a:pt x="59587" y="154537"/>
                      <a:pt x="61781" y="155378"/>
                    </a:cubicBezTo>
                    <a:lnTo>
                      <a:pt x="64162" y="176964"/>
                    </a:lnTo>
                    <a:lnTo>
                      <a:pt x="112853" y="176964"/>
                    </a:lnTo>
                    <a:lnTo>
                      <a:pt x="114868" y="155288"/>
                    </a:lnTo>
                    <a:lnTo>
                      <a:pt x="116607" y="154556"/>
                    </a:lnTo>
                    <a:lnTo>
                      <a:pt x="133534" y="168179"/>
                    </a:lnTo>
                    <a:lnTo>
                      <a:pt x="167948" y="133798"/>
                    </a:lnTo>
                    <a:lnTo>
                      <a:pt x="154402" y="116787"/>
                    </a:lnTo>
                    <a:lnTo>
                      <a:pt x="155140" y="115138"/>
                    </a:lnTo>
                    <a:lnTo>
                      <a:pt x="176643" y="112763"/>
                    </a:lnTo>
                    <a:lnTo>
                      <a:pt x="176643" y="64111"/>
                    </a:lnTo>
                    <a:lnTo>
                      <a:pt x="155140" y="61730"/>
                    </a:lnTo>
                    <a:cubicBezTo>
                      <a:pt x="155230" y="61185"/>
                      <a:pt x="155044" y="60543"/>
                      <a:pt x="154768" y="59811"/>
                    </a:cubicBez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B23DA41B-8B0B-748A-B1BE-3179A1F654F9}"/>
                  </a:ext>
                </a:extLst>
              </p:cNvPr>
              <p:cNvSpPr/>
              <p:nvPr/>
            </p:nvSpPr>
            <p:spPr>
              <a:xfrm>
                <a:off x="1268436" y="3879512"/>
                <a:ext cx="151187" cy="153428"/>
              </a:xfrm>
              <a:custGeom>
                <a:avLst/>
                <a:gdLst>
                  <a:gd name="connsiteX0" fmla="*/ 86204 w 151187"/>
                  <a:gd name="connsiteY0" fmla="*/ 78043 h 153428"/>
                  <a:gd name="connsiteX1" fmla="*/ 91145 w 151187"/>
                  <a:gd name="connsiteY1" fmla="*/ 72923 h 153428"/>
                  <a:gd name="connsiteX2" fmla="*/ 123730 w 151187"/>
                  <a:gd name="connsiteY2" fmla="*/ 61218 h 153428"/>
                  <a:gd name="connsiteX3" fmla="*/ 142204 w 151187"/>
                  <a:gd name="connsiteY3" fmla="*/ 52556 h 153428"/>
                  <a:gd name="connsiteX4" fmla="*/ 151187 w 151187"/>
                  <a:gd name="connsiteY4" fmla="*/ 34242 h 153428"/>
                  <a:gd name="connsiteX5" fmla="*/ 132880 w 151187"/>
                  <a:gd name="connsiteY5" fmla="*/ 46588 h 153428"/>
                  <a:gd name="connsiteX6" fmla="*/ 126835 w 151187"/>
                  <a:gd name="connsiteY6" fmla="*/ 48417 h 153428"/>
                  <a:gd name="connsiteX7" fmla="*/ 122626 w 151187"/>
                  <a:gd name="connsiteY7" fmla="*/ 47499 h 153428"/>
                  <a:gd name="connsiteX8" fmla="*/ 112192 w 151187"/>
                  <a:gd name="connsiteY8" fmla="*/ 36161 h 153428"/>
                  <a:gd name="connsiteX9" fmla="*/ 106975 w 151187"/>
                  <a:gd name="connsiteY9" fmla="*/ 23725 h 153428"/>
                  <a:gd name="connsiteX10" fmla="*/ 108310 w 151187"/>
                  <a:gd name="connsiteY10" fmla="*/ 18534 h 153428"/>
                  <a:gd name="connsiteX11" fmla="*/ 111923 w 151187"/>
                  <a:gd name="connsiteY11" fmla="*/ 14574 h 153428"/>
                  <a:gd name="connsiteX12" fmla="*/ 131507 w 151187"/>
                  <a:gd name="connsiteY12" fmla="*/ 1497 h 153428"/>
                  <a:gd name="connsiteX13" fmla="*/ 121804 w 151187"/>
                  <a:gd name="connsiteY13" fmla="*/ 34 h 153428"/>
                  <a:gd name="connsiteX14" fmla="*/ 99378 w 151187"/>
                  <a:gd name="connsiteY14" fmla="*/ 7625 h 153428"/>
                  <a:gd name="connsiteX15" fmla="*/ 90227 w 151187"/>
                  <a:gd name="connsiteY15" fmla="*/ 30308 h 153428"/>
                  <a:gd name="connsiteX16" fmla="*/ 79428 w 151187"/>
                  <a:gd name="connsiteY16" fmla="*/ 59569 h 153428"/>
                  <a:gd name="connsiteX17" fmla="*/ 75032 w 151187"/>
                  <a:gd name="connsiteY17" fmla="*/ 64234 h 153428"/>
                  <a:gd name="connsiteX18" fmla="*/ 73845 w 151187"/>
                  <a:gd name="connsiteY18" fmla="*/ 65518 h 153428"/>
                  <a:gd name="connsiteX19" fmla="*/ 27259 w 151187"/>
                  <a:gd name="connsiteY19" fmla="*/ 113073 h 153428"/>
                  <a:gd name="connsiteX20" fmla="*/ 22042 w 151187"/>
                  <a:gd name="connsiteY20" fmla="*/ 118463 h 153428"/>
                  <a:gd name="connsiteX21" fmla="*/ 20303 w 151187"/>
                  <a:gd name="connsiteY21" fmla="*/ 119015 h 153428"/>
                  <a:gd name="connsiteX22" fmla="*/ 18840 w 151187"/>
                  <a:gd name="connsiteY22" fmla="*/ 119015 h 153428"/>
                  <a:gd name="connsiteX23" fmla="*/ 17101 w 151187"/>
                  <a:gd name="connsiteY23" fmla="*/ 119015 h 153428"/>
                  <a:gd name="connsiteX24" fmla="*/ 10466 w 151187"/>
                  <a:gd name="connsiteY24" fmla="*/ 120356 h 153428"/>
                  <a:gd name="connsiteX25" fmla="*/ 4928 w 151187"/>
                  <a:gd name="connsiteY25" fmla="*/ 124225 h 153428"/>
                  <a:gd name="connsiteX26" fmla="*/ 0 w 151187"/>
                  <a:gd name="connsiteY26" fmla="*/ 136347 h 153428"/>
                  <a:gd name="connsiteX27" fmla="*/ 4928 w 151187"/>
                  <a:gd name="connsiteY27" fmla="*/ 148462 h 153428"/>
                  <a:gd name="connsiteX28" fmla="*/ 10402 w 151187"/>
                  <a:gd name="connsiteY28" fmla="*/ 152139 h 153428"/>
                  <a:gd name="connsiteX29" fmla="*/ 16870 w 151187"/>
                  <a:gd name="connsiteY29" fmla="*/ 153428 h 153428"/>
                  <a:gd name="connsiteX30" fmla="*/ 23338 w 151187"/>
                  <a:gd name="connsiteY30" fmla="*/ 152139 h 153428"/>
                  <a:gd name="connsiteX31" fmla="*/ 28812 w 151187"/>
                  <a:gd name="connsiteY31" fmla="*/ 148462 h 153428"/>
                  <a:gd name="connsiteX32" fmla="*/ 32751 w 151187"/>
                  <a:gd name="connsiteY32" fmla="*/ 141763 h 153428"/>
                  <a:gd name="connsiteX33" fmla="*/ 33297 w 151187"/>
                  <a:gd name="connsiteY33" fmla="*/ 134011 h 153428"/>
                  <a:gd name="connsiteX34" fmla="*/ 33297 w 151187"/>
                  <a:gd name="connsiteY34" fmla="*/ 132644 h 153428"/>
                  <a:gd name="connsiteX35" fmla="*/ 34304 w 151187"/>
                  <a:gd name="connsiteY35" fmla="*/ 131541 h 153428"/>
                  <a:gd name="connsiteX36" fmla="*/ 39431 w 151187"/>
                  <a:gd name="connsiteY36" fmla="*/ 126330 h 153428"/>
                  <a:gd name="connsiteX37" fmla="*/ 86204 w 151187"/>
                  <a:gd name="connsiteY37" fmla="*/ 78043 h 153428"/>
                  <a:gd name="connsiteX38" fmla="*/ 23691 w 151187"/>
                  <a:gd name="connsiteY38" fmla="*/ 140960 h 153428"/>
                  <a:gd name="connsiteX39" fmla="*/ 16459 w 151187"/>
                  <a:gd name="connsiteY39" fmla="*/ 143983 h 153428"/>
                  <a:gd name="connsiteX40" fmla="*/ 10145 w 151187"/>
                  <a:gd name="connsiteY40" fmla="*/ 139228 h 153428"/>
                  <a:gd name="connsiteX41" fmla="*/ 11152 w 151187"/>
                  <a:gd name="connsiteY41" fmla="*/ 131451 h 153428"/>
                  <a:gd name="connsiteX42" fmla="*/ 18474 w 151187"/>
                  <a:gd name="connsiteY42" fmla="*/ 128345 h 153428"/>
                  <a:gd name="connsiteX43" fmla="*/ 24698 w 151187"/>
                  <a:gd name="connsiteY43" fmla="*/ 133190 h 153428"/>
                  <a:gd name="connsiteX44" fmla="*/ 23691 w 151187"/>
                  <a:gd name="connsiteY44" fmla="*/ 140960 h 153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51187" h="153428">
                    <a:moveTo>
                      <a:pt x="86204" y="78043"/>
                    </a:moveTo>
                    <a:lnTo>
                      <a:pt x="91145" y="72923"/>
                    </a:lnTo>
                    <a:cubicBezTo>
                      <a:pt x="100225" y="65203"/>
                      <a:pt x="111801" y="61039"/>
                      <a:pt x="123730" y="61218"/>
                    </a:cubicBezTo>
                    <a:cubicBezTo>
                      <a:pt x="130692" y="60519"/>
                      <a:pt x="137211" y="57458"/>
                      <a:pt x="142204" y="52556"/>
                    </a:cubicBezTo>
                    <a:cubicBezTo>
                      <a:pt x="147196" y="47647"/>
                      <a:pt x="150366" y="41185"/>
                      <a:pt x="151187" y="34242"/>
                    </a:cubicBezTo>
                    <a:lnTo>
                      <a:pt x="132880" y="46588"/>
                    </a:lnTo>
                    <a:cubicBezTo>
                      <a:pt x="131103" y="47801"/>
                      <a:pt x="128991" y="48442"/>
                      <a:pt x="126835" y="48417"/>
                    </a:cubicBezTo>
                    <a:cubicBezTo>
                      <a:pt x="125385" y="48391"/>
                      <a:pt x="123954" y="48083"/>
                      <a:pt x="122626" y="47499"/>
                    </a:cubicBezTo>
                    <a:cubicBezTo>
                      <a:pt x="118108" y="44830"/>
                      <a:pt x="114476" y="40883"/>
                      <a:pt x="112192" y="36161"/>
                    </a:cubicBezTo>
                    <a:cubicBezTo>
                      <a:pt x="109510" y="32477"/>
                      <a:pt x="107726" y="28217"/>
                      <a:pt x="106975" y="23725"/>
                    </a:cubicBezTo>
                    <a:cubicBezTo>
                      <a:pt x="106988" y="21909"/>
                      <a:pt x="107444" y="20131"/>
                      <a:pt x="108310" y="18534"/>
                    </a:cubicBezTo>
                    <a:cubicBezTo>
                      <a:pt x="109170" y="16942"/>
                      <a:pt x="110408" y="15582"/>
                      <a:pt x="111923" y="14574"/>
                    </a:cubicBezTo>
                    <a:lnTo>
                      <a:pt x="131507" y="1497"/>
                    </a:lnTo>
                    <a:cubicBezTo>
                      <a:pt x="128375" y="470"/>
                      <a:pt x="125096" y="-24"/>
                      <a:pt x="121804" y="34"/>
                    </a:cubicBezTo>
                    <a:cubicBezTo>
                      <a:pt x="113642" y="-338"/>
                      <a:pt x="105634" y="2369"/>
                      <a:pt x="99378" y="7625"/>
                    </a:cubicBezTo>
                    <a:cubicBezTo>
                      <a:pt x="93878" y="13952"/>
                      <a:pt x="90657" y="21935"/>
                      <a:pt x="90227" y="30308"/>
                    </a:cubicBezTo>
                    <a:cubicBezTo>
                      <a:pt x="89534" y="40903"/>
                      <a:pt x="85787" y="51067"/>
                      <a:pt x="79428" y="59569"/>
                    </a:cubicBezTo>
                    <a:lnTo>
                      <a:pt x="75032" y="64234"/>
                    </a:lnTo>
                    <a:lnTo>
                      <a:pt x="73845" y="65518"/>
                    </a:lnTo>
                    <a:cubicBezTo>
                      <a:pt x="59567" y="80514"/>
                      <a:pt x="37237" y="102556"/>
                      <a:pt x="27259" y="113073"/>
                    </a:cubicBezTo>
                    <a:lnTo>
                      <a:pt x="22042" y="118463"/>
                    </a:lnTo>
                    <a:lnTo>
                      <a:pt x="20303" y="119015"/>
                    </a:lnTo>
                    <a:lnTo>
                      <a:pt x="18840" y="119015"/>
                    </a:lnTo>
                    <a:lnTo>
                      <a:pt x="17101" y="119015"/>
                    </a:lnTo>
                    <a:cubicBezTo>
                      <a:pt x="14823" y="119002"/>
                      <a:pt x="12564" y="119458"/>
                      <a:pt x="10466" y="120356"/>
                    </a:cubicBezTo>
                    <a:cubicBezTo>
                      <a:pt x="8374" y="121248"/>
                      <a:pt x="6487" y="122570"/>
                      <a:pt x="4928" y="124225"/>
                    </a:cubicBezTo>
                    <a:cubicBezTo>
                      <a:pt x="1765" y="127472"/>
                      <a:pt x="0" y="131816"/>
                      <a:pt x="0" y="136347"/>
                    </a:cubicBezTo>
                    <a:cubicBezTo>
                      <a:pt x="0" y="140871"/>
                      <a:pt x="1765" y="145221"/>
                      <a:pt x="4928" y="148462"/>
                    </a:cubicBezTo>
                    <a:cubicBezTo>
                      <a:pt x="6494" y="150034"/>
                      <a:pt x="8355" y="151285"/>
                      <a:pt x="10402" y="152139"/>
                    </a:cubicBezTo>
                    <a:cubicBezTo>
                      <a:pt x="12449" y="152986"/>
                      <a:pt x="14650" y="153428"/>
                      <a:pt x="16870" y="153428"/>
                    </a:cubicBezTo>
                    <a:cubicBezTo>
                      <a:pt x="19090" y="153428"/>
                      <a:pt x="21291" y="152986"/>
                      <a:pt x="23338" y="152139"/>
                    </a:cubicBezTo>
                    <a:cubicBezTo>
                      <a:pt x="25385" y="151285"/>
                      <a:pt x="27246" y="150034"/>
                      <a:pt x="28812" y="148462"/>
                    </a:cubicBezTo>
                    <a:cubicBezTo>
                      <a:pt x="30628" y="146562"/>
                      <a:pt x="31975" y="144272"/>
                      <a:pt x="32751" y="141763"/>
                    </a:cubicBezTo>
                    <a:cubicBezTo>
                      <a:pt x="33528" y="139254"/>
                      <a:pt x="33720" y="136603"/>
                      <a:pt x="33297" y="134011"/>
                    </a:cubicBezTo>
                    <a:lnTo>
                      <a:pt x="33297" y="132644"/>
                    </a:lnTo>
                    <a:lnTo>
                      <a:pt x="34304" y="131541"/>
                    </a:lnTo>
                    <a:lnTo>
                      <a:pt x="39431" y="126330"/>
                    </a:lnTo>
                    <a:cubicBezTo>
                      <a:pt x="49410" y="115813"/>
                      <a:pt x="72016" y="92950"/>
                      <a:pt x="86204" y="78043"/>
                    </a:cubicBezTo>
                    <a:close/>
                    <a:moveTo>
                      <a:pt x="23691" y="140960"/>
                    </a:moveTo>
                    <a:lnTo>
                      <a:pt x="16459" y="143983"/>
                    </a:lnTo>
                    <a:lnTo>
                      <a:pt x="10145" y="139228"/>
                    </a:lnTo>
                    <a:lnTo>
                      <a:pt x="11152" y="131451"/>
                    </a:lnTo>
                    <a:lnTo>
                      <a:pt x="18474" y="128345"/>
                    </a:lnTo>
                    <a:lnTo>
                      <a:pt x="24698" y="133190"/>
                    </a:lnTo>
                    <a:lnTo>
                      <a:pt x="23691" y="140960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FEF717CF-8F91-FBA2-3371-1CF03C0E27CA}"/>
                  </a:ext>
                </a:extLst>
              </p:cNvPr>
              <p:cNvSpPr/>
              <p:nvPr/>
            </p:nvSpPr>
            <p:spPr>
              <a:xfrm>
                <a:off x="1389881" y="3892616"/>
                <a:ext cx="19667" cy="22683"/>
              </a:xfrm>
              <a:custGeom>
                <a:avLst/>
                <a:gdLst>
                  <a:gd name="connsiteX0" fmla="*/ 11980 w 19667"/>
                  <a:gd name="connsiteY0" fmla="*/ 1194 h 22683"/>
                  <a:gd name="connsiteX1" fmla="*/ 9882 w 19667"/>
                  <a:gd name="connsiteY1" fmla="*/ 0 h 22683"/>
                  <a:gd name="connsiteX2" fmla="*/ 0 w 19667"/>
                  <a:gd name="connsiteY2" fmla="*/ 5583 h 22683"/>
                  <a:gd name="connsiteX3" fmla="*/ 0 w 19667"/>
                  <a:gd name="connsiteY3" fmla="*/ 9240 h 22683"/>
                  <a:gd name="connsiteX4" fmla="*/ 0 w 19667"/>
                  <a:gd name="connsiteY4" fmla="*/ 14547 h 22683"/>
                  <a:gd name="connsiteX5" fmla="*/ 0 w 19667"/>
                  <a:gd name="connsiteY5" fmla="*/ 16921 h 22683"/>
                  <a:gd name="connsiteX6" fmla="*/ 2105 w 19667"/>
                  <a:gd name="connsiteY6" fmla="*/ 18205 h 22683"/>
                  <a:gd name="connsiteX7" fmla="*/ 7957 w 19667"/>
                  <a:gd name="connsiteY7" fmla="*/ 21586 h 22683"/>
                  <a:gd name="connsiteX8" fmla="*/ 9786 w 19667"/>
                  <a:gd name="connsiteY8" fmla="*/ 22684 h 22683"/>
                  <a:gd name="connsiteX9" fmla="*/ 19578 w 19667"/>
                  <a:gd name="connsiteY9" fmla="*/ 17011 h 22683"/>
                  <a:gd name="connsiteX10" fmla="*/ 19668 w 19667"/>
                  <a:gd name="connsiteY10" fmla="*/ 13719 h 22683"/>
                  <a:gd name="connsiteX11" fmla="*/ 19668 w 19667"/>
                  <a:gd name="connsiteY11" fmla="*/ 5673 h 22683"/>
                  <a:gd name="connsiteX12" fmla="*/ 11980 w 19667"/>
                  <a:gd name="connsiteY12" fmla="*/ 1194 h 22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667" h="22683">
                    <a:moveTo>
                      <a:pt x="11980" y="1194"/>
                    </a:moveTo>
                    <a:lnTo>
                      <a:pt x="9882" y="0"/>
                    </a:lnTo>
                    <a:lnTo>
                      <a:pt x="0" y="5583"/>
                    </a:lnTo>
                    <a:lnTo>
                      <a:pt x="0" y="9240"/>
                    </a:lnTo>
                    <a:lnTo>
                      <a:pt x="0" y="14547"/>
                    </a:lnTo>
                    <a:lnTo>
                      <a:pt x="0" y="16921"/>
                    </a:lnTo>
                    <a:lnTo>
                      <a:pt x="2105" y="18205"/>
                    </a:lnTo>
                    <a:lnTo>
                      <a:pt x="7957" y="21586"/>
                    </a:lnTo>
                    <a:lnTo>
                      <a:pt x="9786" y="22684"/>
                    </a:lnTo>
                    <a:lnTo>
                      <a:pt x="19578" y="17011"/>
                    </a:lnTo>
                    <a:lnTo>
                      <a:pt x="19668" y="13719"/>
                    </a:lnTo>
                    <a:lnTo>
                      <a:pt x="19668" y="5673"/>
                    </a:lnTo>
                    <a:lnTo>
                      <a:pt x="11980" y="1194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7D4B32E8-C394-C0D1-BA01-F0F7A8A2A87B}"/>
                  </a:ext>
                </a:extLst>
              </p:cNvPr>
              <p:cNvSpPr/>
              <p:nvPr/>
            </p:nvSpPr>
            <p:spPr>
              <a:xfrm>
                <a:off x="1412757" y="3992122"/>
                <a:ext cx="80088" cy="80383"/>
              </a:xfrm>
              <a:custGeom>
                <a:avLst/>
                <a:gdLst>
                  <a:gd name="connsiteX0" fmla="*/ 27644 w 80088"/>
                  <a:gd name="connsiteY0" fmla="*/ 821 h 80383"/>
                  <a:gd name="connsiteX1" fmla="*/ 22607 w 80088"/>
                  <a:gd name="connsiteY1" fmla="*/ 2836 h 80383"/>
                  <a:gd name="connsiteX2" fmla="*/ 20778 w 80088"/>
                  <a:gd name="connsiteY2" fmla="*/ 3568 h 80383"/>
                  <a:gd name="connsiteX3" fmla="*/ 22061 w 80088"/>
                  <a:gd name="connsiteY3" fmla="*/ 8047 h 80383"/>
                  <a:gd name="connsiteX4" fmla="*/ 23524 w 80088"/>
                  <a:gd name="connsiteY4" fmla="*/ 13443 h 80383"/>
                  <a:gd name="connsiteX5" fmla="*/ 14374 w 80088"/>
                  <a:gd name="connsiteY5" fmla="*/ 22587 h 80383"/>
                  <a:gd name="connsiteX6" fmla="*/ 4120 w 80088"/>
                  <a:gd name="connsiteY6" fmla="*/ 19571 h 80383"/>
                  <a:gd name="connsiteX7" fmla="*/ 552 w 80088"/>
                  <a:gd name="connsiteY7" fmla="*/ 27984 h 80383"/>
                  <a:gd name="connsiteX8" fmla="*/ 9702 w 80088"/>
                  <a:gd name="connsiteY8" fmla="*/ 33015 h 80383"/>
                  <a:gd name="connsiteX9" fmla="*/ 9157 w 80088"/>
                  <a:gd name="connsiteY9" fmla="*/ 44353 h 80383"/>
                  <a:gd name="connsiteX10" fmla="*/ 9157 w 80088"/>
                  <a:gd name="connsiteY10" fmla="*/ 46272 h 80383"/>
                  <a:gd name="connsiteX11" fmla="*/ 0 w 80088"/>
                  <a:gd name="connsiteY11" fmla="*/ 51027 h 80383"/>
                  <a:gd name="connsiteX12" fmla="*/ 3388 w 80088"/>
                  <a:gd name="connsiteY12" fmla="*/ 59536 h 80383"/>
                  <a:gd name="connsiteX13" fmla="*/ 13270 w 80088"/>
                  <a:gd name="connsiteY13" fmla="*/ 56699 h 80383"/>
                  <a:gd name="connsiteX14" fmla="*/ 20964 w 80088"/>
                  <a:gd name="connsiteY14" fmla="*/ 65112 h 80383"/>
                  <a:gd name="connsiteX15" fmla="*/ 22517 w 80088"/>
                  <a:gd name="connsiteY15" fmla="*/ 66209 h 80383"/>
                  <a:gd name="connsiteX16" fmla="*/ 19494 w 80088"/>
                  <a:gd name="connsiteY16" fmla="*/ 75995 h 80383"/>
                  <a:gd name="connsiteX17" fmla="*/ 27920 w 80088"/>
                  <a:gd name="connsiteY17" fmla="*/ 79563 h 80383"/>
                  <a:gd name="connsiteX18" fmla="*/ 32861 w 80088"/>
                  <a:gd name="connsiteY18" fmla="*/ 70418 h 80383"/>
                  <a:gd name="connsiteX19" fmla="*/ 39906 w 80088"/>
                  <a:gd name="connsiteY19" fmla="*/ 71240 h 80383"/>
                  <a:gd name="connsiteX20" fmla="*/ 44302 w 80088"/>
                  <a:gd name="connsiteY20" fmla="*/ 71240 h 80383"/>
                  <a:gd name="connsiteX21" fmla="*/ 46131 w 80088"/>
                  <a:gd name="connsiteY21" fmla="*/ 71240 h 80383"/>
                  <a:gd name="connsiteX22" fmla="*/ 50892 w 80088"/>
                  <a:gd name="connsiteY22" fmla="*/ 80384 h 80383"/>
                  <a:gd name="connsiteX23" fmla="*/ 59401 w 80088"/>
                  <a:gd name="connsiteY23" fmla="*/ 77002 h 80383"/>
                  <a:gd name="connsiteX24" fmla="*/ 56654 w 80088"/>
                  <a:gd name="connsiteY24" fmla="*/ 67127 h 80383"/>
                  <a:gd name="connsiteX25" fmla="*/ 65080 w 80088"/>
                  <a:gd name="connsiteY25" fmla="*/ 59439 h 80383"/>
                  <a:gd name="connsiteX26" fmla="*/ 66081 w 80088"/>
                  <a:gd name="connsiteY26" fmla="*/ 57887 h 80383"/>
                  <a:gd name="connsiteX27" fmla="*/ 75969 w 80088"/>
                  <a:gd name="connsiteY27" fmla="*/ 60999 h 80383"/>
                  <a:gd name="connsiteX28" fmla="*/ 79537 w 80088"/>
                  <a:gd name="connsiteY28" fmla="*/ 52586 h 80383"/>
                  <a:gd name="connsiteX29" fmla="*/ 70386 w 80088"/>
                  <a:gd name="connsiteY29" fmla="*/ 47555 h 80383"/>
                  <a:gd name="connsiteX30" fmla="*/ 70932 w 80088"/>
                  <a:gd name="connsiteY30" fmla="*/ 36217 h 80383"/>
                  <a:gd name="connsiteX31" fmla="*/ 70932 w 80088"/>
                  <a:gd name="connsiteY31" fmla="*/ 34292 h 80383"/>
                  <a:gd name="connsiteX32" fmla="*/ 80089 w 80088"/>
                  <a:gd name="connsiteY32" fmla="*/ 29537 h 80383"/>
                  <a:gd name="connsiteX33" fmla="*/ 76701 w 80088"/>
                  <a:gd name="connsiteY33" fmla="*/ 21035 h 80383"/>
                  <a:gd name="connsiteX34" fmla="*/ 66819 w 80088"/>
                  <a:gd name="connsiteY34" fmla="*/ 23871 h 80383"/>
                  <a:gd name="connsiteX35" fmla="*/ 57662 w 80088"/>
                  <a:gd name="connsiteY35" fmla="*/ 14720 h 80383"/>
                  <a:gd name="connsiteX36" fmla="*/ 60774 w 80088"/>
                  <a:gd name="connsiteY36" fmla="*/ 4935 h 80383"/>
                  <a:gd name="connsiteX37" fmla="*/ 52355 w 80088"/>
                  <a:gd name="connsiteY37" fmla="*/ 1277 h 80383"/>
                  <a:gd name="connsiteX38" fmla="*/ 47414 w 80088"/>
                  <a:gd name="connsiteY38" fmla="*/ 10427 h 80383"/>
                  <a:gd name="connsiteX39" fmla="*/ 35883 w 80088"/>
                  <a:gd name="connsiteY39" fmla="*/ 9144 h 80383"/>
                  <a:gd name="connsiteX40" fmla="*/ 34048 w 80088"/>
                  <a:gd name="connsiteY40" fmla="*/ 9144 h 80383"/>
                  <a:gd name="connsiteX41" fmla="*/ 31032 w 80088"/>
                  <a:gd name="connsiteY41" fmla="*/ 3382 h 80383"/>
                  <a:gd name="connsiteX42" fmla="*/ 29293 w 80088"/>
                  <a:gd name="connsiteY42" fmla="*/ 0 h 80383"/>
                  <a:gd name="connsiteX43" fmla="*/ 27644 w 80088"/>
                  <a:gd name="connsiteY43" fmla="*/ 821 h 80383"/>
                  <a:gd name="connsiteX44" fmla="*/ 38078 w 80088"/>
                  <a:gd name="connsiteY44" fmla="*/ 24506 h 80383"/>
                  <a:gd name="connsiteX45" fmla="*/ 49718 w 80088"/>
                  <a:gd name="connsiteY45" fmla="*/ 27522 h 80383"/>
                  <a:gd name="connsiteX46" fmla="*/ 55833 w 80088"/>
                  <a:gd name="connsiteY46" fmla="*/ 37860 h 80383"/>
                  <a:gd name="connsiteX47" fmla="*/ 55454 w 80088"/>
                  <a:gd name="connsiteY47" fmla="*/ 43981 h 80383"/>
                  <a:gd name="connsiteX48" fmla="*/ 52721 w 80088"/>
                  <a:gd name="connsiteY48" fmla="*/ 49474 h 80383"/>
                  <a:gd name="connsiteX49" fmla="*/ 48184 w 80088"/>
                  <a:gd name="connsiteY49" fmla="*/ 53613 h 80383"/>
                  <a:gd name="connsiteX50" fmla="*/ 42377 w 80088"/>
                  <a:gd name="connsiteY50" fmla="*/ 55602 h 80383"/>
                  <a:gd name="connsiteX51" fmla="*/ 35979 w 80088"/>
                  <a:gd name="connsiteY51" fmla="*/ 55596 h 80383"/>
                  <a:gd name="connsiteX52" fmla="*/ 30108 w 80088"/>
                  <a:gd name="connsiteY52" fmla="*/ 53048 h 80383"/>
                  <a:gd name="connsiteX53" fmla="*/ 25738 w 80088"/>
                  <a:gd name="connsiteY53" fmla="*/ 48377 h 80383"/>
                  <a:gd name="connsiteX54" fmla="*/ 23595 w 80088"/>
                  <a:gd name="connsiteY54" fmla="*/ 42351 h 80383"/>
                  <a:gd name="connsiteX55" fmla="*/ 24025 w 80088"/>
                  <a:gd name="connsiteY55" fmla="*/ 35973 h 80383"/>
                  <a:gd name="connsiteX56" fmla="*/ 26957 w 80088"/>
                  <a:gd name="connsiteY56" fmla="*/ 30288 h 80383"/>
                  <a:gd name="connsiteX57" fmla="*/ 31917 w 80088"/>
                  <a:gd name="connsiteY57" fmla="*/ 26245 h 80383"/>
                  <a:gd name="connsiteX58" fmla="*/ 38078 w 80088"/>
                  <a:gd name="connsiteY58" fmla="*/ 24506 h 80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80088" h="80383">
                    <a:moveTo>
                      <a:pt x="27644" y="821"/>
                    </a:moveTo>
                    <a:lnTo>
                      <a:pt x="22607" y="2836"/>
                    </a:lnTo>
                    <a:lnTo>
                      <a:pt x="20778" y="3568"/>
                    </a:lnTo>
                    <a:lnTo>
                      <a:pt x="22061" y="8047"/>
                    </a:lnTo>
                    <a:lnTo>
                      <a:pt x="23524" y="13443"/>
                    </a:lnTo>
                    <a:cubicBezTo>
                      <a:pt x="19866" y="15817"/>
                      <a:pt x="16748" y="18936"/>
                      <a:pt x="14374" y="22587"/>
                    </a:cubicBezTo>
                    <a:lnTo>
                      <a:pt x="4120" y="19571"/>
                    </a:lnTo>
                    <a:lnTo>
                      <a:pt x="552" y="27984"/>
                    </a:lnTo>
                    <a:lnTo>
                      <a:pt x="9702" y="33015"/>
                    </a:lnTo>
                    <a:cubicBezTo>
                      <a:pt x="8830" y="36730"/>
                      <a:pt x="8643" y="40574"/>
                      <a:pt x="9157" y="44353"/>
                    </a:cubicBezTo>
                    <a:cubicBezTo>
                      <a:pt x="9157" y="44995"/>
                      <a:pt x="9157" y="45630"/>
                      <a:pt x="9157" y="46272"/>
                    </a:cubicBezTo>
                    <a:lnTo>
                      <a:pt x="0" y="51027"/>
                    </a:lnTo>
                    <a:lnTo>
                      <a:pt x="3388" y="59536"/>
                    </a:lnTo>
                    <a:lnTo>
                      <a:pt x="13270" y="56699"/>
                    </a:lnTo>
                    <a:cubicBezTo>
                      <a:pt x="15311" y="59940"/>
                      <a:pt x="17916" y="62789"/>
                      <a:pt x="20964" y="65112"/>
                    </a:cubicBezTo>
                    <a:lnTo>
                      <a:pt x="22517" y="66209"/>
                    </a:lnTo>
                    <a:lnTo>
                      <a:pt x="19494" y="75995"/>
                    </a:lnTo>
                    <a:lnTo>
                      <a:pt x="27920" y="79563"/>
                    </a:lnTo>
                    <a:lnTo>
                      <a:pt x="32861" y="70418"/>
                    </a:lnTo>
                    <a:cubicBezTo>
                      <a:pt x="35171" y="70964"/>
                      <a:pt x="37532" y="71240"/>
                      <a:pt x="39906" y="71240"/>
                    </a:cubicBezTo>
                    <a:cubicBezTo>
                      <a:pt x="41369" y="71375"/>
                      <a:pt x="42839" y="71375"/>
                      <a:pt x="44302" y="71240"/>
                    </a:cubicBezTo>
                    <a:lnTo>
                      <a:pt x="46131" y="71240"/>
                    </a:lnTo>
                    <a:lnTo>
                      <a:pt x="50892" y="80384"/>
                    </a:lnTo>
                    <a:lnTo>
                      <a:pt x="59401" y="77002"/>
                    </a:lnTo>
                    <a:lnTo>
                      <a:pt x="56654" y="67127"/>
                    </a:lnTo>
                    <a:cubicBezTo>
                      <a:pt x="59901" y="65086"/>
                      <a:pt x="62757" y="62487"/>
                      <a:pt x="65080" y="59439"/>
                    </a:cubicBezTo>
                    <a:cubicBezTo>
                      <a:pt x="65465" y="58958"/>
                      <a:pt x="65798" y="58438"/>
                      <a:pt x="66081" y="57887"/>
                    </a:cubicBezTo>
                    <a:lnTo>
                      <a:pt x="75969" y="60999"/>
                    </a:lnTo>
                    <a:lnTo>
                      <a:pt x="79537" y="52586"/>
                    </a:lnTo>
                    <a:lnTo>
                      <a:pt x="70386" y="47555"/>
                    </a:lnTo>
                    <a:cubicBezTo>
                      <a:pt x="71297" y="43846"/>
                      <a:pt x="71484" y="39996"/>
                      <a:pt x="70932" y="36217"/>
                    </a:cubicBezTo>
                    <a:cubicBezTo>
                      <a:pt x="70932" y="35575"/>
                      <a:pt x="70932" y="34933"/>
                      <a:pt x="70932" y="34292"/>
                    </a:cubicBezTo>
                    <a:lnTo>
                      <a:pt x="80089" y="29537"/>
                    </a:lnTo>
                    <a:lnTo>
                      <a:pt x="76701" y="21035"/>
                    </a:lnTo>
                    <a:lnTo>
                      <a:pt x="66819" y="23871"/>
                    </a:lnTo>
                    <a:cubicBezTo>
                      <a:pt x="64444" y="20207"/>
                      <a:pt x="61326" y="17088"/>
                      <a:pt x="57662" y="14720"/>
                    </a:cubicBezTo>
                    <a:lnTo>
                      <a:pt x="60774" y="4935"/>
                    </a:lnTo>
                    <a:lnTo>
                      <a:pt x="52355" y="1277"/>
                    </a:lnTo>
                    <a:lnTo>
                      <a:pt x="47414" y="10427"/>
                    </a:lnTo>
                    <a:cubicBezTo>
                      <a:pt x="43679" y="9298"/>
                      <a:pt x="39772" y="8862"/>
                      <a:pt x="35883" y="9144"/>
                    </a:cubicBezTo>
                    <a:lnTo>
                      <a:pt x="34048" y="9144"/>
                    </a:lnTo>
                    <a:lnTo>
                      <a:pt x="31032" y="3382"/>
                    </a:lnTo>
                    <a:lnTo>
                      <a:pt x="29293" y="0"/>
                    </a:lnTo>
                    <a:lnTo>
                      <a:pt x="27644" y="821"/>
                    </a:lnTo>
                    <a:close/>
                    <a:moveTo>
                      <a:pt x="38078" y="24506"/>
                    </a:moveTo>
                    <a:cubicBezTo>
                      <a:pt x="42204" y="23935"/>
                      <a:pt x="46387" y="25019"/>
                      <a:pt x="49718" y="27522"/>
                    </a:cubicBezTo>
                    <a:cubicBezTo>
                      <a:pt x="53042" y="30025"/>
                      <a:pt x="55243" y="33740"/>
                      <a:pt x="55833" y="37860"/>
                    </a:cubicBezTo>
                    <a:cubicBezTo>
                      <a:pt x="56115" y="39907"/>
                      <a:pt x="55987" y="41985"/>
                      <a:pt x="55454" y="43981"/>
                    </a:cubicBezTo>
                    <a:cubicBezTo>
                      <a:pt x="54922" y="45977"/>
                      <a:pt x="53991" y="47844"/>
                      <a:pt x="52721" y="49474"/>
                    </a:cubicBezTo>
                    <a:cubicBezTo>
                      <a:pt x="51508" y="51149"/>
                      <a:pt x="49968" y="52554"/>
                      <a:pt x="48184" y="53613"/>
                    </a:cubicBezTo>
                    <a:cubicBezTo>
                      <a:pt x="46407" y="54665"/>
                      <a:pt x="44430" y="55345"/>
                      <a:pt x="42377" y="55602"/>
                    </a:cubicBezTo>
                    <a:cubicBezTo>
                      <a:pt x="40266" y="56038"/>
                      <a:pt x="38090" y="56038"/>
                      <a:pt x="35979" y="55596"/>
                    </a:cubicBezTo>
                    <a:cubicBezTo>
                      <a:pt x="33868" y="55159"/>
                      <a:pt x="31872" y="54293"/>
                      <a:pt x="30108" y="53048"/>
                    </a:cubicBezTo>
                    <a:cubicBezTo>
                      <a:pt x="28350" y="51810"/>
                      <a:pt x="26861" y="50218"/>
                      <a:pt x="25738" y="48377"/>
                    </a:cubicBezTo>
                    <a:cubicBezTo>
                      <a:pt x="24621" y="46535"/>
                      <a:pt x="23890" y="44488"/>
                      <a:pt x="23595" y="42351"/>
                    </a:cubicBezTo>
                    <a:cubicBezTo>
                      <a:pt x="23300" y="40221"/>
                      <a:pt x="23441" y="38046"/>
                      <a:pt x="24025" y="35973"/>
                    </a:cubicBezTo>
                    <a:cubicBezTo>
                      <a:pt x="24602" y="33900"/>
                      <a:pt x="25603" y="31962"/>
                      <a:pt x="26957" y="30288"/>
                    </a:cubicBezTo>
                    <a:cubicBezTo>
                      <a:pt x="28317" y="28619"/>
                      <a:pt x="30005" y="27240"/>
                      <a:pt x="31917" y="26245"/>
                    </a:cubicBezTo>
                    <a:cubicBezTo>
                      <a:pt x="33830" y="25250"/>
                      <a:pt x="35928" y="24660"/>
                      <a:pt x="38078" y="24506"/>
                    </a:cubicBez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BD253EEA-C995-F037-A75E-58593A5EEA0E}"/>
                  </a:ext>
                </a:extLst>
              </p:cNvPr>
              <p:cNvSpPr/>
              <p:nvPr/>
            </p:nvSpPr>
            <p:spPr>
              <a:xfrm>
                <a:off x="1444790" y="4025593"/>
                <a:ext cx="16099" cy="13898"/>
              </a:xfrm>
              <a:custGeom>
                <a:avLst/>
                <a:gdLst>
                  <a:gd name="connsiteX0" fmla="*/ 12070 w 16099"/>
                  <a:gd name="connsiteY0" fmla="*/ 13899 h 13898"/>
                  <a:gd name="connsiteX1" fmla="*/ 16100 w 16099"/>
                  <a:gd name="connsiteY1" fmla="*/ 6949 h 13898"/>
                  <a:gd name="connsiteX2" fmla="*/ 12070 w 16099"/>
                  <a:gd name="connsiteY2" fmla="*/ 0 h 13898"/>
                  <a:gd name="connsiteX3" fmla="*/ 4023 w 16099"/>
                  <a:gd name="connsiteY3" fmla="*/ 0 h 13898"/>
                  <a:gd name="connsiteX4" fmla="*/ 0 w 16099"/>
                  <a:gd name="connsiteY4" fmla="*/ 6949 h 13898"/>
                  <a:gd name="connsiteX5" fmla="*/ 4023 w 16099"/>
                  <a:gd name="connsiteY5" fmla="*/ 13899 h 13898"/>
                  <a:gd name="connsiteX6" fmla="*/ 12070 w 16099"/>
                  <a:gd name="connsiteY6" fmla="*/ 13899 h 13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099" h="13898">
                    <a:moveTo>
                      <a:pt x="12070" y="13899"/>
                    </a:moveTo>
                    <a:lnTo>
                      <a:pt x="16100" y="6949"/>
                    </a:lnTo>
                    <a:lnTo>
                      <a:pt x="12070" y="0"/>
                    </a:lnTo>
                    <a:lnTo>
                      <a:pt x="4023" y="0"/>
                    </a:lnTo>
                    <a:lnTo>
                      <a:pt x="0" y="6949"/>
                    </a:lnTo>
                    <a:lnTo>
                      <a:pt x="4023" y="13899"/>
                    </a:lnTo>
                    <a:lnTo>
                      <a:pt x="12070" y="13899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D1250B6A-6766-4D08-C72F-884BD0F8A311}"/>
                  </a:ext>
                </a:extLst>
              </p:cNvPr>
              <p:cNvSpPr/>
              <p:nvPr/>
            </p:nvSpPr>
            <p:spPr>
              <a:xfrm>
                <a:off x="1216248" y="3726914"/>
                <a:ext cx="366233" cy="182906"/>
              </a:xfrm>
              <a:custGeom>
                <a:avLst/>
                <a:gdLst>
                  <a:gd name="connsiteX0" fmla="*/ 327567 w 366233"/>
                  <a:gd name="connsiteY0" fmla="*/ 69688 h 182906"/>
                  <a:gd name="connsiteX1" fmla="*/ 301303 w 366233"/>
                  <a:gd name="connsiteY1" fmla="*/ 58895 h 182906"/>
                  <a:gd name="connsiteX2" fmla="*/ 290529 w 366233"/>
                  <a:gd name="connsiteY2" fmla="*/ 53838 h 182906"/>
                  <a:gd name="connsiteX3" fmla="*/ 282996 w 366233"/>
                  <a:gd name="connsiteY3" fmla="*/ 44630 h 182906"/>
                  <a:gd name="connsiteX4" fmla="*/ 253286 w 366233"/>
                  <a:gd name="connsiteY4" fmla="*/ 11981 h 182906"/>
                  <a:gd name="connsiteX5" fmla="*/ 210780 w 366233"/>
                  <a:gd name="connsiteY5" fmla="*/ 1 h 182906"/>
                  <a:gd name="connsiteX6" fmla="*/ 178542 w 366233"/>
                  <a:gd name="connsiteY6" fmla="*/ 6758 h 182906"/>
                  <a:gd name="connsiteX7" fmla="*/ 151656 w 366233"/>
                  <a:gd name="connsiteY7" fmla="*/ 25790 h 182906"/>
                  <a:gd name="connsiteX8" fmla="*/ 141921 w 366233"/>
                  <a:gd name="connsiteY8" fmla="*/ 32233 h 182906"/>
                  <a:gd name="connsiteX9" fmla="*/ 130333 w 366233"/>
                  <a:gd name="connsiteY9" fmla="*/ 33657 h 182906"/>
                  <a:gd name="connsiteX10" fmla="*/ 98114 w 366233"/>
                  <a:gd name="connsiteY10" fmla="*/ 38868 h 182906"/>
                  <a:gd name="connsiteX11" fmla="*/ 73588 w 366233"/>
                  <a:gd name="connsiteY11" fmla="*/ 57720 h 182906"/>
                  <a:gd name="connsiteX12" fmla="*/ 60588 w 366233"/>
                  <a:gd name="connsiteY12" fmla="*/ 85781 h 182906"/>
                  <a:gd name="connsiteX13" fmla="*/ 55711 w 366233"/>
                  <a:gd name="connsiteY13" fmla="*/ 96504 h 182906"/>
                  <a:gd name="connsiteX14" fmla="*/ 46676 w 366233"/>
                  <a:gd name="connsiteY14" fmla="*/ 104075 h 182906"/>
                  <a:gd name="connsiteX15" fmla="*/ 14669 w 366233"/>
                  <a:gd name="connsiteY15" fmla="*/ 133202 h 182906"/>
                  <a:gd name="connsiteX16" fmla="*/ 911 w 366233"/>
                  <a:gd name="connsiteY16" fmla="*/ 174218 h 182906"/>
                  <a:gd name="connsiteX17" fmla="*/ 0 w 366233"/>
                  <a:gd name="connsiteY17" fmla="*/ 182906 h 182906"/>
                  <a:gd name="connsiteX18" fmla="*/ 83194 w 366233"/>
                  <a:gd name="connsiteY18" fmla="*/ 182906 h 182906"/>
                  <a:gd name="connsiteX19" fmla="*/ 83194 w 366233"/>
                  <a:gd name="connsiteY19" fmla="*/ 166993 h 182906"/>
                  <a:gd name="connsiteX20" fmla="*/ 17569 w 366233"/>
                  <a:gd name="connsiteY20" fmla="*/ 166993 h 182906"/>
                  <a:gd name="connsiteX21" fmla="*/ 30307 w 366233"/>
                  <a:gd name="connsiteY21" fmla="*/ 138406 h 182906"/>
                  <a:gd name="connsiteX22" fmla="*/ 54184 w 366233"/>
                  <a:gd name="connsiteY22" fmla="*/ 118154 h 182906"/>
                  <a:gd name="connsiteX23" fmla="*/ 68532 w 366233"/>
                  <a:gd name="connsiteY23" fmla="*/ 105994 h 182906"/>
                  <a:gd name="connsiteX24" fmla="*/ 76149 w 366233"/>
                  <a:gd name="connsiteY24" fmla="*/ 88803 h 182906"/>
                  <a:gd name="connsiteX25" fmla="*/ 86024 w 366233"/>
                  <a:gd name="connsiteY25" fmla="*/ 67570 h 182906"/>
                  <a:gd name="connsiteX26" fmla="*/ 104614 w 366233"/>
                  <a:gd name="connsiteY26" fmla="*/ 53318 h 182906"/>
                  <a:gd name="connsiteX27" fmla="*/ 128959 w 366233"/>
                  <a:gd name="connsiteY27" fmla="*/ 49295 h 182906"/>
                  <a:gd name="connsiteX28" fmla="*/ 147562 w 366233"/>
                  <a:gd name="connsiteY28" fmla="*/ 46946 h 182906"/>
                  <a:gd name="connsiteX29" fmla="*/ 163187 w 366233"/>
                  <a:gd name="connsiteY29" fmla="*/ 36583 h 182906"/>
                  <a:gd name="connsiteX30" fmla="*/ 184824 w 366233"/>
                  <a:gd name="connsiteY30" fmla="*/ 21260 h 182906"/>
                  <a:gd name="connsiteX31" fmla="*/ 210780 w 366233"/>
                  <a:gd name="connsiteY31" fmla="*/ 15825 h 182906"/>
                  <a:gd name="connsiteX32" fmla="*/ 244969 w 366233"/>
                  <a:gd name="connsiteY32" fmla="*/ 25386 h 182906"/>
                  <a:gd name="connsiteX33" fmla="*/ 268808 w 366233"/>
                  <a:gd name="connsiteY33" fmla="*/ 51669 h 182906"/>
                  <a:gd name="connsiteX34" fmla="*/ 280846 w 366233"/>
                  <a:gd name="connsiteY34" fmla="*/ 66306 h 182906"/>
                  <a:gd name="connsiteX35" fmla="*/ 298005 w 366233"/>
                  <a:gd name="connsiteY35" fmla="*/ 74353 h 182906"/>
                  <a:gd name="connsiteX36" fmla="*/ 319148 w 366233"/>
                  <a:gd name="connsiteY36" fmla="*/ 83497 h 182906"/>
                  <a:gd name="connsiteX37" fmla="*/ 347485 w 366233"/>
                  <a:gd name="connsiteY37" fmla="*/ 120804 h 182906"/>
                  <a:gd name="connsiteX38" fmla="*/ 344411 w 366233"/>
                  <a:gd name="connsiteY38" fmla="*/ 167538 h 182906"/>
                  <a:gd name="connsiteX39" fmla="*/ 283727 w 366233"/>
                  <a:gd name="connsiteY39" fmla="*/ 167538 h 182906"/>
                  <a:gd name="connsiteX40" fmla="*/ 283727 w 366233"/>
                  <a:gd name="connsiteY40" fmla="*/ 182906 h 182906"/>
                  <a:gd name="connsiteX41" fmla="*/ 354024 w 366233"/>
                  <a:gd name="connsiteY41" fmla="*/ 182906 h 182906"/>
                  <a:gd name="connsiteX42" fmla="*/ 356218 w 366233"/>
                  <a:gd name="connsiteY42" fmla="*/ 178787 h 182906"/>
                  <a:gd name="connsiteX43" fmla="*/ 363540 w 366233"/>
                  <a:gd name="connsiteY43" fmla="*/ 118565 h 182906"/>
                  <a:gd name="connsiteX44" fmla="*/ 327567 w 366233"/>
                  <a:gd name="connsiteY44" fmla="*/ 69688 h 18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66233" h="182906">
                    <a:moveTo>
                      <a:pt x="327567" y="69688"/>
                    </a:moveTo>
                    <a:cubicBezTo>
                      <a:pt x="319495" y="64625"/>
                      <a:pt x="310607" y="60973"/>
                      <a:pt x="301303" y="58895"/>
                    </a:cubicBezTo>
                    <a:cubicBezTo>
                      <a:pt x="297376" y="58035"/>
                      <a:pt x="293699" y="56308"/>
                      <a:pt x="290529" y="53838"/>
                    </a:cubicBezTo>
                    <a:cubicBezTo>
                      <a:pt x="287365" y="51368"/>
                      <a:pt x="284786" y="48223"/>
                      <a:pt x="282996" y="44630"/>
                    </a:cubicBezTo>
                    <a:cubicBezTo>
                      <a:pt x="276348" y="31180"/>
                      <a:pt x="266055" y="19867"/>
                      <a:pt x="253286" y="11981"/>
                    </a:cubicBezTo>
                    <a:cubicBezTo>
                      <a:pt x="240523" y="4088"/>
                      <a:pt x="225796" y="-63"/>
                      <a:pt x="210780" y="1"/>
                    </a:cubicBezTo>
                    <a:cubicBezTo>
                      <a:pt x="199686" y="26"/>
                      <a:pt x="188713" y="2324"/>
                      <a:pt x="178542" y="6758"/>
                    </a:cubicBezTo>
                    <a:cubicBezTo>
                      <a:pt x="168372" y="11198"/>
                      <a:pt x="159221" y="17673"/>
                      <a:pt x="151656" y="25790"/>
                    </a:cubicBezTo>
                    <a:cubicBezTo>
                      <a:pt x="148954" y="28665"/>
                      <a:pt x="145624" y="30872"/>
                      <a:pt x="141921" y="32233"/>
                    </a:cubicBezTo>
                    <a:cubicBezTo>
                      <a:pt x="138219" y="33599"/>
                      <a:pt x="134253" y="34087"/>
                      <a:pt x="130333" y="33657"/>
                    </a:cubicBezTo>
                    <a:cubicBezTo>
                      <a:pt x="119328" y="32669"/>
                      <a:pt x="108246" y="34466"/>
                      <a:pt x="98114" y="38868"/>
                    </a:cubicBezTo>
                    <a:cubicBezTo>
                      <a:pt x="88533" y="43083"/>
                      <a:pt x="80121" y="49551"/>
                      <a:pt x="73588" y="57720"/>
                    </a:cubicBezTo>
                    <a:cubicBezTo>
                      <a:pt x="67056" y="65889"/>
                      <a:pt x="62596" y="75521"/>
                      <a:pt x="60588" y="85781"/>
                    </a:cubicBezTo>
                    <a:cubicBezTo>
                      <a:pt x="59786" y="89676"/>
                      <a:pt x="58117" y="93340"/>
                      <a:pt x="55711" y="96504"/>
                    </a:cubicBezTo>
                    <a:cubicBezTo>
                      <a:pt x="53305" y="99667"/>
                      <a:pt x="50218" y="102253"/>
                      <a:pt x="46676" y="104075"/>
                    </a:cubicBezTo>
                    <a:cubicBezTo>
                      <a:pt x="33695" y="110897"/>
                      <a:pt x="22677" y="120926"/>
                      <a:pt x="14669" y="133202"/>
                    </a:cubicBezTo>
                    <a:cubicBezTo>
                      <a:pt x="6661" y="145477"/>
                      <a:pt x="1925" y="159594"/>
                      <a:pt x="911" y="174218"/>
                    </a:cubicBezTo>
                    <a:lnTo>
                      <a:pt x="0" y="182906"/>
                    </a:lnTo>
                    <a:lnTo>
                      <a:pt x="83194" y="182906"/>
                    </a:lnTo>
                    <a:lnTo>
                      <a:pt x="83194" y="166993"/>
                    </a:lnTo>
                    <a:lnTo>
                      <a:pt x="17569" y="166993"/>
                    </a:lnTo>
                    <a:cubicBezTo>
                      <a:pt x="19616" y="156629"/>
                      <a:pt x="23973" y="146863"/>
                      <a:pt x="30307" y="138406"/>
                    </a:cubicBezTo>
                    <a:cubicBezTo>
                      <a:pt x="36647" y="129955"/>
                      <a:pt x="44802" y="123031"/>
                      <a:pt x="54184" y="118154"/>
                    </a:cubicBezTo>
                    <a:cubicBezTo>
                      <a:pt x="59824" y="115234"/>
                      <a:pt x="64727" y="111076"/>
                      <a:pt x="68532" y="105994"/>
                    </a:cubicBezTo>
                    <a:cubicBezTo>
                      <a:pt x="72337" y="100912"/>
                      <a:pt x="74942" y="95034"/>
                      <a:pt x="76149" y="88803"/>
                    </a:cubicBezTo>
                    <a:cubicBezTo>
                      <a:pt x="77676" y="81033"/>
                      <a:pt x="81064" y="73750"/>
                      <a:pt x="86024" y="67570"/>
                    </a:cubicBezTo>
                    <a:cubicBezTo>
                      <a:pt x="90978" y="61391"/>
                      <a:pt x="97356" y="56501"/>
                      <a:pt x="104614" y="53318"/>
                    </a:cubicBezTo>
                    <a:cubicBezTo>
                      <a:pt x="112256" y="49949"/>
                      <a:pt x="120630" y="48563"/>
                      <a:pt x="128959" y="49295"/>
                    </a:cubicBezTo>
                    <a:cubicBezTo>
                      <a:pt x="135261" y="49956"/>
                      <a:pt x="141626" y="49154"/>
                      <a:pt x="147562" y="46946"/>
                    </a:cubicBezTo>
                    <a:cubicBezTo>
                      <a:pt x="153504" y="44739"/>
                      <a:pt x="158849" y="41197"/>
                      <a:pt x="163187" y="36583"/>
                    </a:cubicBezTo>
                    <a:cubicBezTo>
                      <a:pt x="169276" y="30044"/>
                      <a:pt x="176636" y="24834"/>
                      <a:pt x="184824" y="21260"/>
                    </a:cubicBezTo>
                    <a:cubicBezTo>
                      <a:pt x="193012" y="17692"/>
                      <a:pt x="201848" y="15838"/>
                      <a:pt x="210780" y="15825"/>
                    </a:cubicBezTo>
                    <a:cubicBezTo>
                      <a:pt x="222851" y="15728"/>
                      <a:pt x="234702" y="19046"/>
                      <a:pt x="244969" y="25386"/>
                    </a:cubicBezTo>
                    <a:cubicBezTo>
                      <a:pt x="255236" y="31732"/>
                      <a:pt x="263501" y="40844"/>
                      <a:pt x="268808" y="51669"/>
                    </a:cubicBezTo>
                    <a:cubicBezTo>
                      <a:pt x="271683" y="57380"/>
                      <a:pt x="275796" y="62385"/>
                      <a:pt x="280846" y="66306"/>
                    </a:cubicBezTo>
                    <a:cubicBezTo>
                      <a:pt x="285896" y="70233"/>
                      <a:pt x="291761" y="72979"/>
                      <a:pt x="298005" y="74353"/>
                    </a:cubicBezTo>
                    <a:cubicBezTo>
                      <a:pt x="305538" y="76137"/>
                      <a:pt x="312693" y="79229"/>
                      <a:pt x="319148" y="83497"/>
                    </a:cubicBezTo>
                    <a:cubicBezTo>
                      <a:pt x="332784" y="92121"/>
                      <a:pt x="342845" y="105365"/>
                      <a:pt x="347485" y="120804"/>
                    </a:cubicBezTo>
                    <a:cubicBezTo>
                      <a:pt x="352124" y="136243"/>
                      <a:pt x="351033" y="152837"/>
                      <a:pt x="344411" y="167538"/>
                    </a:cubicBezTo>
                    <a:lnTo>
                      <a:pt x="283727" y="167538"/>
                    </a:lnTo>
                    <a:lnTo>
                      <a:pt x="283727" y="182906"/>
                    </a:lnTo>
                    <a:lnTo>
                      <a:pt x="354024" y="182906"/>
                    </a:lnTo>
                    <a:lnTo>
                      <a:pt x="356218" y="178787"/>
                    </a:lnTo>
                    <a:cubicBezTo>
                      <a:pt x="366241" y="160377"/>
                      <a:pt x="368859" y="138835"/>
                      <a:pt x="363540" y="118565"/>
                    </a:cubicBezTo>
                    <a:cubicBezTo>
                      <a:pt x="358214" y="98287"/>
                      <a:pt x="345348" y="80808"/>
                      <a:pt x="327567" y="69688"/>
                    </a:cubicBez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3ADCA601-1EB7-F2BF-C05E-BC505A905EC7}"/>
                </a:ext>
              </a:extLst>
            </p:cNvPr>
            <p:cNvSpPr txBox="1"/>
            <p:nvPr/>
          </p:nvSpPr>
          <p:spPr>
            <a:xfrm>
              <a:off x="990195" y="4043034"/>
              <a:ext cx="675185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OIC </a:t>
              </a:r>
              <a:r>
                <a:rPr lang="en-US" sz="810" b="1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VBCS</a:t>
              </a:r>
              <a:r>
                <a: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 </a:t>
              </a:r>
              <a:endParaRPr lang="en-US" sz="810" b="1" spc="0" baseline="0" dirty="0">
                <a:ln/>
                <a:solidFill>
                  <a:srgbClr val="000000"/>
                </a:solidFill>
                <a:latin typeface="Oracle Sans"/>
                <a:cs typeface="Oracle Sans"/>
                <a:sym typeface="Oracle Sans"/>
                <a:rtl val="0"/>
              </a:endParaRPr>
            </a:p>
          </p:txBody>
        </p:sp>
      </p:grpSp>
      <p:grpSp>
        <p:nvGrpSpPr>
          <p:cNvPr id="238" name="Graphic 4">
            <a:extLst>
              <a:ext uri="{FF2B5EF4-FFF2-40B4-BE49-F238E27FC236}">
                <a16:creationId xmlns:a16="http://schemas.microsoft.com/office/drawing/2014/main" id="{FAD1E2A9-2BB3-FF69-37E4-3242AB18DB1A}"/>
              </a:ext>
            </a:extLst>
          </p:cNvPr>
          <p:cNvGrpSpPr/>
          <p:nvPr/>
        </p:nvGrpSpPr>
        <p:grpSpPr>
          <a:xfrm>
            <a:off x="2593494" y="2592089"/>
            <a:ext cx="1162498" cy="775272"/>
            <a:chOff x="9145370" y="2475020"/>
            <a:chExt cx="1162498" cy="775272"/>
          </a:xfrm>
        </p:grpSpPr>
        <p:grpSp>
          <p:nvGrpSpPr>
            <p:cNvPr id="239" name="Graphic 4">
              <a:extLst>
                <a:ext uri="{FF2B5EF4-FFF2-40B4-BE49-F238E27FC236}">
                  <a16:creationId xmlns:a16="http://schemas.microsoft.com/office/drawing/2014/main" id="{D24BE517-1EE3-6CD7-8DD3-EFC8E18D098A}"/>
                </a:ext>
              </a:extLst>
            </p:cNvPr>
            <p:cNvGrpSpPr/>
            <p:nvPr/>
          </p:nvGrpSpPr>
          <p:grpSpPr>
            <a:xfrm>
              <a:off x="9435966" y="2475020"/>
              <a:ext cx="385005" cy="350789"/>
              <a:chOff x="9435966" y="2475020"/>
              <a:chExt cx="385005" cy="350789"/>
            </a:xfrm>
          </p:grpSpPr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39722DC8-B127-DCC3-5333-B681879BAB89}"/>
                  </a:ext>
                </a:extLst>
              </p:cNvPr>
              <p:cNvSpPr/>
              <p:nvPr/>
            </p:nvSpPr>
            <p:spPr>
              <a:xfrm>
                <a:off x="9440265" y="2478957"/>
                <a:ext cx="375807" cy="342566"/>
              </a:xfrm>
              <a:custGeom>
                <a:avLst/>
                <a:gdLst>
                  <a:gd name="connsiteX0" fmla="*/ 269315 w 375807"/>
                  <a:gd name="connsiteY0" fmla="*/ 342104 h 342566"/>
                  <a:gd name="connsiteX1" fmla="*/ 254235 w 375807"/>
                  <a:gd name="connsiteY1" fmla="*/ 338312 h 342566"/>
                  <a:gd name="connsiteX2" fmla="*/ 242877 w 375807"/>
                  <a:gd name="connsiteY2" fmla="*/ 327654 h 342566"/>
                  <a:gd name="connsiteX3" fmla="*/ 238193 w 375807"/>
                  <a:gd name="connsiteY3" fmla="*/ 312837 h 342566"/>
                  <a:gd name="connsiteX4" fmla="*/ 241337 w 375807"/>
                  <a:gd name="connsiteY4" fmla="*/ 297610 h 342566"/>
                  <a:gd name="connsiteX5" fmla="*/ 244610 w 375807"/>
                  <a:gd name="connsiteY5" fmla="*/ 292220 h 342566"/>
                  <a:gd name="connsiteX6" fmla="*/ 210087 w 375807"/>
                  <a:gd name="connsiteY6" fmla="*/ 299073 h 342566"/>
                  <a:gd name="connsiteX7" fmla="*/ 152272 w 375807"/>
                  <a:gd name="connsiteY7" fmla="*/ 278450 h 342566"/>
                  <a:gd name="connsiteX8" fmla="*/ 120508 w 375807"/>
                  <a:gd name="connsiteY8" fmla="*/ 225970 h 342566"/>
                  <a:gd name="connsiteX9" fmla="*/ 119546 w 375807"/>
                  <a:gd name="connsiteY9" fmla="*/ 220214 h 342566"/>
                  <a:gd name="connsiteX10" fmla="*/ 105557 w 375807"/>
                  <a:gd name="connsiteY10" fmla="*/ 236372 h 342566"/>
                  <a:gd name="connsiteX11" fmla="*/ 84381 w 375807"/>
                  <a:gd name="connsiteY11" fmla="*/ 239589 h 342566"/>
                  <a:gd name="connsiteX12" fmla="*/ 66221 w 375807"/>
                  <a:gd name="connsiteY12" fmla="*/ 228324 h 342566"/>
                  <a:gd name="connsiteX13" fmla="*/ 59740 w 375807"/>
                  <a:gd name="connsiteY13" fmla="*/ 207969 h 342566"/>
                  <a:gd name="connsiteX14" fmla="*/ 64040 w 375807"/>
                  <a:gd name="connsiteY14" fmla="*/ 192344 h 342566"/>
                  <a:gd name="connsiteX15" fmla="*/ 0 w 375807"/>
                  <a:gd name="connsiteY15" fmla="*/ 192344 h 342566"/>
                  <a:gd name="connsiteX16" fmla="*/ 1668 w 375807"/>
                  <a:gd name="connsiteY16" fmla="*/ 178821 h 342566"/>
                  <a:gd name="connsiteX17" fmla="*/ 16555 w 375807"/>
                  <a:gd name="connsiteY17" fmla="*/ 135909 h 342566"/>
                  <a:gd name="connsiteX18" fmla="*/ 50565 w 375807"/>
                  <a:gd name="connsiteY18" fmla="*/ 105721 h 342566"/>
                  <a:gd name="connsiteX19" fmla="*/ 57879 w 375807"/>
                  <a:gd name="connsiteY19" fmla="*/ 99142 h 342566"/>
                  <a:gd name="connsiteX20" fmla="*/ 61537 w 375807"/>
                  <a:gd name="connsiteY20" fmla="*/ 90004 h 342566"/>
                  <a:gd name="connsiteX21" fmla="*/ 85600 w 375807"/>
                  <a:gd name="connsiteY21" fmla="*/ 49762 h 342566"/>
                  <a:gd name="connsiteX22" fmla="*/ 129748 w 375807"/>
                  <a:gd name="connsiteY22" fmla="*/ 33992 h 342566"/>
                  <a:gd name="connsiteX23" fmla="*/ 136165 w 375807"/>
                  <a:gd name="connsiteY23" fmla="*/ 33992 h 342566"/>
                  <a:gd name="connsiteX24" fmla="*/ 138347 w 375807"/>
                  <a:gd name="connsiteY24" fmla="*/ 33992 h 342566"/>
                  <a:gd name="connsiteX25" fmla="*/ 146753 w 375807"/>
                  <a:gd name="connsiteY25" fmla="*/ 32323 h 342566"/>
                  <a:gd name="connsiteX26" fmla="*/ 153747 w 375807"/>
                  <a:gd name="connsiteY26" fmla="*/ 27413 h 342566"/>
                  <a:gd name="connsiteX27" fmla="*/ 182110 w 375807"/>
                  <a:gd name="connsiteY27" fmla="*/ 7228 h 342566"/>
                  <a:gd name="connsiteX28" fmla="*/ 216183 w 375807"/>
                  <a:gd name="connsiteY28" fmla="*/ 1 h 342566"/>
                  <a:gd name="connsiteX29" fmla="*/ 261037 w 375807"/>
                  <a:gd name="connsiteY29" fmla="*/ 12644 h 342566"/>
                  <a:gd name="connsiteX30" fmla="*/ 292351 w 375807"/>
                  <a:gd name="connsiteY30" fmla="*/ 47058 h 342566"/>
                  <a:gd name="connsiteX31" fmla="*/ 298511 w 375807"/>
                  <a:gd name="connsiteY31" fmla="*/ 55358 h 342566"/>
                  <a:gd name="connsiteX32" fmla="*/ 307752 w 375807"/>
                  <a:gd name="connsiteY32" fmla="*/ 60034 h 342566"/>
                  <a:gd name="connsiteX33" fmla="*/ 335152 w 375807"/>
                  <a:gd name="connsiteY33" fmla="*/ 71364 h 342566"/>
                  <a:gd name="connsiteX34" fmla="*/ 372947 w 375807"/>
                  <a:gd name="connsiteY34" fmla="*/ 122837 h 342566"/>
                  <a:gd name="connsiteX35" fmla="*/ 365439 w 375807"/>
                  <a:gd name="connsiteY35" fmla="*/ 186222 h 342566"/>
                  <a:gd name="connsiteX36" fmla="*/ 361974 w 375807"/>
                  <a:gd name="connsiteY36" fmla="*/ 192710 h 342566"/>
                  <a:gd name="connsiteX37" fmla="*/ 300052 w 375807"/>
                  <a:gd name="connsiteY37" fmla="*/ 192710 h 342566"/>
                  <a:gd name="connsiteX38" fmla="*/ 301527 w 375807"/>
                  <a:gd name="connsiteY38" fmla="*/ 208335 h 342566"/>
                  <a:gd name="connsiteX39" fmla="*/ 292158 w 375807"/>
                  <a:gd name="connsiteY39" fmla="*/ 248475 h 342566"/>
                  <a:gd name="connsiteX40" fmla="*/ 266106 w 375807"/>
                  <a:gd name="connsiteY40" fmla="*/ 280429 h 342566"/>
                  <a:gd name="connsiteX41" fmla="*/ 266106 w 375807"/>
                  <a:gd name="connsiteY41" fmla="*/ 280886 h 342566"/>
                  <a:gd name="connsiteX42" fmla="*/ 268929 w 375807"/>
                  <a:gd name="connsiteY42" fmla="*/ 280886 h 342566"/>
                  <a:gd name="connsiteX43" fmla="*/ 271625 w 375807"/>
                  <a:gd name="connsiteY43" fmla="*/ 280886 h 342566"/>
                  <a:gd name="connsiteX44" fmla="*/ 277079 w 375807"/>
                  <a:gd name="connsiteY44" fmla="*/ 281891 h 342566"/>
                  <a:gd name="connsiteX45" fmla="*/ 294661 w 375807"/>
                  <a:gd name="connsiteY45" fmla="*/ 294600 h 342566"/>
                  <a:gd name="connsiteX46" fmla="*/ 299538 w 375807"/>
                  <a:gd name="connsiteY46" fmla="*/ 315737 h 342566"/>
                  <a:gd name="connsiteX47" fmla="*/ 289335 w 375807"/>
                  <a:gd name="connsiteY47" fmla="*/ 334872 h 342566"/>
                  <a:gd name="connsiteX48" fmla="*/ 269058 w 375807"/>
                  <a:gd name="connsiteY48" fmla="*/ 342566 h 342566"/>
                  <a:gd name="connsiteX49" fmla="*/ 269315 w 375807"/>
                  <a:gd name="connsiteY49" fmla="*/ 342104 h 342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375807" h="342566">
                    <a:moveTo>
                      <a:pt x="269315" y="342104"/>
                    </a:moveTo>
                    <a:cubicBezTo>
                      <a:pt x="264052" y="342149"/>
                      <a:pt x="258855" y="340840"/>
                      <a:pt x="254235" y="338312"/>
                    </a:cubicBezTo>
                    <a:cubicBezTo>
                      <a:pt x="249615" y="335784"/>
                      <a:pt x="245700" y="332113"/>
                      <a:pt x="242877" y="327654"/>
                    </a:cubicBezTo>
                    <a:cubicBezTo>
                      <a:pt x="240118" y="323194"/>
                      <a:pt x="238514" y="318092"/>
                      <a:pt x="238193" y="312837"/>
                    </a:cubicBezTo>
                    <a:cubicBezTo>
                      <a:pt x="237936" y="307575"/>
                      <a:pt x="239027" y="302333"/>
                      <a:pt x="241337" y="297610"/>
                    </a:cubicBezTo>
                    <a:cubicBezTo>
                      <a:pt x="242236" y="295698"/>
                      <a:pt x="243326" y="293888"/>
                      <a:pt x="244610" y="292220"/>
                    </a:cubicBezTo>
                    <a:cubicBezTo>
                      <a:pt x="233701" y="296769"/>
                      <a:pt x="221894" y="299099"/>
                      <a:pt x="210087" y="299073"/>
                    </a:cubicBezTo>
                    <a:cubicBezTo>
                      <a:pt x="188976" y="299054"/>
                      <a:pt x="168570" y="291771"/>
                      <a:pt x="152272" y="278450"/>
                    </a:cubicBezTo>
                    <a:cubicBezTo>
                      <a:pt x="135973" y="265132"/>
                      <a:pt x="124743" y="246594"/>
                      <a:pt x="120508" y="225970"/>
                    </a:cubicBezTo>
                    <a:cubicBezTo>
                      <a:pt x="120123" y="224069"/>
                      <a:pt x="119738" y="222148"/>
                      <a:pt x="119546" y="220214"/>
                    </a:cubicBezTo>
                    <a:cubicBezTo>
                      <a:pt x="116915" y="227091"/>
                      <a:pt x="111974" y="232821"/>
                      <a:pt x="105557" y="236372"/>
                    </a:cubicBezTo>
                    <a:cubicBezTo>
                      <a:pt x="99076" y="239924"/>
                      <a:pt x="91568" y="241064"/>
                      <a:pt x="84381" y="239589"/>
                    </a:cubicBezTo>
                    <a:cubicBezTo>
                      <a:pt x="77194" y="238114"/>
                      <a:pt x="70713" y="234120"/>
                      <a:pt x="66221" y="228324"/>
                    </a:cubicBezTo>
                    <a:cubicBezTo>
                      <a:pt x="61666" y="222528"/>
                      <a:pt x="59420" y="215311"/>
                      <a:pt x="59740" y="207969"/>
                    </a:cubicBezTo>
                    <a:cubicBezTo>
                      <a:pt x="59740" y="202474"/>
                      <a:pt x="61216" y="197086"/>
                      <a:pt x="64040" y="192344"/>
                    </a:cubicBezTo>
                    <a:lnTo>
                      <a:pt x="0" y="192344"/>
                    </a:lnTo>
                    <a:lnTo>
                      <a:pt x="1668" y="178821"/>
                    </a:lnTo>
                    <a:cubicBezTo>
                      <a:pt x="2887" y="163477"/>
                      <a:pt x="8021" y="148704"/>
                      <a:pt x="16555" y="135909"/>
                    </a:cubicBezTo>
                    <a:cubicBezTo>
                      <a:pt x="25154" y="123113"/>
                      <a:pt x="36833" y="112721"/>
                      <a:pt x="50565" y="105721"/>
                    </a:cubicBezTo>
                    <a:cubicBezTo>
                      <a:pt x="53452" y="104118"/>
                      <a:pt x="56019" y="101867"/>
                      <a:pt x="57879" y="99142"/>
                    </a:cubicBezTo>
                    <a:cubicBezTo>
                      <a:pt x="59805" y="96416"/>
                      <a:pt x="61024" y="93290"/>
                      <a:pt x="61537" y="90004"/>
                    </a:cubicBezTo>
                    <a:cubicBezTo>
                      <a:pt x="64617" y="74209"/>
                      <a:pt x="73151" y="59981"/>
                      <a:pt x="85600" y="49762"/>
                    </a:cubicBezTo>
                    <a:cubicBezTo>
                      <a:pt x="98049" y="39542"/>
                      <a:pt x="113642" y="33967"/>
                      <a:pt x="129748" y="33992"/>
                    </a:cubicBezTo>
                    <a:cubicBezTo>
                      <a:pt x="131866" y="33992"/>
                      <a:pt x="134048" y="33992"/>
                      <a:pt x="136165" y="33992"/>
                    </a:cubicBezTo>
                    <a:lnTo>
                      <a:pt x="138347" y="33992"/>
                    </a:lnTo>
                    <a:cubicBezTo>
                      <a:pt x="141235" y="34025"/>
                      <a:pt x="144122" y="33457"/>
                      <a:pt x="146753" y="32323"/>
                    </a:cubicBezTo>
                    <a:cubicBezTo>
                      <a:pt x="149383" y="31191"/>
                      <a:pt x="151758" y="29518"/>
                      <a:pt x="153747" y="27413"/>
                    </a:cubicBezTo>
                    <a:cubicBezTo>
                      <a:pt x="161704" y="18814"/>
                      <a:pt x="171329" y="11944"/>
                      <a:pt x="182110" y="7228"/>
                    </a:cubicBezTo>
                    <a:cubicBezTo>
                      <a:pt x="192826" y="2513"/>
                      <a:pt x="204441" y="53"/>
                      <a:pt x="216183" y="1"/>
                    </a:cubicBezTo>
                    <a:cubicBezTo>
                      <a:pt x="232032" y="-54"/>
                      <a:pt x="247561" y="4326"/>
                      <a:pt x="261037" y="12644"/>
                    </a:cubicBezTo>
                    <a:cubicBezTo>
                      <a:pt x="274448" y="20962"/>
                      <a:pt x="285357" y="32884"/>
                      <a:pt x="292351" y="47058"/>
                    </a:cubicBezTo>
                    <a:cubicBezTo>
                      <a:pt x="293762" y="50264"/>
                      <a:pt x="295816" y="53106"/>
                      <a:pt x="298511" y="55358"/>
                    </a:cubicBezTo>
                    <a:cubicBezTo>
                      <a:pt x="301206" y="57610"/>
                      <a:pt x="304350" y="59211"/>
                      <a:pt x="307752" y="60034"/>
                    </a:cubicBezTo>
                    <a:cubicBezTo>
                      <a:pt x="317441" y="62160"/>
                      <a:pt x="326745" y="65996"/>
                      <a:pt x="335152" y="71364"/>
                    </a:cubicBezTo>
                    <a:cubicBezTo>
                      <a:pt x="353825" y="83126"/>
                      <a:pt x="367300" y="101521"/>
                      <a:pt x="372947" y="122837"/>
                    </a:cubicBezTo>
                    <a:cubicBezTo>
                      <a:pt x="378529" y="144152"/>
                      <a:pt x="375898" y="166804"/>
                      <a:pt x="365439" y="186222"/>
                    </a:cubicBezTo>
                    <a:lnTo>
                      <a:pt x="361974" y="192710"/>
                    </a:lnTo>
                    <a:lnTo>
                      <a:pt x="300052" y="192710"/>
                    </a:lnTo>
                    <a:cubicBezTo>
                      <a:pt x="301014" y="197861"/>
                      <a:pt x="301527" y="203092"/>
                      <a:pt x="301527" y="208335"/>
                    </a:cubicBezTo>
                    <a:cubicBezTo>
                      <a:pt x="301463" y="222251"/>
                      <a:pt x="298319" y="235981"/>
                      <a:pt x="292158" y="248475"/>
                    </a:cubicBezTo>
                    <a:cubicBezTo>
                      <a:pt x="285998" y="260969"/>
                      <a:pt x="277143" y="271899"/>
                      <a:pt x="266106" y="280429"/>
                    </a:cubicBezTo>
                    <a:lnTo>
                      <a:pt x="266106" y="280886"/>
                    </a:lnTo>
                    <a:lnTo>
                      <a:pt x="268929" y="280886"/>
                    </a:lnTo>
                    <a:lnTo>
                      <a:pt x="271625" y="280886"/>
                    </a:lnTo>
                    <a:cubicBezTo>
                      <a:pt x="273486" y="281044"/>
                      <a:pt x="275282" y="281380"/>
                      <a:pt x="277079" y="281891"/>
                    </a:cubicBezTo>
                    <a:cubicBezTo>
                      <a:pt x="284266" y="283865"/>
                      <a:pt x="290554" y="288382"/>
                      <a:pt x="294661" y="294600"/>
                    </a:cubicBezTo>
                    <a:cubicBezTo>
                      <a:pt x="298832" y="300825"/>
                      <a:pt x="300565" y="308332"/>
                      <a:pt x="299538" y="315737"/>
                    </a:cubicBezTo>
                    <a:cubicBezTo>
                      <a:pt x="298575" y="323142"/>
                      <a:pt x="294982" y="329938"/>
                      <a:pt x="289335" y="334872"/>
                    </a:cubicBezTo>
                    <a:cubicBezTo>
                      <a:pt x="283753" y="339801"/>
                      <a:pt x="276502" y="342534"/>
                      <a:pt x="269058" y="342566"/>
                    </a:cubicBezTo>
                    <a:lnTo>
                      <a:pt x="269315" y="342104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 dirty="0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7344072C-0BF6-243A-950A-3F1294751266}"/>
                  </a:ext>
                </a:extLst>
              </p:cNvPr>
              <p:cNvSpPr/>
              <p:nvPr/>
            </p:nvSpPr>
            <p:spPr>
              <a:xfrm>
                <a:off x="9435966" y="2475020"/>
                <a:ext cx="385005" cy="350789"/>
              </a:xfrm>
              <a:custGeom>
                <a:avLst/>
                <a:gdLst>
                  <a:gd name="connsiteX0" fmla="*/ 220483 w 385005"/>
                  <a:gd name="connsiteY0" fmla="*/ 9138 h 350789"/>
                  <a:gd name="connsiteX1" fmla="*/ 262962 w 385005"/>
                  <a:gd name="connsiteY1" fmla="*/ 21106 h 350789"/>
                  <a:gd name="connsiteX2" fmla="*/ 292608 w 385005"/>
                  <a:gd name="connsiteY2" fmla="*/ 53728 h 350789"/>
                  <a:gd name="connsiteX3" fmla="*/ 300180 w 385005"/>
                  <a:gd name="connsiteY3" fmla="*/ 62928 h 350789"/>
                  <a:gd name="connsiteX4" fmla="*/ 310896 w 385005"/>
                  <a:gd name="connsiteY4" fmla="*/ 67983 h 350789"/>
                  <a:gd name="connsiteX5" fmla="*/ 337077 w 385005"/>
                  <a:gd name="connsiteY5" fmla="*/ 78765 h 350789"/>
                  <a:gd name="connsiteX6" fmla="*/ 373011 w 385005"/>
                  <a:gd name="connsiteY6" fmla="*/ 127502 h 350789"/>
                  <a:gd name="connsiteX7" fmla="*/ 365824 w 385005"/>
                  <a:gd name="connsiteY7" fmla="*/ 187593 h 350789"/>
                  <a:gd name="connsiteX8" fmla="*/ 363579 w 385005"/>
                  <a:gd name="connsiteY8" fmla="*/ 191704 h 350789"/>
                  <a:gd name="connsiteX9" fmla="*/ 298769 w 385005"/>
                  <a:gd name="connsiteY9" fmla="*/ 191704 h 350789"/>
                  <a:gd name="connsiteX10" fmla="*/ 295816 w 385005"/>
                  <a:gd name="connsiteY10" fmla="*/ 242852 h 350789"/>
                  <a:gd name="connsiteX11" fmla="*/ 264309 w 385005"/>
                  <a:gd name="connsiteY11" fmla="*/ 283261 h 350789"/>
                  <a:gd name="connsiteX12" fmla="*/ 268416 w 385005"/>
                  <a:gd name="connsiteY12" fmla="*/ 289842 h 350789"/>
                  <a:gd name="connsiteX13" fmla="*/ 273550 w 385005"/>
                  <a:gd name="connsiteY13" fmla="*/ 289291 h 350789"/>
                  <a:gd name="connsiteX14" fmla="*/ 275796 w 385005"/>
                  <a:gd name="connsiteY14" fmla="*/ 289291 h 350789"/>
                  <a:gd name="connsiteX15" fmla="*/ 280480 w 385005"/>
                  <a:gd name="connsiteY15" fmla="*/ 290112 h 350789"/>
                  <a:gd name="connsiteX16" fmla="*/ 294469 w 385005"/>
                  <a:gd name="connsiteY16" fmla="*/ 299513 h 350789"/>
                  <a:gd name="connsiteX17" fmla="*/ 299859 w 385005"/>
                  <a:gd name="connsiteY17" fmla="*/ 315465 h 350789"/>
                  <a:gd name="connsiteX18" fmla="*/ 294533 w 385005"/>
                  <a:gd name="connsiteY18" fmla="*/ 331436 h 350789"/>
                  <a:gd name="connsiteX19" fmla="*/ 280544 w 385005"/>
                  <a:gd name="connsiteY19" fmla="*/ 340876 h 350789"/>
                  <a:gd name="connsiteX20" fmla="*/ 263732 w 385005"/>
                  <a:gd name="connsiteY20" fmla="*/ 339919 h 350789"/>
                  <a:gd name="connsiteX21" fmla="*/ 250898 w 385005"/>
                  <a:gd name="connsiteY21" fmla="*/ 328953 h 350789"/>
                  <a:gd name="connsiteX22" fmla="*/ 247370 w 385005"/>
                  <a:gd name="connsiteY22" fmla="*/ 312475 h 350789"/>
                  <a:gd name="connsiteX23" fmla="*/ 254621 w 385005"/>
                  <a:gd name="connsiteY23" fmla="*/ 297241 h 350789"/>
                  <a:gd name="connsiteX24" fmla="*/ 250642 w 385005"/>
                  <a:gd name="connsiteY24" fmla="*/ 291030 h 350789"/>
                  <a:gd name="connsiteX25" fmla="*/ 212718 w 385005"/>
                  <a:gd name="connsiteY25" fmla="*/ 299051 h 350789"/>
                  <a:gd name="connsiteX26" fmla="*/ 175052 w 385005"/>
                  <a:gd name="connsiteY26" fmla="*/ 289701 h 350789"/>
                  <a:gd name="connsiteX27" fmla="*/ 145277 w 385005"/>
                  <a:gd name="connsiteY27" fmla="*/ 264871 h 350789"/>
                  <a:gd name="connsiteX28" fmla="*/ 129300 w 385005"/>
                  <a:gd name="connsiteY28" fmla="*/ 229533 h 350789"/>
                  <a:gd name="connsiteX29" fmla="*/ 127951 w 385005"/>
                  <a:gd name="connsiteY29" fmla="*/ 220395 h 350789"/>
                  <a:gd name="connsiteX30" fmla="*/ 120444 w 385005"/>
                  <a:gd name="connsiteY30" fmla="*/ 220395 h 350789"/>
                  <a:gd name="connsiteX31" fmla="*/ 114156 w 385005"/>
                  <a:gd name="connsiteY31" fmla="*/ 230697 h 350789"/>
                  <a:gd name="connsiteX32" fmla="*/ 103888 w 385005"/>
                  <a:gd name="connsiteY32" fmla="*/ 237097 h 350789"/>
                  <a:gd name="connsiteX33" fmla="*/ 91825 w 385005"/>
                  <a:gd name="connsiteY33" fmla="*/ 238250 h 350789"/>
                  <a:gd name="connsiteX34" fmla="*/ 80596 w 385005"/>
                  <a:gd name="connsiteY34" fmla="*/ 233911 h 350789"/>
                  <a:gd name="connsiteX35" fmla="*/ 72446 w 385005"/>
                  <a:gd name="connsiteY35" fmla="*/ 224994 h 350789"/>
                  <a:gd name="connsiteX36" fmla="*/ 69110 w 385005"/>
                  <a:gd name="connsiteY36" fmla="*/ 213378 h 350789"/>
                  <a:gd name="connsiteX37" fmla="*/ 71355 w 385005"/>
                  <a:gd name="connsiteY37" fmla="*/ 201509 h 350789"/>
                  <a:gd name="connsiteX38" fmla="*/ 78671 w 385005"/>
                  <a:gd name="connsiteY38" fmla="*/ 191887 h 350789"/>
                  <a:gd name="connsiteX39" fmla="*/ 9882 w 385005"/>
                  <a:gd name="connsiteY39" fmla="*/ 191887 h 350789"/>
                  <a:gd name="connsiteX40" fmla="*/ 10524 w 385005"/>
                  <a:gd name="connsiteY40" fmla="*/ 183481 h 350789"/>
                  <a:gd name="connsiteX41" fmla="*/ 24256 w 385005"/>
                  <a:gd name="connsiteY41" fmla="*/ 142500 h 350789"/>
                  <a:gd name="connsiteX42" fmla="*/ 56212 w 385005"/>
                  <a:gd name="connsiteY42" fmla="*/ 113396 h 350789"/>
                  <a:gd name="connsiteX43" fmla="*/ 65260 w 385005"/>
                  <a:gd name="connsiteY43" fmla="*/ 105834 h 350789"/>
                  <a:gd name="connsiteX44" fmla="*/ 70136 w 385005"/>
                  <a:gd name="connsiteY44" fmla="*/ 95121 h 350789"/>
                  <a:gd name="connsiteX45" fmla="*/ 83098 w 385005"/>
                  <a:gd name="connsiteY45" fmla="*/ 67084 h 350789"/>
                  <a:gd name="connsiteX46" fmla="*/ 107611 w 385005"/>
                  <a:gd name="connsiteY46" fmla="*/ 48246 h 350789"/>
                  <a:gd name="connsiteX47" fmla="*/ 133791 w 385005"/>
                  <a:gd name="connsiteY47" fmla="*/ 42764 h 350789"/>
                  <a:gd name="connsiteX48" fmla="*/ 139823 w 385005"/>
                  <a:gd name="connsiteY48" fmla="*/ 42764 h 350789"/>
                  <a:gd name="connsiteX49" fmla="*/ 142389 w 385005"/>
                  <a:gd name="connsiteY49" fmla="*/ 42764 h 350789"/>
                  <a:gd name="connsiteX50" fmla="*/ 152336 w 385005"/>
                  <a:gd name="connsiteY50" fmla="*/ 40599 h 350789"/>
                  <a:gd name="connsiteX51" fmla="*/ 160678 w 385005"/>
                  <a:gd name="connsiteY51" fmla="*/ 34723 h 350789"/>
                  <a:gd name="connsiteX52" fmla="*/ 187885 w 385005"/>
                  <a:gd name="connsiteY52" fmla="*/ 15661 h 350789"/>
                  <a:gd name="connsiteX53" fmla="*/ 220483 w 385005"/>
                  <a:gd name="connsiteY53" fmla="*/ 9138 h 350789"/>
                  <a:gd name="connsiteX54" fmla="*/ 220483 w 385005"/>
                  <a:gd name="connsiteY54" fmla="*/ 0 h 350789"/>
                  <a:gd name="connsiteX55" fmla="*/ 184613 w 385005"/>
                  <a:gd name="connsiteY55" fmla="*/ 7500 h 350789"/>
                  <a:gd name="connsiteX56" fmla="*/ 154710 w 385005"/>
                  <a:gd name="connsiteY56" fmla="*/ 28692 h 350789"/>
                  <a:gd name="connsiteX57" fmla="*/ 149256 w 385005"/>
                  <a:gd name="connsiteY57" fmla="*/ 32519 h 350789"/>
                  <a:gd name="connsiteX58" fmla="*/ 142646 w 385005"/>
                  <a:gd name="connsiteY58" fmla="*/ 33809 h 350789"/>
                  <a:gd name="connsiteX59" fmla="*/ 140914 w 385005"/>
                  <a:gd name="connsiteY59" fmla="*/ 33809 h 350789"/>
                  <a:gd name="connsiteX60" fmla="*/ 134048 w 385005"/>
                  <a:gd name="connsiteY60" fmla="*/ 33809 h 350789"/>
                  <a:gd name="connsiteX61" fmla="*/ 87013 w 385005"/>
                  <a:gd name="connsiteY61" fmla="*/ 50706 h 350789"/>
                  <a:gd name="connsiteX62" fmla="*/ 61345 w 385005"/>
                  <a:gd name="connsiteY62" fmla="*/ 93568 h 350789"/>
                  <a:gd name="connsiteX63" fmla="*/ 58137 w 385005"/>
                  <a:gd name="connsiteY63" fmla="*/ 100641 h 350789"/>
                  <a:gd name="connsiteX64" fmla="*/ 52233 w 385005"/>
                  <a:gd name="connsiteY64" fmla="*/ 105630 h 350789"/>
                  <a:gd name="connsiteX65" fmla="*/ 16812 w 385005"/>
                  <a:gd name="connsiteY65" fmla="*/ 137611 h 350789"/>
                  <a:gd name="connsiteX66" fmla="*/ 1347 w 385005"/>
                  <a:gd name="connsiteY66" fmla="*/ 182749 h 350789"/>
                  <a:gd name="connsiteX67" fmla="*/ 706 w 385005"/>
                  <a:gd name="connsiteY67" fmla="*/ 191156 h 350789"/>
                  <a:gd name="connsiteX68" fmla="*/ 0 w 385005"/>
                  <a:gd name="connsiteY68" fmla="*/ 201024 h 350789"/>
                  <a:gd name="connsiteX69" fmla="*/ 61666 w 385005"/>
                  <a:gd name="connsiteY69" fmla="*/ 201024 h 350789"/>
                  <a:gd name="connsiteX70" fmla="*/ 59805 w 385005"/>
                  <a:gd name="connsiteY70" fmla="*/ 212081 h 350789"/>
                  <a:gd name="connsiteX71" fmla="*/ 65965 w 385005"/>
                  <a:gd name="connsiteY71" fmla="*/ 232124 h 350789"/>
                  <a:gd name="connsiteX72" fmla="*/ 82392 w 385005"/>
                  <a:gd name="connsiteY72" fmla="*/ 245182 h 350789"/>
                  <a:gd name="connsiteX73" fmla="*/ 103311 w 385005"/>
                  <a:gd name="connsiteY73" fmla="*/ 246687 h 350789"/>
                  <a:gd name="connsiteX74" fmla="*/ 121471 w 385005"/>
                  <a:gd name="connsiteY74" fmla="*/ 236112 h 350789"/>
                  <a:gd name="connsiteX75" fmla="*/ 155673 w 385005"/>
                  <a:gd name="connsiteY75" fmla="*/ 287853 h 350789"/>
                  <a:gd name="connsiteX76" fmla="*/ 214387 w 385005"/>
                  <a:gd name="connsiteY76" fmla="*/ 308021 h 350789"/>
                  <a:gd name="connsiteX77" fmla="*/ 239797 w 385005"/>
                  <a:gd name="connsiteY77" fmla="*/ 304646 h 350789"/>
                  <a:gd name="connsiteX78" fmla="*/ 238257 w 385005"/>
                  <a:gd name="connsiteY78" fmla="*/ 319129 h 350789"/>
                  <a:gd name="connsiteX79" fmla="*/ 242813 w 385005"/>
                  <a:gd name="connsiteY79" fmla="*/ 332970 h 350789"/>
                  <a:gd name="connsiteX80" fmla="*/ 255775 w 385005"/>
                  <a:gd name="connsiteY80" fmla="*/ 346022 h 350789"/>
                  <a:gd name="connsiteX81" fmla="*/ 273614 w 385005"/>
                  <a:gd name="connsiteY81" fmla="*/ 350790 h 350789"/>
                  <a:gd name="connsiteX82" fmla="*/ 291196 w 385005"/>
                  <a:gd name="connsiteY82" fmla="*/ 346125 h 350789"/>
                  <a:gd name="connsiteX83" fmla="*/ 301656 w 385005"/>
                  <a:gd name="connsiteY83" fmla="*/ 337038 h 350789"/>
                  <a:gd name="connsiteX84" fmla="*/ 307816 w 385005"/>
                  <a:gd name="connsiteY84" fmla="*/ 324641 h 350789"/>
                  <a:gd name="connsiteX85" fmla="*/ 308778 w 385005"/>
                  <a:gd name="connsiteY85" fmla="*/ 310826 h 350789"/>
                  <a:gd name="connsiteX86" fmla="*/ 304351 w 385005"/>
                  <a:gd name="connsiteY86" fmla="*/ 297697 h 350789"/>
                  <a:gd name="connsiteX87" fmla="*/ 295239 w 385005"/>
                  <a:gd name="connsiteY87" fmla="*/ 287263 h 350789"/>
                  <a:gd name="connsiteX88" fmla="*/ 282854 w 385005"/>
                  <a:gd name="connsiteY88" fmla="*/ 281160 h 350789"/>
                  <a:gd name="connsiteX89" fmla="*/ 281314 w 385005"/>
                  <a:gd name="connsiteY89" fmla="*/ 280703 h 350789"/>
                  <a:gd name="connsiteX90" fmla="*/ 302747 w 385005"/>
                  <a:gd name="connsiteY90" fmla="*/ 249328 h 350789"/>
                  <a:gd name="connsiteX91" fmla="*/ 310383 w 385005"/>
                  <a:gd name="connsiteY91" fmla="*/ 212081 h 350789"/>
                  <a:gd name="connsiteX92" fmla="*/ 309613 w 385005"/>
                  <a:gd name="connsiteY92" fmla="*/ 201024 h 350789"/>
                  <a:gd name="connsiteX93" fmla="*/ 369097 w 385005"/>
                  <a:gd name="connsiteY93" fmla="*/ 201024 h 350789"/>
                  <a:gd name="connsiteX94" fmla="*/ 371664 w 385005"/>
                  <a:gd name="connsiteY94" fmla="*/ 196273 h 350789"/>
                  <a:gd name="connsiteX95" fmla="*/ 373845 w 385005"/>
                  <a:gd name="connsiteY95" fmla="*/ 192161 h 350789"/>
                  <a:gd name="connsiteX96" fmla="*/ 384946 w 385005"/>
                  <a:gd name="connsiteY96" fmla="*/ 151642 h 350789"/>
                  <a:gd name="connsiteX97" fmla="*/ 376733 w 385005"/>
                  <a:gd name="connsiteY97" fmla="*/ 110438 h 350789"/>
                  <a:gd name="connsiteX98" fmla="*/ 350937 w 385005"/>
                  <a:gd name="connsiteY98" fmla="*/ 77259 h 350789"/>
                  <a:gd name="connsiteX99" fmla="*/ 313014 w 385005"/>
                  <a:gd name="connsiteY99" fmla="*/ 59120 h 350789"/>
                  <a:gd name="connsiteX100" fmla="*/ 305891 w 385005"/>
                  <a:gd name="connsiteY100" fmla="*/ 55892 h 350789"/>
                  <a:gd name="connsiteX101" fmla="*/ 300757 w 385005"/>
                  <a:gd name="connsiteY101" fmla="*/ 49982 h 350789"/>
                  <a:gd name="connsiteX102" fmla="*/ 267775 w 385005"/>
                  <a:gd name="connsiteY102" fmla="*/ 13502 h 350789"/>
                  <a:gd name="connsiteX103" fmla="*/ 220483 w 385005"/>
                  <a:gd name="connsiteY103" fmla="*/ 0 h 350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385005" h="350789">
                    <a:moveTo>
                      <a:pt x="220483" y="9138"/>
                    </a:moveTo>
                    <a:cubicBezTo>
                      <a:pt x="235498" y="9076"/>
                      <a:pt x="250193" y="13223"/>
                      <a:pt x="262962" y="21106"/>
                    </a:cubicBezTo>
                    <a:cubicBezTo>
                      <a:pt x="275732" y="28989"/>
                      <a:pt x="285998" y="40292"/>
                      <a:pt x="292608" y="53728"/>
                    </a:cubicBezTo>
                    <a:cubicBezTo>
                      <a:pt x="294405" y="57318"/>
                      <a:pt x="296972" y="60461"/>
                      <a:pt x="300180" y="62928"/>
                    </a:cubicBezTo>
                    <a:cubicBezTo>
                      <a:pt x="303324" y="65395"/>
                      <a:pt x="306982" y="67121"/>
                      <a:pt x="310896" y="67983"/>
                    </a:cubicBezTo>
                    <a:cubicBezTo>
                      <a:pt x="320201" y="70069"/>
                      <a:pt x="329056" y="73715"/>
                      <a:pt x="337077" y="78765"/>
                    </a:cubicBezTo>
                    <a:cubicBezTo>
                      <a:pt x="354787" y="89860"/>
                      <a:pt x="367621" y="107286"/>
                      <a:pt x="373011" y="127502"/>
                    </a:cubicBezTo>
                    <a:cubicBezTo>
                      <a:pt x="378337" y="147717"/>
                      <a:pt x="375771" y="169204"/>
                      <a:pt x="365824" y="187593"/>
                    </a:cubicBezTo>
                    <a:lnTo>
                      <a:pt x="363579" y="191704"/>
                    </a:lnTo>
                    <a:lnTo>
                      <a:pt x="298769" y="191704"/>
                    </a:lnTo>
                    <a:cubicBezTo>
                      <a:pt x="303003" y="208658"/>
                      <a:pt x="301977" y="226498"/>
                      <a:pt x="295816" y="242852"/>
                    </a:cubicBezTo>
                    <a:cubicBezTo>
                      <a:pt x="289656" y="259206"/>
                      <a:pt x="278684" y="273301"/>
                      <a:pt x="264309" y="283261"/>
                    </a:cubicBezTo>
                    <a:lnTo>
                      <a:pt x="268416" y="289842"/>
                    </a:lnTo>
                    <a:cubicBezTo>
                      <a:pt x="270085" y="289477"/>
                      <a:pt x="271817" y="289297"/>
                      <a:pt x="273550" y="289291"/>
                    </a:cubicBezTo>
                    <a:lnTo>
                      <a:pt x="275796" y="289291"/>
                    </a:lnTo>
                    <a:cubicBezTo>
                      <a:pt x="277400" y="289432"/>
                      <a:pt x="278940" y="289708"/>
                      <a:pt x="280480" y="290112"/>
                    </a:cubicBezTo>
                    <a:cubicBezTo>
                      <a:pt x="286063" y="291633"/>
                      <a:pt x="290939" y="294931"/>
                      <a:pt x="294469" y="299513"/>
                    </a:cubicBezTo>
                    <a:cubicBezTo>
                      <a:pt x="297998" y="304094"/>
                      <a:pt x="299859" y="309696"/>
                      <a:pt x="299859" y="315465"/>
                    </a:cubicBezTo>
                    <a:cubicBezTo>
                      <a:pt x="299923" y="321234"/>
                      <a:pt x="297998" y="326842"/>
                      <a:pt x="294533" y="331436"/>
                    </a:cubicBezTo>
                    <a:cubicBezTo>
                      <a:pt x="291004" y="336024"/>
                      <a:pt x="286127" y="339342"/>
                      <a:pt x="280544" y="340876"/>
                    </a:cubicBezTo>
                    <a:cubicBezTo>
                      <a:pt x="274962" y="342409"/>
                      <a:pt x="269059" y="342069"/>
                      <a:pt x="263732" y="339919"/>
                    </a:cubicBezTo>
                    <a:cubicBezTo>
                      <a:pt x="258342" y="337763"/>
                      <a:pt x="253851" y="333913"/>
                      <a:pt x="250898" y="328953"/>
                    </a:cubicBezTo>
                    <a:cubicBezTo>
                      <a:pt x="247947" y="323993"/>
                      <a:pt x="246727" y="318205"/>
                      <a:pt x="247370" y="312475"/>
                    </a:cubicBezTo>
                    <a:cubicBezTo>
                      <a:pt x="248075" y="306744"/>
                      <a:pt x="250578" y="301393"/>
                      <a:pt x="254621" y="297241"/>
                    </a:cubicBezTo>
                    <a:lnTo>
                      <a:pt x="250642" y="291030"/>
                    </a:lnTo>
                    <a:cubicBezTo>
                      <a:pt x="238770" y="296535"/>
                      <a:pt x="225808" y="299275"/>
                      <a:pt x="212718" y="299051"/>
                    </a:cubicBezTo>
                    <a:cubicBezTo>
                      <a:pt x="199628" y="298820"/>
                      <a:pt x="186730" y="295624"/>
                      <a:pt x="175052" y="289701"/>
                    </a:cubicBezTo>
                    <a:cubicBezTo>
                      <a:pt x="163373" y="283784"/>
                      <a:pt x="153170" y="275293"/>
                      <a:pt x="145277" y="264871"/>
                    </a:cubicBezTo>
                    <a:cubicBezTo>
                      <a:pt x="137321" y="254448"/>
                      <a:pt x="131866" y="242366"/>
                      <a:pt x="129300" y="229533"/>
                    </a:cubicBezTo>
                    <a:cubicBezTo>
                      <a:pt x="128658" y="226517"/>
                      <a:pt x="128208" y="223466"/>
                      <a:pt x="127951" y="220395"/>
                    </a:cubicBezTo>
                    <a:lnTo>
                      <a:pt x="120444" y="220395"/>
                    </a:lnTo>
                    <a:cubicBezTo>
                      <a:pt x="119160" y="224272"/>
                      <a:pt x="116979" y="227798"/>
                      <a:pt x="114156" y="230697"/>
                    </a:cubicBezTo>
                    <a:cubicBezTo>
                      <a:pt x="111268" y="233596"/>
                      <a:pt x="107739" y="235787"/>
                      <a:pt x="103888" y="237097"/>
                    </a:cubicBezTo>
                    <a:cubicBezTo>
                      <a:pt x="100038" y="238408"/>
                      <a:pt x="95867" y="238803"/>
                      <a:pt x="91825" y="238250"/>
                    </a:cubicBezTo>
                    <a:cubicBezTo>
                      <a:pt x="87783" y="237697"/>
                      <a:pt x="83932" y="236211"/>
                      <a:pt x="80596" y="233911"/>
                    </a:cubicBezTo>
                    <a:cubicBezTo>
                      <a:pt x="77195" y="231610"/>
                      <a:pt x="74435" y="228557"/>
                      <a:pt x="72446" y="224994"/>
                    </a:cubicBezTo>
                    <a:cubicBezTo>
                      <a:pt x="70457" y="221431"/>
                      <a:pt x="69302" y="217454"/>
                      <a:pt x="69110" y="213378"/>
                    </a:cubicBezTo>
                    <a:cubicBezTo>
                      <a:pt x="68917" y="209302"/>
                      <a:pt x="69687" y="205239"/>
                      <a:pt x="71355" y="201509"/>
                    </a:cubicBezTo>
                    <a:cubicBezTo>
                      <a:pt x="73024" y="197779"/>
                      <a:pt x="75526" y="194485"/>
                      <a:pt x="78671" y="191887"/>
                    </a:cubicBezTo>
                    <a:lnTo>
                      <a:pt x="9882" y="191887"/>
                    </a:lnTo>
                    <a:lnTo>
                      <a:pt x="10524" y="183481"/>
                    </a:lnTo>
                    <a:cubicBezTo>
                      <a:pt x="11551" y="168873"/>
                      <a:pt x="16235" y="154766"/>
                      <a:pt x="24256" y="142500"/>
                    </a:cubicBezTo>
                    <a:cubicBezTo>
                      <a:pt x="32277" y="130234"/>
                      <a:pt x="43249" y="120215"/>
                      <a:pt x="56212" y="113396"/>
                    </a:cubicBezTo>
                    <a:cubicBezTo>
                      <a:pt x="59805" y="111581"/>
                      <a:pt x="62885" y="108997"/>
                      <a:pt x="65260" y="105834"/>
                    </a:cubicBezTo>
                    <a:cubicBezTo>
                      <a:pt x="67698" y="102672"/>
                      <a:pt x="69366" y="99011"/>
                      <a:pt x="70136" y="95121"/>
                    </a:cubicBezTo>
                    <a:cubicBezTo>
                      <a:pt x="72125" y="84866"/>
                      <a:pt x="76617" y="75247"/>
                      <a:pt x="83098" y="67084"/>
                    </a:cubicBezTo>
                    <a:cubicBezTo>
                      <a:pt x="89643" y="58922"/>
                      <a:pt x="98050" y="52459"/>
                      <a:pt x="107611" y="48246"/>
                    </a:cubicBezTo>
                    <a:cubicBezTo>
                      <a:pt x="115889" y="44656"/>
                      <a:pt x="124807" y="42791"/>
                      <a:pt x="133791" y="42764"/>
                    </a:cubicBezTo>
                    <a:lnTo>
                      <a:pt x="139823" y="42764"/>
                    </a:lnTo>
                    <a:lnTo>
                      <a:pt x="142389" y="42764"/>
                    </a:lnTo>
                    <a:cubicBezTo>
                      <a:pt x="145790" y="42717"/>
                      <a:pt x="149192" y="41981"/>
                      <a:pt x="152336" y="40599"/>
                    </a:cubicBezTo>
                    <a:cubicBezTo>
                      <a:pt x="155480" y="39218"/>
                      <a:pt x="158304" y="37220"/>
                      <a:pt x="160678" y="34723"/>
                    </a:cubicBezTo>
                    <a:cubicBezTo>
                      <a:pt x="168314" y="26555"/>
                      <a:pt x="177619" y="20065"/>
                      <a:pt x="187885" y="15661"/>
                    </a:cubicBezTo>
                    <a:cubicBezTo>
                      <a:pt x="198216" y="11257"/>
                      <a:pt x="209253" y="9036"/>
                      <a:pt x="220483" y="9138"/>
                    </a:cubicBezTo>
                    <a:close/>
                    <a:moveTo>
                      <a:pt x="220483" y="0"/>
                    </a:moveTo>
                    <a:cubicBezTo>
                      <a:pt x="208162" y="10"/>
                      <a:pt x="195906" y="2563"/>
                      <a:pt x="184613" y="7500"/>
                    </a:cubicBezTo>
                    <a:cubicBezTo>
                      <a:pt x="173319" y="12437"/>
                      <a:pt x="163116" y="19650"/>
                      <a:pt x="154710" y="28692"/>
                    </a:cubicBezTo>
                    <a:cubicBezTo>
                      <a:pt x="153170" y="30334"/>
                      <a:pt x="151309" y="31638"/>
                      <a:pt x="149256" y="32519"/>
                    </a:cubicBezTo>
                    <a:cubicBezTo>
                      <a:pt x="147139" y="33400"/>
                      <a:pt x="144892" y="33839"/>
                      <a:pt x="142646" y="33809"/>
                    </a:cubicBezTo>
                    <a:lnTo>
                      <a:pt x="140914" y="33809"/>
                    </a:lnTo>
                    <a:cubicBezTo>
                      <a:pt x="138668" y="33672"/>
                      <a:pt x="136358" y="33672"/>
                      <a:pt x="134048" y="33809"/>
                    </a:cubicBezTo>
                    <a:cubicBezTo>
                      <a:pt x="116915" y="33840"/>
                      <a:pt x="100295" y="39811"/>
                      <a:pt x="87013" y="50706"/>
                    </a:cubicBezTo>
                    <a:cubicBezTo>
                      <a:pt x="73794" y="61600"/>
                      <a:pt x="64681" y="76747"/>
                      <a:pt x="61345" y="93568"/>
                    </a:cubicBezTo>
                    <a:cubicBezTo>
                      <a:pt x="60832" y="96135"/>
                      <a:pt x="59741" y="98552"/>
                      <a:pt x="58137" y="100641"/>
                    </a:cubicBezTo>
                    <a:cubicBezTo>
                      <a:pt x="56596" y="102729"/>
                      <a:pt x="54543" y="104434"/>
                      <a:pt x="52233" y="105630"/>
                    </a:cubicBezTo>
                    <a:cubicBezTo>
                      <a:pt x="37860" y="113111"/>
                      <a:pt x="25667" y="124117"/>
                      <a:pt x="16812" y="137611"/>
                    </a:cubicBezTo>
                    <a:cubicBezTo>
                      <a:pt x="7893" y="151103"/>
                      <a:pt x="2567" y="166638"/>
                      <a:pt x="1347" y="182749"/>
                    </a:cubicBezTo>
                    <a:lnTo>
                      <a:pt x="706" y="191156"/>
                    </a:lnTo>
                    <a:lnTo>
                      <a:pt x="0" y="201024"/>
                    </a:lnTo>
                    <a:lnTo>
                      <a:pt x="61666" y="201024"/>
                    </a:lnTo>
                    <a:cubicBezTo>
                      <a:pt x="60447" y="204588"/>
                      <a:pt x="59805" y="208321"/>
                      <a:pt x="59805" y="212081"/>
                    </a:cubicBezTo>
                    <a:cubicBezTo>
                      <a:pt x="59805" y="219230"/>
                      <a:pt x="61923" y="226217"/>
                      <a:pt x="65965" y="232124"/>
                    </a:cubicBezTo>
                    <a:cubicBezTo>
                      <a:pt x="70008" y="238032"/>
                      <a:pt x="75719" y="242583"/>
                      <a:pt x="82392" y="245182"/>
                    </a:cubicBezTo>
                    <a:cubicBezTo>
                      <a:pt x="89066" y="247781"/>
                      <a:pt x="96381" y="248306"/>
                      <a:pt x="103311" y="246687"/>
                    </a:cubicBezTo>
                    <a:cubicBezTo>
                      <a:pt x="110305" y="245068"/>
                      <a:pt x="116594" y="241382"/>
                      <a:pt x="121471" y="236112"/>
                    </a:cubicBezTo>
                    <a:cubicBezTo>
                      <a:pt x="126797" y="256658"/>
                      <a:pt x="138861" y="274848"/>
                      <a:pt x="155673" y="287853"/>
                    </a:cubicBezTo>
                    <a:cubicBezTo>
                      <a:pt x="172485" y="300860"/>
                      <a:pt x="193083" y="307951"/>
                      <a:pt x="214387" y="308021"/>
                    </a:cubicBezTo>
                    <a:cubicBezTo>
                      <a:pt x="222921" y="308009"/>
                      <a:pt x="231455" y="306873"/>
                      <a:pt x="239797" y="304646"/>
                    </a:cubicBezTo>
                    <a:cubicBezTo>
                      <a:pt x="238257" y="309311"/>
                      <a:pt x="237744" y="314246"/>
                      <a:pt x="238257" y="319129"/>
                    </a:cubicBezTo>
                    <a:cubicBezTo>
                      <a:pt x="238770" y="324006"/>
                      <a:pt x="240310" y="328722"/>
                      <a:pt x="242813" y="332970"/>
                    </a:cubicBezTo>
                    <a:cubicBezTo>
                      <a:pt x="245893" y="338392"/>
                      <a:pt x="250385" y="342890"/>
                      <a:pt x="255775" y="346022"/>
                    </a:cubicBezTo>
                    <a:cubicBezTo>
                      <a:pt x="261229" y="349147"/>
                      <a:pt x="267390" y="350796"/>
                      <a:pt x="273614" y="350790"/>
                    </a:cubicBezTo>
                    <a:cubicBezTo>
                      <a:pt x="279774" y="350815"/>
                      <a:pt x="285806" y="349205"/>
                      <a:pt x="291196" y="346125"/>
                    </a:cubicBezTo>
                    <a:cubicBezTo>
                      <a:pt x="295239" y="343815"/>
                      <a:pt x="298769" y="340728"/>
                      <a:pt x="301656" y="337038"/>
                    </a:cubicBezTo>
                    <a:cubicBezTo>
                      <a:pt x="304479" y="333355"/>
                      <a:pt x="306597" y="329139"/>
                      <a:pt x="307816" y="324641"/>
                    </a:cubicBezTo>
                    <a:cubicBezTo>
                      <a:pt x="309035" y="320143"/>
                      <a:pt x="309356" y="315446"/>
                      <a:pt x="308778" y="310826"/>
                    </a:cubicBezTo>
                    <a:cubicBezTo>
                      <a:pt x="308137" y="306199"/>
                      <a:pt x="306661" y="301739"/>
                      <a:pt x="304351" y="297697"/>
                    </a:cubicBezTo>
                    <a:cubicBezTo>
                      <a:pt x="302040" y="293648"/>
                      <a:pt x="298960" y="290099"/>
                      <a:pt x="295239" y="287263"/>
                    </a:cubicBezTo>
                    <a:cubicBezTo>
                      <a:pt x="291581" y="284420"/>
                      <a:pt x="287346" y="282346"/>
                      <a:pt x="282854" y="281160"/>
                    </a:cubicBezTo>
                    <a:lnTo>
                      <a:pt x="281314" y="280703"/>
                    </a:lnTo>
                    <a:cubicBezTo>
                      <a:pt x="290491" y="271781"/>
                      <a:pt x="297806" y="261114"/>
                      <a:pt x="302747" y="249328"/>
                    </a:cubicBezTo>
                    <a:cubicBezTo>
                      <a:pt x="307752" y="237543"/>
                      <a:pt x="310383" y="224879"/>
                      <a:pt x="310383" y="212081"/>
                    </a:cubicBezTo>
                    <a:cubicBezTo>
                      <a:pt x="310383" y="208384"/>
                      <a:pt x="310126" y="204692"/>
                      <a:pt x="309613" y="201024"/>
                    </a:cubicBezTo>
                    <a:lnTo>
                      <a:pt x="369097" y="201024"/>
                    </a:lnTo>
                    <a:lnTo>
                      <a:pt x="371664" y="196273"/>
                    </a:lnTo>
                    <a:lnTo>
                      <a:pt x="373845" y="192161"/>
                    </a:lnTo>
                    <a:cubicBezTo>
                      <a:pt x="380647" y="179701"/>
                      <a:pt x="384433" y="165828"/>
                      <a:pt x="384946" y="151642"/>
                    </a:cubicBezTo>
                    <a:cubicBezTo>
                      <a:pt x="385459" y="137457"/>
                      <a:pt x="382636" y="123350"/>
                      <a:pt x="376733" y="110438"/>
                    </a:cubicBezTo>
                    <a:cubicBezTo>
                      <a:pt x="370830" y="97528"/>
                      <a:pt x="362039" y="86167"/>
                      <a:pt x="350937" y="77259"/>
                    </a:cubicBezTo>
                    <a:cubicBezTo>
                      <a:pt x="339900" y="68352"/>
                      <a:pt x="326938" y="62141"/>
                      <a:pt x="313014" y="59120"/>
                    </a:cubicBezTo>
                    <a:cubicBezTo>
                      <a:pt x="310447" y="58570"/>
                      <a:pt x="308008" y="57469"/>
                      <a:pt x="305891" y="55892"/>
                    </a:cubicBezTo>
                    <a:cubicBezTo>
                      <a:pt x="303773" y="54315"/>
                      <a:pt x="302040" y="52299"/>
                      <a:pt x="300757" y="49982"/>
                    </a:cubicBezTo>
                    <a:cubicBezTo>
                      <a:pt x="293442" y="34978"/>
                      <a:pt x="281956" y="22338"/>
                      <a:pt x="267775" y="13502"/>
                    </a:cubicBezTo>
                    <a:cubicBezTo>
                      <a:pt x="253594" y="4666"/>
                      <a:pt x="237230" y="-12"/>
                      <a:pt x="2204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427D40CA-BEBE-968C-BA98-640E7DAEE717}"/>
                  </a:ext>
                </a:extLst>
              </p:cNvPr>
              <p:cNvSpPr/>
              <p:nvPr/>
            </p:nvSpPr>
            <p:spPr>
              <a:xfrm>
                <a:off x="9445848" y="2484169"/>
                <a:ext cx="365924" cy="182749"/>
              </a:xfrm>
              <a:custGeom>
                <a:avLst/>
                <a:gdLst>
                  <a:gd name="connsiteX0" fmla="*/ 327323 w 365924"/>
                  <a:gd name="connsiteY0" fmla="*/ 69629 h 182749"/>
                  <a:gd name="connsiteX1" fmla="*/ 301014 w 365924"/>
                  <a:gd name="connsiteY1" fmla="*/ 58846 h 182749"/>
                  <a:gd name="connsiteX2" fmla="*/ 290298 w 365924"/>
                  <a:gd name="connsiteY2" fmla="*/ 53791 h 182749"/>
                  <a:gd name="connsiteX3" fmla="*/ 282726 w 365924"/>
                  <a:gd name="connsiteY3" fmla="*/ 44591 h 182749"/>
                  <a:gd name="connsiteX4" fmla="*/ 253080 w 365924"/>
                  <a:gd name="connsiteY4" fmla="*/ 11969 h 182749"/>
                  <a:gd name="connsiteX5" fmla="*/ 210600 w 365924"/>
                  <a:gd name="connsiteY5" fmla="*/ 1 h 182749"/>
                  <a:gd name="connsiteX6" fmla="*/ 178388 w 365924"/>
                  <a:gd name="connsiteY6" fmla="*/ 6754 h 182749"/>
                  <a:gd name="connsiteX7" fmla="*/ 151502 w 365924"/>
                  <a:gd name="connsiteY7" fmla="*/ 25768 h 182749"/>
                  <a:gd name="connsiteX8" fmla="*/ 141812 w 365924"/>
                  <a:gd name="connsiteY8" fmla="*/ 32207 h 182749"/>
                  <a:gd name="connsiteX9" fmla="*/ 130197 w 365924"/>
                  <a:gd name="connsiteY9" fmla="*/ 33627 h 182749"/>
                  <a:gd name="connsiteX10" fmla="*/ 98049 w 365924"/>
                  <a:gd name="connsiteY10" fmla="*/ 38835 h 182749"/>
                  <a:gd name="connsiteX11" fmla="*/ 73537 w 365924"/>
                  <a:gd name="connsiteY11" fmla="*/ 57673 h 182749"/>
                  <a:gd name="connsiteX12" fmla="*/ 60510 w 365924"/>
                  <a:gd name="connsiteY12" fmla="*/ 85710 h 182749"/>
                  <a:gd name="connsiteX13" fmla="*/ 55634 w 365924"/>
                  <a:gd name="connsiteY13" fmla="*/ 96423 h 182749"/>
                  <a:gd name="connsiteX14" fmla="*/ 46651 w 365924"/>
                  <a:gd name="connsiteY14" fmla="*/ 103985 h 182749"/>
                  <a:gd name="connsiteX15" fmla="*/ 14630 w 365924"/>
                  <a:gd name="connsiteY15" fmla="*/ 133089 h 182749"/>
                  <a:gd name="connsiteX16" fmla="*/ 898 w 365924"/>
                  <a:gd name="connsiteY16" fmla="*/ 174070 h 182749"/>
                  <a:gd name="connsiteX17" fmla="*/ 0 w 365924"/>
                  <a:gd name="connsiteY17" fmla="*/ 182750 h 182749"/>
                  <a:gd name="connsiteX18" fmla="*/ 53131 w 365924"/>
                  <a:gd name="connsiteY18" fmla="*/ 182750 h 182749"/>
                  <a:gd name="connsiteX19" fmla="*/ 72446 w 365924"/>
                  <a:gd name="connsiteY19" fmla="*/ 166851 h 182749"/>
                  <a:gd name="connsiteX20" fmla="*/ 17582 w 365924"/>
                  <a:gd name="connsiteY20" fmla="*/ 166851 h 182749"/>
                  <a:gd name="connsiteX21" fmla="*/ 30287 w 365924"/>
                  <a:gd name="connsiteY21" fmla="*/ 138289 h 182749"/>
                  <a:gd name="connsiteX22" fmla="*/ 54158 w 365924"/>
                  <a:gd name="connsiteY22" fmla="*/ 118057 h 182749"/>
                  <a:gd name="connsiteX23" fmla="*/ 68467 w 365924"/>
                  <a:gd name="connsiteY23" fmla="*/ 105905 h 182749"/>
                  <a:gd name="connsiteX24" fmla="*/ 76104 w 365924"/>
                  <a:gd name="connsiteY24" fmla="*/ 88726 h 182749"/>
                  <a:gd name="connsiteX25" fmla="*/ 85922 w 365924"/>
                  <a:gd name="connsiteY25" fmla="*/ 67512 h 182749"/>
                  <a:gd name="connsiteX26" fmla="*/ 104530 w 365924"/>
                  <a:gd name="connsiteY26" fmla="*/ 53272 h 182749"/>
                  <a:gd name="connsiteX27" fmla="*/ 128850 w 365924"/>
                  <a:gd name="connsiteY27" fmla="*/ 49252 h 182749"/>
                  <a:gd name="connsiteX28" fmla="*/ 147459 w 365924"/>
                  <a:gd name="connsiteY28" fmla="*/ 46906 h 182749"/>
                  <a:gd name="connsiteX29" fmla="*/ 163051 w 365924"/>
                  <a:gd name="connsiteY29" fmla="*/ 36550 h 182749"/>
                  <a:gd name="connsiteX30" fmla="*/ 184676 w 365924"/>
                  <a:gd name="connsiteY30" fmla="*/ 21242 h 182749"/>
                  <a:gd name="connsiteX31" fmla="*/ 210600 w 365924"/>
                  <a:gd name="connsiteY31" fmla="*/ 15809 h 182749"/>
                  <a:gd name="connsiteX32" fmla="*/ 244738 w 365924"/>
                  <a:gd name="connsiteY32" fmla="*/ 25366 h 182749"/>
                  <a:gd name="connsiteX33" fmla="*/ 268609 w 365924"/>
                  <a:gd name="connsiteY33" fmla="*/ 51627 h 182749"/>
                  <a:gd name="connsiteX34" fmla="*/ 280608 w 365924"/>
                  <a:gd name="connsiteY34" fmla="*/ 66250 h 182749"/>
                  <a:gd name="connsiteX35" fmla="*/ 297741 w 365924"/>
                  <a:gd name="connsiteY35" fmla="*/ 74288 h 182749"/>
                  <a:gd name="connsiteX36" fmla="*/ 318853 w 365924"/>
                  <a:gd name="connsiteY36" fmla="*/ 83426 h 182749"/>
                  <a:gd name="connsiteX37" fmla="*/ 347215 w 365924"/>
                  <a:gd name="connsiteY37" fmla="*/ 120704 h 182749"/>
                  <a:gd name="connsiteX38" fmla="*/ 344135 w 365924"/>
                  <a:gd name="connsiteY38" fmla="*/ 167399 h 182749"/>
                  <a:gd name="connsiteX39" fmla="*/ 296265 w 365924"/>
                  <a:gd name="connsiteY39" fmla="*/ 167399 h 182749"/>
                  <a:gd name="connsiteX40" fmla="*/ 301014 w 365924"/>
                  <a:gd name="connsiteY40" fmla="*/ 182750 h 182749"/>
                  <a:gd name="connsiteX41" fmla="*/ 353696 w 365924"/>
                  <a:gd name="connsiteY41" fmla="*/ 182750 h 182749"/>
                  <a:gd name="connsiteX42" fmla="*/ 355942 w 365924"/>
                  <a:gd name="connsiteY42" fmla="*/ 178638 h 182749"/>
                  <a:gd name="connsiteX43" fmla="*/ 363257 w 365924"/>
                  <a:gd name="connsiteY43" fmla="*/ 118464 h 182749"/>
                  <a:gd name="connsiteX44" fmla="*/ 327323 w 365924"/>
                  <a:gd name="connsiteY44" fmla="*/ 69629 h 182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65924" h="182749">
                    <a:moveTo>
                      <a:pt x="327323" y="69629"/>
                    </a:moveTo>
                    <a:cubicBezTo>
                      <a:pt x="319238" y="64569"/>
                      <a:pt x="310318" y="60923"/>
                      <a:pt x="301014" y="58846"/>
                    </a:cubicBezTo>
                    <a:cubicBezTo>
                      <a:pt x="297099" y="57985"/>
                      <a:pt x="293442" y="56258"/>
                      <a:pt x="290298" y="53791"/>
                    </a:cubicBezTo>
                    <a:cubicBezTo>
                      <a:pt x="287089" y="51325"/>
                      <a:pt x="284523" y="48181"/>
                      <a:pt x="282726" y="44591"/>
                    </a:cubicBezTo>
                    <a:cubicBezTo>
                      <a:pt x="276116" y="31155"/>
                      <a:pt x="265849" y="19852"/>
                      <a:pt x="253080" y="11969"/>
                    </a:cubicBezTo>
                    <a:cubicBezTo>
                      <a:pt x="240310" y="4086"/>
                      <a:pt x="225616" y="-61"/>
                      <a:pt x="210600" y="1"/>
                    </a:cubicBezTo>
                    <a:cubicBezTo>
                      <a:pt x="199499" y="23"/>
                      <a:pt x="188527" y="2322"/>
                      <a:pt x="178388" y="6754"/>
                    </a:cubicBezTo>
                    <a:cubicBezTo>
                      <a:pt x="168249" y="11187"/>
                      <a:pt x="159073" y="17659"/>
                      <a:pt x="151502" y="25768"/>
                    </a:cubicBezTo>
                    <a:cubicBezTo>
                      <a:pt x="148806" y="28639"/>
                      <a:pt x="145469" y="30843"/>
                      <a:pt x="141812" y="32207"/>
                    </a:cubicBezTo>
                    <a:cubicBezTo>
                      <a:pt x="138091" y="33571"/>
                      <a:pt x="134111" y="34057"/>
                      <a:pt x="130197" y="33627"/>
                    </a:cubicBezTo>
                    <a:cubicBezTo>
                      <a:pt x="119225" y="32643"/>
                      <a:pt x="108124" y="34433"/>
                      <a:pt x="98049" y="38835"/>
                    </a:cubicBezTo>
                    <a:cubicBezTo>
                      <a:pt x="88488" y="43048"/>
                      <a:pt x="80082" y="49511"/>
                      <a:pt x="73537" y="57673"/>
                    </a:cubicBezTo>
                    <a:cubicBezTo>
                      <a:pt x="66991" y="65836"/>
                      <a:pt x="62564" y="75455"/>
                      <a:pt x="60510" y="85710"/>
                    </a:cubicBezTo>
                    <a:cubicBezTo>
                      <a:pt x="59740" y="89600"/>
                      <a:pt x="58072" y="93261"/>
                      <a:pt x="55634" y="96423"/>
                    </a:cubicBezTo>
                    <a:cubicBezTo>
                      <a:pt x="53259" y="99586"/>
                      <a:pt x="50179" y="102170"/>
                      <a:pt x="46651" y="103985"/>
                    </a:cubicBezTo>
                    <a:cubicBezTo>
                      <a:pt x="33688" y="110804"/>
                      <a:pt x="22651" y="120823"/>
                      <a:pt x="14630" y="133089"/>
                    </a:cubicBezTo>
                    <a:cubicBezTo>
                      <a:pt x="6673" y="145355"/>
                      <a:pt x="1925" y="159462"/>
                      <a:pt x="898" y="174070"/>
                    </a:cubicBezTo>
                    <a:lnTo>
                      <a:pt x="0" y="182750"/>
                    </a:lnTo>
                    <a:lnTo>
                      <a:pt x="53131" y="182750"/>
                    </a:lnTo>
                    <a:cubicBezTo>
                      <a:pt x="57623" y="175453"/>
                      <a:pt x="64425" y="169857"/>
                      <a:pt x="72446" y="166851"/>
                    </a:cubicBezTo>
                    <a:lnTo>
                      <a:pt x="17582" y="166851"/>
                    </a:lnTo>
                    <a:cubicBezTo>
                      <a:pt x="19571" y="156497"/>
                      <a:pt x="23935" y="146736"/>
                      <a:pt x="30287" y="138289"/>
                    </a:cubicBezTo>
                    <a:cubicBezTo>
                      <a:pt x="36640" y="129843"/>
                      <a:pt x="44789" y="122928"/>
                      <a:pt x="54158" y="118057"/>
                    </a:cubicBezTo>
                    <a:cubicBezTo>
                      <a:pt x="59740" y="115139"/>
                      <a:pt x="64681" y="110985"/>
                      <a:pt x="68467" y="105905"/>
                    </a:cubicBezTo>
                    <a:cubicBezTo>
                      <a:pt x="72254" y="100825"/>
                      <a:pt x="74884" y="94953"/>
                      <a:pt x="76104" y="88726"/>
                    </a:cubicBezTo>
                    <a:cubicBezTo>
                      <a:pt x="77644" y="80963"/>
                      <a:pt x="80981" y="73685"/>
                      <a:pt x="85922" y="67512"/>
                    </a:cubicBezTo>
                    <a:cubicBezTo>
                      <a:pt x="90926" y="61338"/>
                      <a:pt x="97279" y="56453"/>
                      <a:pt x="104530" y="53272"/>
                    </a:cubicBezTo>
                    <a:cubicBezTo>
                      <a:pt x="112166" y="49906"/>
                      <a:pt x="120508" y="48523"/>
                      <a:pt x="128850" y="49252"/>
                    </a:cubicBezTo>
                    <a:cubicBezTo>
                      <a:pt x="135138" y="49912"/>
                      <a:pt x="141491" y="49109"/>
                      <a:pt x="147459" y="46906"/>
                    </a:cubicBezTo>
                    <a:cubicBezTo>
                      <a:pt x="153362" y="44702"/>
                      <a:pt x="158688" y="41158"/>
                      <a:pt x="163051" y="36550"/>
                    </a:cubicBezTo>
                    <a:cubicBezTo>
                      <a:pt x="169148" y="30021"/>
                      <a:pt x="176463" y="24810"/>
                      <a:pt x="184676" y="21242"/>
                    </a:cubicBezTo>
                    <a:cubicBezTo>
                      <a:pt x="192826" y="17674"/>
                      <a:pt x="201681" y="15825"/>
                      <a:pt x="210600" y="15809"/>
                    </a:cubicBezTo>
                    <a:cubicBezTo>
                      <a:pt x="222664" y="15716"/>
                      <a:pt x="234471" y="19029"/>
                      <a:pt x="244738" y="25366"/>
                    </a:cubicBezTo>
                    <a:cubicBezTo>
                      <a:pt x="255005" y="31703"/>
                      <a:pt x="263282" y="40806"/>
                      <a:pt x="268609" y="51627"/>
                    </a:cubicBezTo>
                    <a:cubicBezTo>
                      <a:pt x="271432" y="57335"/>
                      <a:pt x="275539" y="62330"/>
                      <a:pt x="280608" y="66250"/>
                    </a:cubicBezTo>
                    <a:cubicBezTo>
                      <a:pt x="285678" y="70170"/>
                      <a:pt x="291517" y="72917"/>
                      <a:pt x="297741" y="74288"/>
                    </a:cubicBezTo>
                    <a:cubicBezTo>
                      <a:pt x="305249" y="76069"/>
                      <a:pt x="312436" y="79163"/>
                      <a:pt x="318853" y="83426"/>
                    </a:cubicBezTo>
                    <a:cubicBezTo>
                      <a:pt x="332520" y="92040"/>
                      <a:pt x="342531" y="105277"/>
                      <a:pt x="347215" y="120704"/>
                    </a:cubicBezTo>
                    <a:cubicBezTo>
                      <a:pt x="351835" y="136131"/>
                      <a:pt x="350744" y="152711"/>
                      <a:pt x="344135" y="167399"/>
                    </a:cubicBezTo>
                    <a:lnTo>
                      <a:pt x="296265" y="167399"/>
                    </a:lnTo>
                    <a:cubicBezTo>
                      <a:pt x="298255" y="172386"/>
                      <a:pt x="299859" y="177518"/>
                      <a:pt x="301014" y="182750"/>
                    </a:cubicBezTo>
                    <a:lnTo>
                      <a:pt x="353696" y="182750"/>
                    </a:lnTo>
                    <a:lnTo>
                      <a:pt x="355942" y="178638"/>
                    </a:lnTo>
                    <a:cubicBezTo>
                      <a:pt x="365952" y="160242"/>
                      <a:pt x="368519" y="138721"/>
                      <a:pt x="363257" y="118464"/>
                    </a:cubicBezTo>
                    <a:cubicBezTo>
                      <a:pt x="357931" y="98207"/>
                      <a:pt x="345034" y="80741"/>
                      <a:pt x="327323" y="69629"/>
                    </a:cubicBez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1831DEF3-D0F5-4046-12CC-8C3DFD95306C}"/>
                  </a:ext>
                </a:extLst>
              </p:cNvPr>
              <p:cNvSpPr/>
              <p:nvPr/>
            </p:nvSpPr>
            <p:spPr>
              <a:xfrm>
                <a:off x="9505011" y="2557799"/>
                <a:ext cx="232353" cy="258688"/>
              </a:xfrm>
              <a:custGeom>
                <a:avLst/>
                <a:gdLst>
                  <a:gd name="connsiteX0" fmla="*/ 199371 w 232353"/>
                  <a:gd name="connsiteY0" fmla="*/ 206608 h 258688"/>
                  <a:gd name="connsiteX1" fmla="*/ 195264 w 232353"/>
                  <a:gd name="connsiteY1" fmla="*/ 200485 h 258688"/>
                  <a:gd name="connsiteX2" fmla="*/ 222472 w 232353"/>
                  <a:gd name="connsiteY2" fmla="*/ 169532 h 258688"/>
                  <a:gd name="connsiteX3" fmla="*/ 232354 w 232353"/>
                  <a:gd name="connsiteY3" fmla="*/ 129487 h 258688"/>
                  <a:gd name="connsiteX4" fmla="*/ 222472 w 232353"/>
                  <a:gd name="connsiteY4" fmla="*/ 89441 h 258688"/>
                  <a:gd name="connsiteX5" fmla="*/ 195264 w 232353"/>
                  <a:gd name="connsiteY5" fmla="*/ 58489 h 258688"/>
                  <a:gd name="connsiteX6" fmla="*/ 198729 w 232353"/>
                  <a:gd name="connsiteY6" fmla="*/ 52001 h 258688"/>
                  <a:gd name="connsiteX7" fmla="*/ 204762 w 232353"/>
                  <a:gd name="connsiteY7" fmla="*/ 52732 h 258688"/>
                  <a:gd name="connsiteX8" fmla="*/ 207007 w 232353"/>
                  <a:gd name="connsiteY8" fmla="*/ 52732 h 258688"/>
                  <a:gd name="connsiteX9" fmla="*/ 211692 w 232353"/>
                  <a:gd name="connsiteY9" fmla="*/ 51910 h 258688"/>
                  <a:gd name="connsiteX10" fmla="*/ 225103 w 232353"/>
                  <a:gd name="connsiteY10" fmla="*/ 43350 h 258688"/>
                  <a:gd name="connsiteX11" fmla="*/ 231199 w 232353"/>
                  <a:gd name="connsiteY11" fmla="*/ 28645 h 258688"/>
                  <a:gd name="connsiteX12" fmla="*/ 227669 w 232353"/>
                  <a:gd name="connsiteY12" fmla="*/ 13129 h 258688"/>
                  <a:gd name="connsiteX13" fmla="*/ 215927 w 232353"/>
                  <a:gd name="connsiteY13" fmla="*/ 2428 h 258688"/>
                  <a:gd name="connsiteX14" fmla="*/ 200141 w 232353"/>
                  <a:gd name="connsiteY14" fmla="*/ 424 h 258688"/>
                  <a:gd name="connsiteX15" fmla="*/ 186024 w 232353"/>
                  <a:gd name="connsiteY15" fmla="*/ 7843 h 258688"/>
                  <a:gd name="connsiteX16" fmla="*/ 178773 w 232353"/>
                  <a:gd name="connsiteY16" fmla="*/ 21995 h 258688"/>
                  <a:gd name="connsiteX17" fmla="*/ 180955 w 232353"/>
                  <a:gd name="connsiteY17" fmla="*/ 37747 h 258688"/>
                  <a:gd name="connsiteX18" fmla="*/ 185190 w 232353"/>
                  <a:gd name="connsiteY18" fmla="*/ 44143 h 258688"/>
                  <a:gd name="connsiteX19" fmla="*/ 181533 w 232353"/>
                  <a:gd name="connsiteY19" fmla="*/ 50813 h 258688"/>
                  <a:gd name="connsiteX20" fmla="*/ 145598 w 232353"/>
                  <a:gd name="connsiteY20" fmla="*/ 42955 h 258688"/>
                  <a:gd name="connsiteX21" fmla="*/ 90670 w 232353"/>
                  <a:gd name="connsiteY21" fmla="*/ 62580 h 258688"/>
                  <a:gd name="connsiteX22" fmla="*/ 60510 w 232353"/>
                  <a:gd name="connsiteY22" fmla="*/ 112491 h 258688"/>
                  <a:gd name="connsiteX23" fmla="*/ 59163 w 232353"/>
                  <a:gd name="connsiteY23" fmla="*/ 121629 h 258688"/>
                  <a:gd name="connsiteX24" fmla="*/ 51656 w 232353"/>
                  <a:gd name="connsiteY24" fmla="*/ 121629 h 258688"/>
                  <a:gd name="connsiteX25" fmla="*/ 40490 w 232353"/>
                  <a:gd name="connsiteY25" fmla="*/ 107070 h 258688"/>
                  <a:gd name="connsiteX26" fmla="*/ 22459 w 232353"/>
                  <a:gd name="connsiteY26" fmla="*/ 103331 h 258688"/>
                  <a:gd name="connsiteX27" fmla="*/ 6353 w 232353"/>
                  <a:gd name="connsiteY27" fmla="*/ 112222 h 258688"/>
                  <a:gd name="connsiteX28" fmla="*/ 0 w 232353"/>
                  <a:gd name="connsiteY28" fmla="*/ 129441 h 258688"/>
                  <a:gd name="connsiteX29" fmla="*/ 6353 w 232353"/>
                  <a:gd name="connsiteY29" fmla="*/ 146660 h 258688"/>
                  <a:gd name="connsiteX30" fmla="*/ 22459 w 232353"/>
                  <a:gd name="connsiteY30" fmla="*/ 155551 h 258688"/>
                  <a:gd name="connsiteX31" fmla="*/ 40490 w 232353"/>
                  <a:gd name="connsiteY31" fmla="*/ 151813 h 258688"/>
                  <a:gd name="connsiteX32" fmla="*/ 51656 w 232353"/>
                  <a:gd name="connsiteY32" fmla="*/ 137254 h 258688"/>
                  <a:gd name="connsiteX33" fmla="*/ 58970 w 232353"/>
                  <a:gd name="connsiteY33" fmla="*/ 137254 h 258688"/>
                  <a:gd name="connsiteX34" fmla="*/ 60383 w 232353"/>
                  <a:gd name="connsiteY34" fmla="*/ 146391 h 258688"/>
                  <a:gd name="connsiteX35" fmla="*/ 76296 w 232353"/>
                  <a:gd name="connsiteY35" fmla="*/ 181728 h 258688"/>
                  <a:gd name="connsiteX36" fmla="*/ 106071 w 232353"/>
                  <a:gd name="connsiteY36" fmla="*/ 206563 h 258688"/>
                  <a:gd name="connsiteX37" fmla="*/ 143737 w 232353"/>
                  <a:gd name="connsiteY37" fmla="*/ 215906 h 258688"/>
                  <a:gd name="connsiteX38" fmla="*/ 181725 w 232353"/>
                  <a:gd name="connsiteY38" fmla="*/ 207885 h 258688"/>
                  <a:gd name="connsiteX39" fmla="*/ 185639 w 232353"/>
                  <a:gd name="connsiteY39" fmla="*/ 214097 h 258688"/>
                  <a:gd name="connsiteX40" fmla="*/ 180763 w 232353"/>
                  <a:gd name="connsiteY40" fmla="*/ 221136 h 258688"/>
                  <a:gd name="connsiteX41" fmla="*/ 178260 w 232353"/>
                  <a:gd name="connsiteY41" fmla="*/ 234028 h 258688"/>
                  <a:gd name="connsiteX42" fmla="*/ 182303 w 232353"/>
                  <a:gd name="connsiteY42" fmla="*/ 246528 h 258688"/>
                  <a:gd name="connsiteX43" fmla="*/ 191928 w 232353"/>
                  <a:gd name="connsiteY43" fmla="*/ 255498 h 258688"/>
                  <a:gd name="connsiteX44" fmla="*/ 204633 w 232353"/>
                  <a:gd name="connsiteY44" fmla="*/ 258687 h 258688"/>
                  <a:gd name="connsiteX45" fmla="*/ 222023 w 232353"/>
                  <a:gd name="connsiteY45" fmla="*/ 252162 h 258688"/>
                  <a:gd name="connsiteX46" fmla="*/ 230749 w 232353"/>
                  <a:gd name="connsiteY46" fmla="*/ 235831 h 258688"/>
                  <a:gd name="connsiteX47" fmla="*/ 226578 w 232353"/>
                  <a:gd name="connsiteY47" fmla="*/ 217793 h 258688"/>
                  <a:gd name="connsiteX48" fmla="*/ 211499 w 232353"/>
                  <a:gd name="connsiteY48" fmla="*/ 206974 h 258688"/>
                  <a:gd name="connsiteX49" fmla="*/ 206879 w 232353"/>
                  <a:gd name="connsiteY49" fmla="*/ 206153 h 258688"/>
                  <a:gd name="connsiteX50" fmla="*/ 199371 w 232353"/>
                  <a:gd name="connsiteY50" fmla="*/ 206608 h 258688"/>
                  <a:gd name="connsiteX51" fmla="*/ 195264 w 232353"/>
                  <a:gd name="connsiteY51" fmla="*/ 20660 h 258688"/>
                  <a:gd name="connsiteX52" fmla="*/ 199115 w 232353"/>
                  <a:gd name="connsiteY52" fmla="*/ 16751 h 258688"/>
                  <a:gd name="connsiteX53" fmla="*/ 204376 w 232353"/>
                  <a:gd name="connsiteY53" fmla="*/ 15268 h 258688"/>
                  <a:gd name="connsiteX54" fmla="*/ 209574 w 232353"/>
                  <a:gd name="connsiteY54" fmla="*/ 16731 h 258688"/>
                  <a:gd name="connsiteX55" fmla="*/ 213745 w 232353"/>
                  <a:gd name="connsiteY55" fmla="*/ 23094 h 258688"/>
                  <a:gd name="connsiteX56" fmla="*/ 212590 w 232353"/>
                  <a:gd name="connsiteY56" fmla="*/ 30594 h 258688"/>
                  <a:gd name="connsiteX57" fmla="*/ 206686 w 232353"/>
                  <a:gd name="connsiteY57" fmla="*/ 35384 h 258688"/>
                  <a:gd name="connsiteX58" fmla="*/ 199051 w 232353"/>
                  <a:gd name="connsiteY58" fmla="*/ 35005 h 258688"/>
                  <a:gd name="connsiteX59" fmla="*/ 194302 w 232353"/>
                  <a:gd name="connsiteY59" fmla="*/ 28599 h 258688"/>
                  <a:gd name="connsiteX60" fmla="*/ 195264 w 232353"/>
                  <a:gd name="connsiteY60" fmla="*/ 20660 h 258688"/>
                  <a:gd name="connsiteX61" fmla="*/ 216440 w 232353"/>
                  <a:gd name="connsiteY61" fmla="*/ 129121 h 258688"/>
                  <a:gd name="connsiteX62" fmla="*/ 204505 w 232353"/>
                  <a:gd name="connsiteY62" fmla="*/ 168641 h 258688"/>
                  <a:gd name="connsiteX63" fmla="*/ 172613 w 232353"/>
                  <a:gd name="connsiteY63" fmla="*/ 194864 h 258688"/>
                  <a:gd name="connsiteX64" fmla="*/ 131481 w 232353"/>
                  <a:gd name="connsiteY64" fmla="*/ 198947 h 258688"/>
                  <a:gd name="connsiteX65" fmla="*/ 95033 w 232353"/>
                  <a:gd name="connsiteY65" fmla="*/ 179513 h 258688"/>
                  <a:gd name="connsiteX66" fmla="*/ 75526 w 232353"/>
                  <a:gd name="connsiteY66" fmla="*/ 143115 h 258688"/>
                  <a:gd name="connsiteX67" fmla="*/ 79569 w 232353"/>
                  <a:gd name="connsiteY67" fmla="*/ 102029 h 258688"/>
                  <a:gd name="connsiteX68" fmla="*/ 105749 w 232353"/>
                  <a:gd name="connsiteY68" fmla="*/ 70111 h 258688"/>
                  <a:gd name="connsiteX69" fmla="*/ 145277 w 232353"/>
                  <a:gd name="connsiteY69" fmla="*/ 58123 h 258688"/>
                  <a:gd name="connsiteX70" fmla="*/ 195585 w 232353"/>
                  <a:gd name="connsiteY70" fmla="*/ 78939 h 258688"/>
                  <a:gd name="connsiteX71" fmla="*/ 216440 w 232353"/>
                  <a:gd name="connsiteY71" fmla="*/ 129121 h 258688"/>
                  <a:gd name="connsiteX72" fmla="*/ 26245 w 232353"/>
                  <a:gd name="connsiteY72" fmla="*/ 139812 h 258688"/>
                  <a:gd name="connsiteX73" fmla="*/ 20277 w 232353"/>
                  <a:gd name="connsiteY73" fmla="*/ 138010 h 258688"/>
                  <a:gd name="connsiteX74" fmla="*/ 16363 w 232353"/>
                  <a:gd name="connsiteY74" fmla="*/ 133212 h 258688"/>
                  <a:gd name="connsiteX75" fmla="*/ 15721 w 232353"/>
                  <a:gd name="connsiteY75" fmla="*/ 127036 h 258688"/>
                  <a:gd name="connsiteX76" fmla="*/ 18673 w 232353"/>
                  <a:gd name="connsiteY76" fmla="*/ 121561 h 258688"/>
                  <a:gd name="connsiteX77" fmla="*/ 24127 w 232353"/>
                  <a:gd name="connsiteY77" fmla="*/ 118636 h 258688"/>
                  <a:gd name="connsiteX78" fmla="*/ 30352 w 232353"/>
                  <a:gd name="connsiteY78" fmla="*/ 119244 h 258688"/>
                  <a:gd name="connsiteX79" fmla="*/ 35164 w 232353"/>
                  <a:gd name="connsiteY79" fmla="*/ 123182 h 258688"/>
                  <a:gd name="connsiteX80" fmla="*/ 36961 w 232353"/>
                  <a:gd name="connsiteY80" fmla="*/ 129121 h 258688"/>
                  <a:gd name="connsiteX81" fmla="*/ 36127 w 232353"/>
                  <a:gd name="connsiteY81" fmla="*/ 133227 h 258688"/>
                  <a:gd name="connsiteX82" fmla="*/ 33817 w 232353"/>
                  <a:gd name="connsiteY82" fmla="*/ 136708 h 258688"/>
                  <a:gd name="connsiteX83" fmla="*/ 30352 w 232353"/>
                  <a:gd name="connsiteY83" fmla="*/ 139023 h 258688"/>
                  <a:gd name="connsiteX84" fmla="*/ 26245 w 232353"/>
                  <a:gd name="connsiteY84" fmla="*/ 139812 h 258688"/>
                  <a:gd name="connsiteX85" fmla="*/ 213681 w 232353"/>
                  <a:gd name="connsiteY85" fmla="*/ 227078 h 258688"/>
                  <a:gd name="connsiteX86" fmla="*/ 214258 w 232353"/>
                  <a:gd name="connsiteY86" fmla="*/ 234759 h 258688"/>
                  <a:gd name="connsiteX87" fmla="*/ 209446 w 232353"/>
                  <a:gd name="connsiteY87" fmla="*/ 240784 h 258688"/>
                  <a:gd name="connsiteX88" fmla="*/ 201809 w 232353"/>
                  <a:gd name="connsiteY88" fmla="*/ 241965 h 258688"/>
                  <a:gd name="connsiteX89" fmla="*/ 195393 w 232353"/>
                  <a:gd name="connsiteY89" fmla="*/ 237672 h 258688"/>
                  <a:gd name="connsiteX90" fmla="*/ 193981 w 232353"/>
                  <a:gd name="connsiteY90" fmla="*/ 232385 h 258688"/>
                  <a:gd name="connsiteX91" fmla="*/ 195393 w 232353"/>
                  <a:gd name="connsiteY91" fmla="*/ 227091 h 258688"/>
                  <a:gd name="connsiteX92" fmla="*/ 199307 w 232353"/>
                  <a:gd name="connsiteY92" fmla="*/ 223209 h 258688"/>
                  <a:gd name="connsiteX93" fmla="*/ 204569 w 232353"/>
                  <a:gd name="connsiteY93" fmla="*/ 221778 h 258688"/>
                  <a:gd name="connsiteX94" fmla="*/ 209830 w 232353"/>
                  <a:gd name="connsiteY94" fmla="*/ 223196 h 258688"/>
                  <a:gd name="connsiteX95" fmla="*/ 213681 w 232353"/>
                  <a:gd name="connsiteY95" fmla="*/ 227078 h 258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232353" h="258688">
                    <a:moveTo>
                      <a:pt x="199371" y="206608"/>
                    </a:moveTo>
                    <a:lnTo>
                      <a:pt x="195264" y="200485"/>
                    </a:lnTo>
                    <a:cubicBezTo>
                      <a:pt x="206686" y="192513"/>
                      <a:pt x="216055" y="181894"/>
                      <a:pt x="222472" y="169532"/>
                    </a:cubicBezTo>
                    <a:cubicBezTo>
                      <a:pt x="228952" y="157170"/>
                      <a:pt x="232354" y="143432"/>
                      <a:pt x="232354" y="129487"/>
                    </a:cubicBezTo>
                    <a:cubicBezTo>
                      <a:pt x="232354" y="115542"/>
                      <a:pt x="228952" y="101803"/>
                      <a:pt x="222472" y="89441"/>
                    </a:cubicBezTo>
                    <a:cubicBezTo>
                      <a:pt x="216055" y="77080"/>
                      <a:pt x="206686" y="66461"/>
                      <a:pt x="195264" y="58489"/>
                    </a:cubicBezTo>
                    <a:lnTo>
                      <a:pt x="198729" y="52001"/>
                    </a:lnTo>
                    <a:cubicBezTo>
                      <a:pt x="200719" y="52467"/>
                      <a:pt x="202708" y="52713"/>
                      <a:pt x="204762" y="52732"/>
                    </a:cubicBezTo>
                    <a:lnTo>
                      <a:pt x="207007" y="52732"/>
                    </a:lnTo>
                    <a:cubicBezTo>
                      <a:pt x="208612" y="52547"/>
                      <a:pt x="210152" y="52272"/>
                      <a:pt x="211692" y="51910"/>
                    </a:cubicBezTo>
                    <a:cubicBezTo>
                      <a:pt x="216953" y="50501"/>
                      <a:pt x="221638" y="47512"/>
                      <a:pt x="225103" y="43350"/>
                    </a:cubicBezTo>
                    <a:cubicBezTo>
                      <a:pt x="228568" y="39187"/>
                      <a:pt x="230685" y="34052"/>
                      <a:pt x="231199" y="28645"/>
                    </a:cubicBezTo>
                    <a:cubicBezTo>
                      <a:pt x="231648" y="23238"/>
                      <a:pt x="230429" y="17820"/>
                      <a:pt x="227669" y="13129"/>
                    </a:cubicBezTo>
                    <a:cubicBezTo>
                      <a:pt x="224974" y="8438"/>
                      <a:pt x="220868" y="4702"/>
                      <a:pt x="215927" y="2428"/>
                    </a:cubicBezTo>
                    <a:cubicBezTo>
                      <a:pt x="210986" y="155"/>
                      <a:pt x="205467" y="-545"/>
                      <a:pt x="200141" y="424"/>
                    </a:cubicBezTo>
                    <a:cubicBezTo>
                      <a:pt x="194751" y="1393"/>
                      <a:pt x="189874" y="3984"/>
                      <a:pt x="186024" y="7843"/>
                    </a:cubicBezTo>
                    <a:cubicBezTo>
                      <a:pt x="182238" y="11703"/>
                      <a:pt x="179672" y="16644"/>
                      <a:pt x="178773" y="21995"/>
                    </a:cubicBezTo>
                    <a:cubicBezTo>
                      <a:pt x="177875" y="27345"/>
                      <a:pt x="178645" y="32845"/>
                      <a:pt x="180955" y="37747"/>
                    </a:cubicBezTo>
                    <a:cubicBezTo>
                      <a:pt x="182110" y="40051"/>
                      <a:pt x="183522" y="42200"/>
                      <a:pt x="185190" y="44143"/>
                    </a:cubicBezTo>
                    <a:lnTo>
                      <a:pt x="181533" y="50813"/>
                    </a:lnTo>
                    <a:cubicBezTo>
                      <a:pt x="170239" y="45636"/>
                      <a:pt x="157983" y="42955"/>
                      <a:pt x="145598" y="42955"/>
                    </a:cubicBezTo>
                    <a:cubicBezTo>
                      <a:pt x="125577" y="42976"/>
                      <a:pt x="106135" y="49909"/>
                      <a:pt x="90670" y="62580"/>
                    </a:cubicBezTo>
                    <a:cubicBezTo>
                      <a:pt x="75141" y="75251"/>
                      <a:pt x="64490" y="92883"/>
                      <a:pt x="60510" y="112491"/>
                    </a:cubicBezTo>
                    <a:cubicBezTo>
                      <a:pt x="59869" y="115507"/>
                      <a:pt x="59420" y="118558"/>
                      <a:pt x="59163" y="121629"/>
                    </a:cubicBezTo>
                    <a:lnTo>
                      <a:pt x="51656" y="121629"/>
                    </a:lnTo>
                    <a:cubicBezTo>
                      <a:pt x="49795" y="115592"/>
                      <a:pt x="45816" y="110427"/>
                      <a:pt x="40490" y="107070"/>
                    </a:cubicBezTo>
                    <a:cubicBezTo>
                      <a:pt x="35100" y="103712"/>
                      <a:pt x="28747" y="102386"/>
                      <a:pt x="22459" y="103331"/>
                    </a:cubicBezTo>
                    <a:cubicBezTo>
                      <a:pt x="16235" y="104276"/>
                      <a:pt x="10524" y="107431"/>
                      <a:pt x="6353" y="112222"/>
                    </a:cubicBezTo>
                    <a:cubicBezTo>
                      <a:pt x="2246" y="117013"/>
                      <a:pt x="0" y="123122"/>
                      <a:pt x="0" y="129441"/>
                    </a:cubicBezTo>
                    <a:cubicBezTo>
                      <a:pt x="0" y="135760"/>
                      <a:pt x="2246" y="141869"/>
                      <a:pt x="6353" y="146660"/>
                    </a:cubicBezTo>
                    <a:cubicBezTo>
                      <a:pt x="10524" y="151451"/>
                      <a:pt x="16235" y="154606"/>
                      <a:pt x="22459" y="155551"/>
                    </a:cubicBezTo>
                    <a:cubicBezTo>
                      <a:pt x="28747" y="156497"/>
                      <a:pt x="35100" y="155170"/>
                      <a:pt x="40490" y="151813"/>
                    </a:cubicBezTo>
                    <a:cubicBezTo>
                      <a:pt x="45816" y="148456"/>
                      <a:pt x="49795" y="143290"/>
                      <a:pt x="51656" y="137254"/>
                    </a:cubicBezTo>
                    <a:lnTo>
                      <a:pt x="58970" y="137254"/>
                    </a:lnTo>
                    <a:cubicBezTo>
                      <a:pt x="59227" y="140324"/>
                      <a:pt x="59740" y="143375"/>
                      <a:pt x="60383" y="146391"/>
                    </a:cubicBezTo>
                    <a:cubicBezTo>
                      <a:pt x="62949" y="159224"/>
                      <a:pt x="68404" y="171306"/>
                      <a:pt x="76296" y="181728"/>
                    </a:cubicBezTo>
                    <a:cubicBezTo>
                      <a:pt x="84253" y="192151"/>
                      <a:pt x="94392" y="200641"/>
                      <a:pt x="106071" y="206563"/>
                    </a:cubicBezTo>
                    <a:cubicBezTo>
                      <a:pt x="117749" y="212480"/>
                      <a:pt x="130647" y="215675"/>
                      <a:pt x="143737" y="215906"/>
                    </a:cubicBezTo>
                    <a:cubicBezTo>
                      <a:pt x="156827" y="216137"/>
                      <a:pt x="169789" y="213391"/>
                      <a:pt x="181725" y="207885"/>
                    </a:cubicBezTo>
                    <a:lnTo>
                      <a:pt x="185639" y="214097"/>
                    </a:lnTo>
                    <a:cubicBezTo>
                      <a:pt x="183650" y="216163"/>
                      <a:pt x="181982" y="218544"/>
                      <a:pt x="180763" y="221136"/>
                    </a:cubicBezTo>
                    <a:cubicBezTo>
                      <a:pt x="178837" y="225147"/>
                      <a:pt x="178003" y="229587"/>
                      <a:pt x="178260" y="234028"/>
                    </a:cubicBezTo>
                    <a:cubicBezTo>
                      <a:pt x="178516" y="238468"/>
                      <a:pt x="179929" y="242767"/>
                      <a:pt x="182303" y="246528"/>
                    </a:cubicBezTo>
                    <a:cubicBezTo>
                      <a:pt x="184677" y="250281"/>
                      <a:pt x="188014" y="253368"/>
                      <a:pt x="191928" y="255498"/>
                    </a:cubicBezTo>
                    <a:cubicBezTo>
                      <a:pt x="195842" y="257622"/>
                      <a:pt x="200205" y="258726"/>
                      <a:pt x="204633" y="258687"/>
                    </a:cubicBezTo>
                    <a:cubicBezTo>
                      <a:pt x="211050" y="258687"/>
                      <a:pt x="217210" y="256365"/>
                      <a:pt x="222023" y="252162"/>
                    </a:cubicBezTo>
                    <a:cubicBezTo>
                      <a:pt x="226771" y="247958"/>
                      <a:pt x="229915" y="242151"/>
                      <a:pt x="230749" y="235831"/>
                    </a:cubicBezTo>
                    <a:cubicBezTo>
                      <a:pt x="231584" y="229510"/>
                      <a:pt x="230108" y="223100"/>
                      <a:pt x="226578" y="217793"/>
                    </a:cubicBezTo>
                    <a:cubicBezTo>
                      <a:pt x="223050" y="212480"/>
                      <a:pt x="217660" y="208636"/>
                      <a:pt x="211499" y="206974"/>
                    </a:cubicBezTo>
                    <a:cubicBezTo>
                      <a:pt x="209959" y="206563"/>
                      <a:pt x="208419" y="206287"/>
                      <a:pt x="206879" y="206153"/>
                    </a:cubicBezTo>
                    <a:cubicBezTo>
                      <a:pt x="204312" y="205928"/>
                      <a:pt x="201809" y="206082"/>
                      <a:pt x="199371" y="206608"/>
                    </a:cubicBezTo>
                    <a:close/>
                    <a:moveTo>
                      <a:pt x="195264" y="20660"/>
                    </a:moveTo>
                    <a:cubicBezTo>
                      <a:pt x="196163" y="19043"/>
                      <a:pt x="197511" y="17696"/>
                      <a:pt x="199115" y="16751"/>
                    </a:cubicBezTo>
                    <a:cubicBezTo>
                      <a:pt x="200719" y="15805"/>
                      <a:pt x="202515" y="15294"/>
                      <a:pt x="204376" y="15268"/>
                    </a:cubicBezTo>
                    <a:cubicBezTo>
                      <a:pt x="206237" y="15271"/>
                      <a:pt x="208034" y="15777"/>
                      <a:pt x="209574" y="16731"/>
                    </a:cubicBezTo>
                    <a:cubicBezTo>
                      <a:pt x="211692" y="18268"/>
                      <a:pt x="213167" y="20534"/>
                      <a:pt x="213745" y="23094"/>
                    </a:cubicBezTo>
                    <a:cubicBezTo>
                      <a:pt x="214258" y="25653"/>
                      <a:pt x="213873" y="28325"/>
                      <a:pt x="212590" y="30594"/>
                    </a:cubicBezTo>
                    <a:cubicBezTo>
                      <a:pt x="211243" y="32863"/>
                      <a:pt x="209189" y="34570"/>
                      <a:pt x="206686" y="35384"/>
                    </a:cubicBezTo>
                    <a:cubicBezTo>
                      <a:pt x="204184" y="36198"/>
                      <a:pt x="201489" y="36063"/>
                      <a:pt x="199051" y="35005"/>
                    </a:cubicBezTo>
                    <a:cubicBezTo>
                      <a:pt x="196741" y="33562"/>
                      <a:pt x="195008" y="31268"/>
                      <a:pt x="194302" y="28599"/>
                    </a:cubicBezTo>
                    <a:cubicBezTo>
                      <a:pt x="193596" y="25929"/>
                      <a:pt x="193917" y="23087"/>
                      <a:pt x="195264" y="20660"/>
                    </a:cubicBezTo>
                    <a:close/>
                    <a:moveTo>
                      <a:pt x="216440" y="129121"/>
                    </a:moveTo>
                    <a:cubicBezTo>
                      <a:pt x="216440" y="143186"/>
                      <a:pt x="212333" y="156939"/>
                      <a:pt x="204505" y="168641"/>
                    </a:cubicBezTo>
                    <a:cubicBezTo>
                      <a:pt x="196676" y="180344"/>
                      <a:pt x="185575" y="189470"/>
                      <a:pt x="172613" y="194864"/>
                    </a:cubicBezTo>
                    <a:cubicBezTo>
                      <a:pt x="159587" y="200259"/>
                      <a:pt x="145277" y="201680"/>
                      <a:pt x="131481" y="198947"/>
                    </a:cubicBezTo>
                    <a:cubicBezTo>
                      <a:pt x="117685" y="196214"/>
                      <a:pt x="104979" y="189451"/>
                      <a:pt x="95033" y="179513"/>
                    </a:cubicBezTo>
                    <a:cubicBezTo>
                      <a:pt x="85087" y="169574"/>
                      <a:pt x="78285" y="156908"/>
                      <a:pt x="75526" y="143115"/>
                    </a:cubicBezTo>
                    <a:cubicBezTo>
                      <a:pt x="72767" y="129323"/>
                      <a:pt x="74178" y="115025"/>
                      <a:pt x="79569" y="102029"/>
                    </a:cubicBezTo>
                    <a:cubicBezTo>
                      <a:pt x="84959" y="89034"/>
                      <a:pt x="94071" y="77926"/>
                      <a:pt x="105749" y="70111"/>
                    </a:cubicBezTo>
                    <a:cubicBezTo>
                      <a:pt x="117492" y="62295"/>
                      <a:pt x="131224" y="58123"/>
                      <a:pt x="145277" y="58123"/>
                    </a:cubicBezTo>
                    <a:cubicBezTo>
                      <a:pt x="164143" y="58148"/>
                      <a:pt x="182238" y="65632"/>
                      <a:pt x="195585" y="78939"/>
                    </a:cubicBezTo>
                    <a:cubicBezTo>
                      <a:pt x="208869" y="92246"/>
                      <a:pt x="216376" y="110290"/>
                      <a:pt x="216440" y="129121"/>
                    </a:cubicBezTo>
                    <a:close/>
                    <a:moveTo>
                      <a:pt x="26245" y="139812"/>
                    </a:moveTo>
                    <a:cubicBezTo>
                      <a:pt x="24127" y="139812"/>
                      <a:pt x="22074" y="139185"/>
                      <a:pt x="20277" y="138010"/>
                    </a:cubicBezTo>
                    <a:cubicBezTo>
                      <a:pt x="18545" y="136835"/>
                      <a:pt x="17197" y="135166"/>
                      <a:pt x="16363" y="133212"/>
                    </a:cubicBezTo>
                    <a:cubicBezTo>
                      <a:pt x="15529" y="131259"/>
                      <a:pt x="15336" y="129110"/>
                      <a:pt x="15721" y="127036"/>
                    </a:cubicBezTo>
                    <a:cubicBezTo>
                      <a:pt x="16171" y="124962"/>
                      <a:pt x="17197" y="123057"/>
                      <a:pt x="18673" y="121561"/>
                    </a:cubicBezTo>
                    <a:cubicBezTo>
                      <a:pt x="20149" y="120066"/>
                      <a:pt x="22074" y="119049"/>
                      <a:pt x="24127" y="118636"/>
                    </a:cubicBezTo>
                    <a:cubicBezTo>
                      <a:pt x="26245" y="118223"/>
                      <a:pt x="28363" y="118435"/>
                      <a:pt x="30352" y="119244"/>
                    </a:cubicBezTo>
                    <a:cubicBezTo>
                      <a:pt x="32277" y="120053"/>
                      <a:pt x="33945" y="121423"/>
                      <a:pt x="35164" y="123182"/>
                    </a:cubicBezTo>
                    <a:cubicBezTo>
                      <a:pt x="36320" y="124940"/>
                      <a:pt x="36961" y="127007"/>
                      <a:pt x="36961" y="129121"/>
                    </a:cubicBezTo>
                    <a:cubicBezTo>
                      <a:pt x="36961" y="130528"/>
                      <a:pt x="36704" y="131925"/>
                      <a:pt x="36127" y="133227"/>
                    </a:cubicBezTo>
                    <a:cubicBezTo>
                      <a:pt x="35614" y="134529"/>
                      <a:pt x="34843" y="135713"/>
                      <a:pt x="33817" y="136708"/>
                    </a:cubicBezTo>
                    <a:cubicBezTo>
                      <a:pt x="32854" y="137703"/>
                      <a:pt x="31635" y="138490"/>
                      <a:pt x="30352" y="139023"/>
                    </a:cubicBezTo>
                    <a:cubicBezTo>
                      <a:pt x="29068" y="139556"/>
                      <a:pt x="27656" y="139824"/>
                      <a:pt x="26245" y="139812"/>
                    </a:cubicBezTo>
                    <a:close/>
                    <a:moveTo>
                      <a:pt x="213681" y="227078"/>
                    </a:moveTo>
                    <a:cubicBezTo>
                      <a:pt x="214836" y="229478"/>
                      <a:pt x="215028" y="232224"/>
                      <a:pt x="214258" y="234759"/>
                    </a:cubicBezTo>
                    <a:cubicBezTo>
                      <a:pt x="213488" y="237300"/>
                      <a:pt x="211756" y="239450"/>
                      <a:pt x="209446" y="240784"/>
                    </a:cubicBezTo>
                    <a:cubicBezTo>
                      <a:pt x="207136" y="242119"/>
                      <a:pt x="204441" y="242543"/>
                      <a:pt x="201809" y="241965"/>
                    </a:cubicBezTo>
                    <a:cubicBezTo>
                      <a:pt x="199243" y="241388"/>
                      <a:pt x="196933" y="239854"/>
                      <a:pt x="195393" y="237672"/>
                    </a:cubicBezTo>
                    <a:cubicBezTo>
                      <a:pt x="194494" y="236068"/>
                      <a:pt x="193981" y="234239"/>
                      <a:pt x="193981" y="232385"/>
                    </a:cubicBezTo>
                    <a:cubicBezTo>
                      <a:pt x="193981" y="230530"/>
                      <a:pt x="194494" y="228702"/>
                      <a:pt x="195393" y="227091"/>
                    </a:cubicBezTo>
                    <a:cubicBezTo>
                      <a:pt x="196355" y="225480"/>
                      <a:pt x="197639" y="224146"/>
                      <a:pt x="199307" y="223209"/>
                    </a:cubicBezTo>
                    <a:cubicBezTo>
                      <a:pt x="200911" y="222278"/>
                      <a:pt x="202708" y="221784"/>
                      <a:pt x="204569" y="221778"/>
                    </a:cubicBezTo>
                    <a:cubicBezTo>
                      <a:pt x="206430" y="221771"/>
                      <a:pt x="208226" y="222265"/>
                      <a:pt x="209830" y="223196"/>
                    </a:cubicBezTo>
                    <a:cubicBezTo>
                      <a:pt x="211435" y="224126"/>
                      <a:pt x="212783" y="225461"/>
                      <a:pt x="213681" y="227078"/>
                    </a:cubicBez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D5A88C64-B9A4-5864-69E8-7E1902D0A42F}"/>
                  </a:ext>
                </a:extLst>
              </p:cNvPr>
              <p:cNvSpPr/>
              <p:nvPr/>
            </p:nvSpPr>
            <p:spPr>
              <a:xfrm>
                <a:off x="9594270" y="2632279"/>
                <a:ext cx="76552" cy="58205"/>
              </a:xfrm>
              <a:custGeom>
                <a:avLst/>
                <a:gdLst>
                  <a:gd name="connsiteX0" fmla="*/ 46907 w 76552"/>
                  <a:gd name="connsiteY0" fmla="*/ 36459 h 58205"/>
                  <a:gd name="connsiteX1" fmla="*/ 36319 w 76552"/>
                  <a:gd name="connsiteY1" fmla="*/ 47058 h 58205"/>
                  <a:gd name="connsiteX2" fmla="*/ 47356 w 76552"/>
                  <a:gd name="connsiteY2" fmla="*/ 58206 h 58205"/>
                  <a:gd name="connsiteX3" fmla="*/ 76552 w 76552"/>
                  <a:gd name="connsiteY3" fmla="*/ 29148 h 58205"/>
                  <a:gd name="connsiteX4" fmla="*/ 47356 w 76552"/>
                  <a:gd name="connsiteY4" fmla="*/ 0 h 58205"/>
                  <a:gd name="connsiteX5" fmla="*/ 36319 w 76552"/>
                  <a:gd name="connsiteY5" fmla="*/ 11148 h 58205"/>
                  <a:gd name="connsiteX6" fmla="*/ 45431 w 76552"/>
                  <a:gd name="connsiteY6" fmla="*/ 20742 h 58205"/>
                  <a:gd name="connsiteX7" fmla="*/ 7957 w 76552"/>
                  <a:gd name="connsiteY7" fmla="*/ 20742 h 58205"/>
                  <a:gd name="connsiteX8" fmla="*/ 0 w 76552"/>
                  <a:gd name="connsiteY8" fmla="*/ 36459 h 58205"/>
                  <a:gd name="connsiteX9" fmla="*/ 46907 w 76552"/>
                  <a:gd name="connsiteY9" fmla="*/ 36459 h 58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552" h="58205">
                    <a:moveTo>
                      <a:pt x="46907" y="36459"/>
                    </a:moveTo>
                    <a:lnTo>
                      <a:pt x="36319" y="47058"/>
                    </a:lnTo>
                    <a:lnTo>
                      <a:pt x="47356" y="58206"/>
                    </a:lnTo>
                    <a:lnTo>
                      <a:pt x="76552" y="29148"/>
                    </a:lnTo>
                    <a:lnTo>
                      <a:pt x="47356" y="0"/>
                    </a:lnTo>
                    <a:lnTo>
                      <a:pt x="36319" y="11148"/>
                    </a:lnTo>
                    <a:lnTo>
                      <a:pt x="45431" y="20742"/>
                    </a:lnTo>
                    <a:lnTo>
                      <a:pt x="7957" y="20742"/>
                    </a:lnTo>
                    <a:cubicBezTo>
                      <a:pt x="4556" y="25566"/>
                      <a:pt x="1860" y="30860"/>
                      <a:pt x="0" y="36459"/>
                    </a:cubicBezTo>
                    <a:lnTo>
                      <a:pt x="46907" y="36459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36C2DC32-D0D2-A1A1-F8B0-7E4E77EEC89D}"/>
                  </a:ext>
                </a:extLst>
              </p:cNvPr>
              <p:cNvSpPr/>
              <p:nvPr/>
            </p:nvSpPr>
            <p:spPr>
              <a:xfrm>
                <a:off x="9629626" y="2686005"/>
                <a:ext cx="76103" cy="58205"/>
              </a:xfrm>
              <a:custGeom>
                <a:avLst/>
                <a:gdLst>
                  <a:gd name="connsiteX0" fmla="*/ 29389 w 76103"/>
                  <a:gd name="connsiteY0" fmla="*/ 21930 h 58205"/>
                  <a:gd name="connsiteX1" fmla="*/ 40169 w 76103"/>
                  <a:gd name="connsiteY1" fmla="*/ 11148 h 58205"/>
                  <a:gd name="connsiteX2" fmla="*/ 29132 w 76103"/>
                  <a:gd name="connsiteY2" fmla="*/ 0 h 58205"/>
                  <a:gd name="connsiteX3" fmla="*/ 0 w 76103"/>
                  <a:gd name="connsiteY3" fmla="*/ 29057 h 58205"/>
                  <a:gd name="connsiteX4" fmla="*/ 29132 w 76103"/>
                  <a:gd name="connsiteY4" fmla="*/ 58206 h 58205"/>
                  <a:gd name="connsiteX5" fmla="*/ 40169 w 76103"/>
                  <a:gd name="connsiteY5" fmla="*/ 47058 h 58205"/>
                  <a:gd name="connsiteX6" fmla="*/ 31057 w 76103"/>
                  <a:gd name="connsiteY6" fmla="*/ 37920 h 58205"/>
                  <a:gd name="connsiteX7" fmla="*/ 66991 w 76103"/>
                  <a:gd name="connsiteY7" fmla="*/ 37920 h 58205"/>
                  <a:gd name="connsiteX8" fmla="*/ 76104 w 76103"/>
                  <a:gd name="connsiteY8" fmla="*/ 22204 h 58205"/>
                  <a:gd name="connsiteX9" fmla="*/ 29389 w 76103"/>
                  <a:gd name="connsiteY9" fmla="*/ 21930 h 58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103" h="58205">
                    <a:moveTo>
                      <a:pt x="29389" y="21930"/>
                    </a:moveTo>
                    <a:lnTo>
                      <a:pt x="40169" y="11148"/>
                    </a:lnTo>
                    <a:lnTo>
                      <a:pt x="29132" y="0"/>
                    </a:lnTo>
                    <a:lnTo>
                      <a:pt x="0" y="29057"/>
                    </a:lnTo>
                    <a:lnTo>
                      <a:pt x="29132" y="58206"/>
                    </a:lnTo>
                    <a:lnTo>
                      <a:pt x="40169" y="47058"/>
                    </a:lnTo>
                    <a:lnTo>
                      <a:pt x="31057" y="37920"/>
                    </a:lnTo>
                    <a:lnTo>
                      <a:pt x="66991" y="37920"/>
                    </a:lnTo>
                    <a:cubicBezTo>
                      <a:pt x="70841" y="33194"/>
                      <a:pt x="73921" y="27890"/>
                      <a:pt x="76104" y="22204"/>
                    </a:cubicBezTo>
                    <a:lnTo>
                      <a:pt x="29389" y="21930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</p:grp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CABA554-C764-CE21-7A9D-308D15563EA8}"/>
                </a:ext>
              </a:extLst>
            </p:cNvPr>
            <p:cNvSpPr txBox="1"/>
            <p:nvPr/>
          </p:nvSpPr>
          <p:spPr>
            <a:xfrm>
              <a:off x="9145370" y="2784011"/>
              <a:ext cx="1162498" cy="4662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OIC :  </a:t>
              </a:r>
            </a:p>
            <a:p>
              <a:pPr algn="l"/>
              <a:r>
                <a:rPr lang="en-US" sz="81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ServiceNow Adapter </a:t>
              </a:r>
            </a:p>
            <a:p>
              <a:pPr algn="l"/>
              <a:r>
                <a:rPr lang="en-US" sz="81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event Triggers</a:t>
              </a:r>
              <a:endParaRPr lang="en-US" sz="810" spc="0" baseline="0" dirty="0">
                <a:ln/>
                <a:solidFill>
                  <a:srgbClr val="000000"/>
                </a:solidFill>
                <a:latin typeface="Oracle Sans"/>
                <a:cs typeface="Oracle Sans"/>
                <a:sym typeface="Oracle Sans"/>
                <a:rtl val="0"/>
              </a:endParaRPr>
            </a:p>
          </p:txBody>
        </p:sp>
      </p:grpSp>
      <p:grpSp>
        <p:nvGrpSpPr>
          <p:cNvPr id="255" name="Graphic 4">
            <a:extLst>
              <a:ext uri="{FF2B5EF4-FFF2-40B4-BE49-F238E27FC236}">
                <a16:creationId xmlns:a16="http://schemas.microsoft.com/office/drawing/2014/main" id="{8E9DA2EC-9139-A5CC-6095-CD80DF264800}"/>
              </a:ext>
            </a:extLst>
          </p:cNvPr>
          <p:cNvGrpSpPr/>
          <p:nvPr/>
        </p:nvGrpSpPr>
        <p:grpSpPr>
          <a:xfrm>
            <a:off x="4096514" y="2658931"/>
            <a:ext cx="1416695" cy="1455119"/>
            <a:chOff x="9117511" y="2475020"/>
            <a:chExt cx="1416695" cy="1455119"/>
          </a:xfrm>
        </p:grpSpPr>
        <p:grpSp>
          <p:nvGrpSpPr>
            <p:cNvPr id="256" name="Graphic 4">
              <a:extLst>
                <a:ext uri="{FF2B5EF4-FFF2-40B4-BE49-F238E27FC236}">
                  <a16:creationId xmlns:a16="http://schemas.microsoft.com/office/drawing/2014/main" id="{1A675735-A6F4-E998-F5D6-584914B37417}"/>
                </a:ext>
              </a:extLst>
            </p:cNvPr>
            <p:cNvGrpSpPr/>
            <p:nvPr/>
          </p:nvGrpSpPr>
          <p:grpSpPr>
            <a:xfrm>
              <a:off x="9435966" y="2475020"/>
              <a:ext cx="385005" cy="350789"/>
              <a:chOff x="9435966" y="2475020"/>
              <a:chExt cx="385005" cy="350789"/>
            </a:xfrm>
          </p:grpSpPr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024575EF-C2DD-9F79-99F5-8E7159F1EEA0}"/>
                  </a:ext>
                </a:extLst>
              </p:cNvPr>
              <p:cNvSpPr/>
              <p:nvPr/>
            </p:nvSpPr>
            <p:spPr>
              <a:xfrm>
                <a:off x="9440265" y="2478957"/>
                <a:ext cx="375807" cy="342566"/>
              </a:xfrm>
              <a:custGeom>
                <a:avLst/>
                <a:gdLst>
                  <a:gd name="connsiteX0" fmla="*/ 269315 w 375807"/>
                  <a:gd name="connsiteY0" fmla="*/ 342104 h 342566"/>
                  <a:gd name="connsiteX1" fmla="*/ 254235 w 375807"/>
                  <a:gd name="connsiteY1" fmla="*/ 338312 h 342566"/>
                  <a:gd name="connsiteX2" fmla="*/ 242877 w 375807"/>
                  <a:gd name="connsiteY2" fmla="*/ 327654 h 342566"/>
                  <a:gd name="connsiteX3" fmla="*/ 238193 w 375807"/>
                  <a:gd name="connsiteY3" fmla="*/ 312837 h 342566"/>
                  <a:gd name="connsiteX4" fmla="*/ 241337 w 375807"/>
                  <a:gd name="connsiteY4" fmla="*/ 297610 h 342566"/>
                  <a:gd name="connsiteX5" fmla="*/ 244610 w 375807"/>
                  <a:gd name="connsiteY5" fmla="*/ 292220 h 342566"/>
                  <a:gd name="connsiteX6" fmla="*/ 210087 w 375807"/>
                  <a:gd name="connsiteY6" fmla="*/ 299073 h 342566"/>
                  <a:gd name="connsiteX7" fmla="*/ 152272 w 375807"/>
                  <a:gd name="connsiteY7" fmla="*/ 278450 h 342566"/>
                  <a:gd name="connsiteX8" fmla="*/ 120508 w 375807"/>
                  <a:gd name="connsiteY8" fmla="*/ 225970 h 342566"/>
                  <a:gd name="connsiteX9" fmla="*/ 119546 w 375807"/>
                  <a:gd name="connsiteY9" fmla="*/ 220214 h 342566"/>
                  <a:gd name="connsiteX10" fmla="*/ 105557 w 375807"/>
                  <a:gd name="connsiteY10" fmla="*/ 236372 h 342566"/>
                  <a:gd name="connsiteX11" fmla="*/ 84381 w 375807"/>
                  <a:gd name="connsiteY11" fmla="*/ 239589 h 342566"/>
                  <a:gd name="connsiteX12" fmla="*/ 66221 w 375807"/>
                  <a:gd name="connsiteY12" fmla="*/ 228324 h 342566"/>
                  <a:gd name="connsiteX13" fmla="*/ 59740 w 375807"/>
                  <a:gd name="connsiteY13" fmla="*/ 207969 h 342566"/>
                  <a:gd name="connsiteX14" fmla="*/ 64040 w 375807"/>
                  <a:gd name="connsiteY14" fmla="*/ 192344 h 342566"/>
                  <a:gd name="connsiteX15" fmla="*/ 0 w 375807"/>
                  <a:gd name="connsiteY15" fmla="*/ 192344 h 342566"/>
                  <a:gd name="connsiteX16" fmla="*/ 1668 w 375807"/>
                  <a:gd name="connsiteY16" fmla="*/ 178821 h 342566"/>
                  <a:gd name="connsiteX17" fmla="*/ 16555 w 375807"/>
                  <a:gd name="connsiteY17" fmla="*/ 135909 h 342566"/>
                  <a:gd name="connsiteX18" fmla="*/ 50565 w 375807"/>
                  <a:gd name="connsiteY18" fmla="*/ 105721 h 342566"/>
                  <a:gd name="connsiteX19" fmla="*/ 57879 w 375807"/>
                  <a:gd name="connsiteY19" fmla="*/ 99142 h 342566"/>
                  <a:gd name="connsiteX20" fmla="*/ 61537 w 375807"/>
                  <a:gd name="connsiteY20" fmla="*/ 90004 h 342566"/>
                  <a:gd name="connsiteX21" fmla="*/ 85600 w 375807"/>
                  <a:gd name="connsiteY21" fmla="*/ 49762 h 342566"/>
                  <a:gd name="connsiteX22" fmla="*/ 129748 w 375807"/>
                  <a:gd name="connsiteY22" fmla="*/ 33992 h 342566"/>
                  <a:gd name="connsiteX23" fmla="*/ 136165 w 375807"/>
                  <a:gd name="connsiteY23" fmla="*/ 33992 h 342566"/>
                  <a:gd name="connsiteX24" fmla="*/ 138347 w 375807"/>
                  <a:gd name="connsiteY24" fmla="*/ 33992 h 342566"/>
                  <a:gd name="connsiteX25" fmla="*/ 146753 w 375807"/>
                  <a:gd name="connsiteY25" fmla="*/ 32323 h 342566"/>
                  <a:gd name="connsiteX26" fmla="*/ 153747 w 375807"/>
                  <a:gd name="connsiteY26" fmla="*/ 27413 h 342566"/>
                  <a:gd name="connsiteX27" fmla="*/ 182110 w 375807"/>
                  <a:gd name="connsiteY27" fmla="*/ 7228 h 342566"/>
                  <a:gd name="connsiteX28" fmla="*/ 216183 w 375807"/>
                  <a:gd name="connsiteY28" fmla="*/ 1 h 342566"/>
                  <a:gd name="connsiteX29" fmla="*/ 261037 w 375807"/>
                  <a:gd name="connsiteY29" fmla="*/ 12644 h 342566"/>
                  <a:gd name="connsiteX30" fmla="*/ 292351 w 375807"/>
                  <a:gd name="connsiteY30" fmla="*/ 47058 h 342566"/>
                  <a:gd name="connsiteX31" fmla="*/ 298511 w 375807"/>
                  <a:gd name="connsiteY31" fmla="*/ 55358 h 342566"/>
                  <a:gd name="connsiteX32" fmla="*/ 307752 w 375807"/>
                  <a:gd name="connsiteY32" fmla="*/ 60034 h 342566"/>
                  <a:gd name="connsiteX33" fmla="*/ 335152 w 375807"/>
                  <a:gd name="connsiteY33" fmla="*/ 71364 h 342566"/>
                  <a:gd name="connsiteX34" fmla="*/ 372947 w 375807"/>
                  <a:gd name="connsiteY34" fmla="*/ 122837 h 342566"/>
                  <a:gd name="connsiteX35" fmla="*/ 365439 w 375807"/>
                  <a:gd name="connsiteY35" fmla="*/ 186222 h 342566"/>
                  <a:gd name="connsiteX36" fmla="*/ 361974 w 375807"/>
                  <a:gd name="connsiteY36" fmla="*/ 192710 h 342566"/>
                  <a:gd name="connsiteX37" fmla="*/ 300052 w 375807"/>
                  <a:gd name="connsiteY37" fmla="*/ 192710 h 342566"/>
                  <a:gd name="connsiteX38" fmla="*/ 301527 w 375807"/>
                  <a:gd name="connsiteY38" fmla="*/ 208335 h 342566"/>
                  <a:gd name="connsiteX39" fmla="*/ 292158 w 375807"/>
                  <a:gd name="connsiteY39" fmla="*/ 248475 h 342566"/>
                  <a:gd name="connsiteX40" fmla="*/ 266106 w 375807"/>
                  <a:gd name="connsiteY40" fmla="*/ 280429 h 342566"/>
                  <a:gd name="connsiteX41" fmla="*/ 266106 w 375807"/>
                  <a:gd name="connsiteY41" fmla="*/ 280886 h 342566"/>
                  <a:gd name="connsiteX42" fmla="*/ 268929 w 375807"/>
                  <a:gd name="connsiteY42" fmla="*/ 280886 h 342566"/>
                  <a:gd name="connsiteX43" fmla="*/ 271625 w 375807"/>
                  <a:gd name="connsiteY43" fmla="*/ 280886 h 342566"/>
                  <a:gd name="connsiteX44" fmla="*/ 277079 w 375807"/>
                  <a:gd name="connsiteY44" fmla="*/ 281891 h 342566"/>
                  <a:gd name="connsiteX45" fmla="*/ 294661 w 375807"/>
                  <a:gd name="connsiteY45" fmla="*/ 294600 h 342566"/>
                  <a:gd name="connsiteX46" fmla="*/ 299538 w 375807"/>
                  <a:gd name="connsiteY46" fmla="*/ 315737 h 342566"/>
                  <a:gd name="connsiteX47" fmla="*/ 289335 w 375807"/>
                  <a:gd name="connsiteY47" fmla="*/ 334872 h 342566"/>
                  <a:gd name="connsiteX48" fmla="*/ 269058 w 375807"/>
                  <a:gd name="connsiteY48" fmla="*/ 342566 h 342566"/>
                  <a:gd name="connsiteX49" fmla="*/ 269315 w 375807"/>
                  <a:gd name="connsiteY49" fmla="*/ 342104 h 342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375807" h="342566">
                    <a:moveTo>
                      <a:pt x="269315" y="342104"/>
                    </a:moveTo>
                    <a:cubicBezTo>
                      <a:pt x="264052" y="342149"/>
                      <a:pt x="258855" y="340840"/>
                      <a:pt x="254235" y="338312"/>
                    </a:cubicBezTo>
                    <a:cubicBezTo>
                      <a:pt x="249615" y="335784"/>
                      <a:pt x="245700" y="332113"/>
                      <a:pt x="242877" y="327654"/>
                    </a:cubicBezTo>
                    <a:cubicBezTo>
                      <a:pt x="240118" y="323194"/>
                      <a:pt x="238514" y="318092"/>
                      <a:pt x="238193" y="312837"/>
                    </a:cubicBezTo>
                    <a:cubicBezTo>
                      <a:pt x="237936" y="307575"/>
                      <a:pt x="239027" y="302333"/>
                      <a:pt x="241337" y="297610"/>
                    </a:cubicBezTo>
                    <a:cubicBezTo>
                      <a:pt x="242236" y="295698"/>
                      <a:pt x="243326" y="293888"/>
                      <a:pt x="244610" y="292220"/>
                    </a:cubicBezTo>
                    <a:cubicBezTo>
                      <a:pt x="233701" y="296769"/>
                      <a:pt x="221894" y="299099"/>
                      <a:pt x="210087" y="299073"/>
                    </a:cubicBezTo>
                    <a:cubicBezTo>
                      <a:pt x="188976" y="299054"/>
                      <a:pt x="168570" y="291771"/>
                      <a:pt x="152272" y="278450"/>
                    </a:cubicBezTo>
                    <a:cubicBezTo>
                      <a:pt x="135973" y="265132"/>
                      <a:pt x="124743" y="246594"/>
                      <a:pt x="120508" y="225970"/>
                    </a:cubicBezTo>
                    <a:cubicBezTo>
                      <a:pt x="120123" y="224069"/>
                      <a:pt x="119738" y="222148"/>
                      <a:pt x="119546" y="220214"/>
                    </a:cubicBezTo>
                    <a:cubicBezTo>
                      <a:pt x="116915" y="227091"/>
                      <a:pt x="111974" y="232821"/>
                      <a:pt x="105557" y="236372"/>
                    </a:cubicBezTo>
                    <a:cubicBezTo>
                      <a:pt x="99076" y="239924"/>
                      <a:pt x="91568" y="241064"/>
                      <a:pt x="84381" y="239589"/>
                    </a:cubicBezTo>
                    <a:cubicBezTo>
                      <a:pt x="77194" y="238114"/>
                      <a:pt x="70713" y="234120"/>
                      <a:pt x="66221" y="228324"/>
                    </a:cubicBezTo>
                    <a:cubicBezTo>
                      <a:pt x="61666" y="222528"/>
                      <a:pt x="59420" y="215311"/>
                      <a:pt x="59740" y="207969"/>
                    </a:cubicBezTo>
                    <a:cubicBezTo>
                      <a:pt x="59740" y="202474"/>
                      <a:pt x="61216" y="197086"/>
                      <a:pt x="64040" y="192344"/>
                    </a:cubicBezTo>
                    <a:lnTo>
                      <a:pt x="0" y="192344"/>
                    </a:lnTo>
                    <a:lnTo>
                      <a:pt x="1668" y="178821"/>
                    </a:lnTo>
                    <a:cubicBezTo>
                      <a:pt x="2887" y="163477"/>
                      <a:pt x="8021" y="148704"/>
                      <a:pt x="16555" y="135909"/>
                    </a:cubicBezTo>
                    <a:cubicBezTo>
                      <a:pt x="25154" y="123113"/>
                      <a:pt x="36833" y="112721"/>
                      <a:pt x="50565" y="105721"/>
                    </a:cubicBezTo>
                    <a:cubicBezTo>
                      <a:pt x="53452" y="104118"/>
                      <a:pt x="56019" y="101867"/>
                      <a:pt x="57879" y="99142"/>
                    </a:cubicBezTo>
                    <a:cubicBezTo>
                      <a:pt x="59805" y="96416"/>
                      <a:pt x="61024" y="93290"/>
                      <a:pt x="61537" y="90004"/>
                    </a:cubicBezTo>
                    <a:cubicBezTo>
                      <a:pt x="64617" y="74209"/>
                      <a:pt x="73151" y="59981"/>
                      <a:pt x="85600" y="49762"/>
                    </a:cubicBezTo>
                    <a:cubicBezTo>
                      <a:pt x="98049" y="39542"/>
                      <a:pt x="113642" y="33967"/>
                      <a:pt x="129748" y="33992"/>
                    </a:cubicBezTo>
                    <a:cubicBezTo>
                      <a:pt x="131866" y="33992"/>
                      <a:pt x="134048" y="33992"/>
                      <a:pt x="136165" y="33992"/>
                    </a:cubicBezTo>
                    <a:lnTo>
                      <a:pt x="138347" y="33992"/>
                    </a:lnTo>
                    <a:cubicBezTo>
                      <a:pt x="141235" y="34025"/>
                      <a:pt x="144122" y="33457"/>
                      <a:pt x="146753" y="32323"/>
                    </a:cubicBezTo>
                    <a:cubicBezTo>
                      <a:pt x="149383" y="31191"/>
                      <a:pt x="151758" y="29518"/>
                      <a:pt x="153747" y="27413"/>
                    </a:cubicBezTo>
                    <a:cubicBezTo>
                      <a:pt x="161704" y="18814"/>
                      <a:pt x="171329" y="11944"/>
                      <a:pt x="182110" y="7228"/>
                    </a:cubicBezTo>
                    <a:cubicBezTo>
                      <a:pt x="192826" y="2513"/>
                      <a:pt x="204441" y="53"/>
                      <a:pt x="216183" y="1"/>
                    </a:cubicBezTo>
                    <a:cubicBezTo>
                      <a:pt x="232032" y="-54"/>
                      <a:pt x="247561" y="4326"/>
                      <a:pt x="261037" y="12644"/>
                    </a:cubicBezTo>
                    <a:cubicBezTo>
                      <a:pt x="274448" y="20962"/>
                      <a:pt x="285357" y="32884"/>
                      <a:pt x="292351" y="47058"/>
                    </a:cubicBezTo>
                    <a:cubicBezTo>
                      <a:pt x="293762" y="50264"/>
                      <a:pt x="295816" y="53106"/>
                      <a:pt x="298511" y="55358"/>
                    </a:cubicBezTo>
                    <a:cubicBezTo>
                      <a:pt x="301206" y="57610"/>
                      <a:pt x="304350" y="59211"/>
                      <a:pt x="307752" y="60034"/>
                    </a:cubicBezTo>
                    <a:cubicBezTo>
                      <a:pt x="317441" y="62160"/>
                      <a:pt x="326745" y="65996"/>
                      <a:pt x="335152" y="71364"/>
                    </a:cubicBezTo>
                    <a:cubicBezTo>
                      <a:pt x="353825" y="83126"/>
                      <a:pt x="367300" y="101521"/>
                      <a:pt x="372947" y="122837"/>
                    </a:cubicBezTo>
                    <a:cubicBezTo>
                      <a:pt x="378529" y="144152"/>
                      <a:pt x="375898" y="166804"/>
                      <a:pt x="365439" y="186222"/>
                    </a:cubicBezTo>
                    <a:lnTo>
                      <a:pt x="361974" y="192710"/>
                    </a:lnTo>
                    <a:lnTo>
                      <a:pt x="300052" y="192710"/>
                    </a:lnTo>
                    <a:cubicBezTo>
                      <a:pt x="301014" y="197861"/>
                      <a:pt x="301527" y="203092"/>
                      <a:pt x="301527" y="208335"/>
                    </a:cubicBezTo>
                    <a:cubicBezTo>
                      <a:pt x="301463" y="222251"/>
                      <a:pt x="298319" y="235981"/>
                      <a:pt x="292158" y="248475"/>
                    </a:cubicBezTo>
                    <a:cubicBezTo>
                      <a:pt x="285998" y="260969"/>
                      <a:pt x="277143" y="271899"/>
                      <a:pt x="266106" y="280429"/>
                    </a:cubicBezTo>
                    <a:lnTo>
                      <a:pt x="266106" y="280886"/>
                    </a:lnTo>
                    <a:lnTo>
                      <a:pt x="268929" y="280886"/>
                    </a:lnTo>
                    <a:lnTo>
                      <a:pt x="271625" y="280886"/>
                    </a:lnTo>
                    <a:cubicBezTo>
                      <a:pt x="273486" y="281044"/>
                      <a:pt x="275282" y="281380"/>
                      <a:pt x="277079" y="281891"/>
                    </a:cubicBezTo>
                    <a:cubicBezTo>
                      <a:pt x="284266" y="283865"/>
                      <a:pt x="290554" y="288382"/>
                      <a:pt x="294661" y="294600"/>
                    </a:cubicBezTo>
                    <a:cubicBezTo>
                      <a:pt x="298832" y="300825"/>
                      <a:pt x="300565" y="308332"/>
                      <a:pt x="299538" y="315737"/>
                    </a:cubicBezTo>
                    <a:cubicBezTo>
                      <a:pt x="298575" y="323142"/>
                      <a:pt x="294982" y="329938"/>
                      <a:pt x="289335" y="334872"/>
                    </a:cubicBezTo>
                    <a:cubicBezTo>
                      <a:pt x="283753" y="339801"/>
                      <a:pt x="276502" y="342534"/>
                      <a:pt x="269058" y="342566"/>
                    </a:cubicBezTo>
                    <a:lnTo>
                      <a:pt x="269315" y="342104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 dirty="0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3E6E048A-80FF-4504-EB99-B918B77FBC00}"/>
                  </a:ext>
                </a:extLst>
              </p:cNvPr>
              <p:cNvSpPr/>
              <p:nvPr/>
            </p:nvSpPr>
            <p:spPr>
              <a:xfrm>
                <a:off x="9435966" y="2475020"/>
                <a:ext cx="385005" cy="350789"/>
              </a:xfrm>
              <a:custGeom>
                <a:avLst/>
                <a:gdLst>
                  <a:gd name="connsiteX0" fmla="*/ 220483 w 385005"/>
                  <a:gd name="connsiteY0" fmla="*/ 9138 h 350789"/>
                  <a:gd name="connsiteX1" fmla="*/ 262962 w 385005"/>
                  <a:gd name="connsiteY1" fmla="*/ 21106 h 350789"/>
                  <a:gd name="connsiteX2" fmla="*/ 292608 w 385005"/>
                  <a:gd name="connsiteY2" fmla="*/ 53728 h 350789"/>
                  <a:gd name="connsiteX3" fmla="*/ 300180 w 385005"/>
                  <a:gd name="connsiteY3" fmla="*/ 62928 h 350789"/>
                  <a:gd name="connsiteX4" fmla="*/ 310896 w 385005"/>
                  <a:gd name="connsiteY4" fmla="*/ 67983 h 350789"/>
                  <a:gd name="connsiteX5" fmla="*/ 337077 w 385005"/>
                  <a:gd name="connsiteY5" fmla="*/ 78765 h 350789"/>
                  <a:gd name="connsiteX6" fmla="*/ 373011 w 385005"/>
                  <a:gd name="connsiteY6" fmla="*/ 127502 h 350789"/>
                  <a:gd name="connsiteX7" fmla="*/ 365824 w 385005"/>
                  <a:gd name="connsiteY7" fmla="*/ 187593 h 350789"/>
                  <a:gd name="connsiteX8" fmla="*/ 363579 w 385005"/>
                  <a:gd name="connsiteY8" fmla="*/ 191704 h 350789"/>
                  <a:gd name="connsiteX9" fmla="*/ 298769 w 385005"/>
                  <a:gd name="connsiteY9" fmla="*/ 191704 h 350789"/>
                  <a:gd name="connsiteX10" fmla="*/ 295816 w 385005"/>
                  <a:gd name="connsiteY10" fmla="*/ 242852 h 350789"/>
                  <a:gd name="connsiteX11" fmla="*/ 264309 w 385005"/>
                  <a:gd name="connsiteY11" fmla="*/ 283261 h 350789"/>
                  <a:gd name="connsiteX12" fmla="*/ 268416 w 385005"/>
                  <a:gd name="connsiteY12" fmla="*/ 289842 h 350789"/>
                  <a:gd name="connsiteX13" fmla="*/ 273550 w 385005"/>
                  <a:gd name="connsiteY13" fmla="*/ 289291 h 350789"/>
                  <a:gd name="connsiteX14" fmla="*/ 275796 w 385005"/>
                  <a:gd name="connsiteY14" fmla="*/ 289291 h 350789"/>
                  <a:gd name="connsiteX15" fmla="*/ 280480 w 385005"/>
                  <a:gd name="connsiteY15" fmla="*/ 290112 h 350789"/>
                  <a:gd name="connsiteX16" fmla="*/ 294469 w 385005"/>
                  <a:gd name="connsiteY16" fmla="*/ 299513 h 350789"/>
                  <a:gd name="connsiteX17" fmla="*/ 299859 w 385005"/>
                  <a:gd name="connsiteY17" fmla="*/ 315465 h 350789"/>
                  <a:gd name="connsiteX18" fmla="*/ 294533 w 385005"/>
                  <a:gd name="connsiteY18" fmla="*/ 331436 h 350789"/>
                  <a:gd name="connsiteX19" fmla="*/ 280544 w 385005"/>
                  <a:gd name="connsiteY19" fmla="*/ 340876 h 350789"/>
                  <a:gd name="connsiteX20" fmla="*/ 263732 w 385005"/>
                  <a:gd name="connsiteY20" fmla="*/ 339919 h 350789"/>
                  <a:gd name="connsiteX21" fmla="*/ 250898 w 385005"/>
                  <a:gd name="connsiteY21" fmla="*/ 328953 h 350789"/>
                  <a:gd name="connsiteX22" fmla="*/ 247370 w 385005"/>
                  <a:gd name="connsiteY22" fmla="*/ 312475 h 350789"/>
                  <a:gd name="connsiteX23" fmla="*/ 254621 w 385005"/>
                  <a:gd name="connsiteY23" fmla="*/ 297241 h 350789"/>
                  <a:gd name="connsiteX24" fmla="*/ 250642 w 385005"/>
                  <a:gd name="connsiteY24" fmla="*/ 291030 h 350789"/>
                  <a:gd name="connsiteX25" fmla="*/ 212718 w 385005"/>
                  <a:gd name="connsiteY25" fmla="*/ 299051 h 350789"/>
                  <a:gd name="connsiteX26" fmla="*/ 175052 w 385005"/>
                  <a:gd name="connsiteY26" fmla="*/ 289701 h 350789"/>
                  <a:gd name="connsiteX27" fmla="*/ 145277 w 385005"/>
                  <a:gd name="connsiteY27" fmla="*/ 264871 h 350789"/>
                  <a:gd name="connsiteX28" fmla="*/ 129300 w 385005"/>
                  <a:gd name="connsiteY28" fmla="*/ 229533 h 350789"/>
                  <a:gd name="connsiteX29" fmla="*/ 127951 w 385005"/>
                  <a:gd name="connsiteY29" fmla="*/ 220395 h 350789"/>
                  <a:gd name="connsiteX30" fmla="*/ 120444 w 385005"/>
                  <a:gd name="connsiteY30" fmla="*/ 220395 h 350789"/>
                  <a:gd name="connsiteX31" fmla="*/ 114156 w 385005"/>
                  <a:gd name="connsiteY31" fmla="*/ 230697 h 350789"/>
                  <a:gd name="connsiteX32" fmla="*/ 103888 w 385005"/>
                  <a:gd name="connsiteY32" fmla="*/ 237097 h 350789"/>
                  <a:gd name="connsiteX33" fmla="*/ 91825 w 385005"/>
                  <a:gd name="connsiteY33" fmla="*/ 238250 h 350789"/>
                  <a:gd name="connsiteX34" fmla="*/ 80596 w 385005"/>
                  <a:gd name="connsiteY34" fmla="*/ 233911 h 350789"/>
                  <a:gd name="connsiteX35" fmla="*/ 72446 w 385005"/>
                  <a:gd name="connsiteY35" fmla="*/ 224994 h 350789"/>
                  <a:gd name="connsiteX36" fmla="*/ 69110 w 385005"/>
                  <a:gd name="connsiteY36" fmla="*/ 213378 h 350789"/>
                  <a:gd name="connsiteX37" fmla="*/ 71355 w 385005"/>
                  <a:gd name="connsiteY37" fmla="*/ 201509 h 350789"/>
                  <a:gd name="connsiteX38" fmla="*/ 78671 w 385005"/>
                  <a:gd name="connsiteY38" fmla="*/ 191887 h 350789"/>
                  <a:gd name="connsiteX39" fmla="*/ 9882 w 385005"/>
                  <a:gd name="connsiteY39" fmla="*/ 191887 h 350789"/>
                  <a:gd name="connsiteX40" fmla="*/ 10524 w 385005"/>
                  <a:gd name="connsiteY40" fmla="*/ 183481 h 350789"/>
                  <a:gd name="connsiteX41" fmla="*/ 24256 w 385005"/>
                  <a:gd name="connsiteY41" fmla="*/ 142500 h 350789"/>
                  <a:gd name="connsiteX42" fmla="*/ 56212 w 385005"/>
                  <a:gd name="connsiteY42" fmla="*/ 113396 h 350789"/>
                  <a:gd name="connsiteX43" fmla="*/ 65260 w 385005"/>
                  <a:gd name="connsiteY43" fmla="*/ 105834 h 350789"/>
                  <a:gd name="connsiteX44" fmla="*/ 70136 w 385005"/>
                  <a:gd name="connsiteY44" fmla="*/ 95121 h 350789"/>
                  <a:gd name="connsiteX45" fmla="*/ 83098 w 385005"/>
                  <a:gd name="connsiteY45" fmla="*/ 67084 h 350789"/>
                  <a:gd name="connsiteX46" fmla="*/ 107611 w 385005"/>
                  <a:gd name="connsiteY46" fmla="*/ 48246 h 350789"/>
                  <a:gd name="connsiteX47" fmla="*/ 133791 w 385005"/>
                  <a:gd name="connsiteY47" fmla="*/ 42764 h 350789"/>
                  <a:gd name="connsiteX48" fmla="*/ 139823 w 385005"/>
                  <a:gd name="connsiteY48" fmla="*/ 42764 h 350789"/>
                  <a:gd name="connsiteX49" fmla="*/ 142389 w 385005"/>
                  <a:gd name="connsiteY49" fmla="*/ 42764 h 350789"/>
                  <a:gd name="connsiteX50" fmla="*/ 152336 w 385005"/>
                  <a:gd name="connsiteY50" fmla="*/ 40599 h 350789"/>
                  <a:gd name="connsiteX51" fmla="*/ 160678 w 385005"/>
                  <a:gd name="connsiteY51" fmla="*/ 34723 h 350789"/>
                  <a:gd name="connsiteX52" fmla="*/ 187885 w 385005"/>
                  <a:gd name="connsiteY52" fmla="*/ 15661 h 350789"/>
                  <a:gd name="connsiteX53" fmla="*/ 220483 w 385005"/>
                  <a:gd name="connsiteY53" fmla="*/ 9138 h 350789"/>
                  <a:gd name="connsiteX54" fmla="*/ 220483 w 385005"/>
                  <a:gd name="connsiteY54" fmla="*/ 0 h 350789"/>
                  <a:gd name="connsiteX55" fmla="*/ 184613 w 385005"/>
                  <a:gd name="connsiteY55" fmla="*/ 7500 h 350789"/>
                  <a:gd name="connsiteX56" fmla="*/ 154710 w 385005"/>
                  <a:gd name="connsiteY56" fmla="*/ 28692 h 350789"/>
                  <a:gd name="connsiteX57" fmla="*/ 149256 w 385005"/>
                  <a:gd name="connsiteY57" fmla="*/ 32519 h 350789"/>
                  <a:gd name="connsiteX58" fmla="*/ 142646 w 385005"/>
                  <a:gd name="connsiteY58" fmla="*/ 33809 h 350789"/>
                  <a:gd name="connsiteX59" fmla="*/ 140914 w 385005"/>
                  <a:gd name="connsiteY59" fmla="*/ 33809 h 350789"/>
                  <a:gd name="connsiteX60" fmla="*/ 134048 w 385005"/>
                  <a:gd name="connsiteY60" fmla="*/ 33809 h 350789"/>
                  <a:gd name="connsiteX61" fmla="*/ 87013 w 385005"/>
                  <a:gd name="connsiteY61" fmla="*/ 50706 h 350789"/>
                  <a:gd name="connsiteX62" fmla="*/ 61345 w 385005"/>
                  <a:gd name="connsiteY62" fmla="*/ 93568 h 350789"/>
                  <a:gd name="connsiteX63" fmla="*/ 58137 w 385005"/>
                  <a:gd name="connsiteY63" fmla="*/ 100641 h 350789"/>
                  <a:gd name="connsiteX64" fmla="*/ 52233 w 385005"/>
                  <a:gd name="connsiteY64" fmla="*/ 105630 h 350789"/>
                  <a:gd name="connsiteX65" fmla="*/ 16812 w 385005"/>
                  <a:gd name="connsiteY65" fmla="*/ 137611 h 350789"/>
                  <a:gd name="connsiteX66" fmla="*/ 1347 w 385005"/>
                  <a:gd name="connsiteY66" fmla="*/ 182749 h 350789"/>
                  <a:gd name="connsiteX67" fmla="*/ 706 w 385005"/>
                  <a:gd name="connsiteY67" fmla="*/ 191156 h 350789"/>
                  <a:gd name="connsiteX68" fmla="*/ 0 w 385005"/>
                  <a:gd name="connsiteY68" fmla="*/ 201024 h 350789"/>
                  <a:gd name="connsiteX69" fmla="*/ 61666 w 385005"/>
                  <a:gd name="connsiteY69" fmla="*/ 201024 h 350789"/>
                  <a:gd name="connsiteX70" fmla="*/ 59805 w 385005"/>
                  <a:gd name="connsiteY70" fmla="*/ 212081 h 350789"/>
                  <a:gd name="connsiteX71" fmla="*/ 65965 w 385005"/>
                  <a:gd name="connsiteY71" fmla="*/ 232124 h 350789"/>
                  <a:gd name="connsiteX72" fmla="*/ 82392 w 385005"/>
                  <a:gd name="connsiteY72" fmla="*/ 245182 h 350789"/>
                  <a:gd name="connsiteX73" fmla="*/ 103311 w 385005"/>
                  <a:gd name="connsiteY73" fmla="*/ 246687 h 350789"/>
                  <a:gd name="connsiteX74" fmla="*/ 121471 w 385005"/>
                  <a:gd name="connsiteY74" fmla="*/ 236112 h 350789"/>
                  <a:gd name="connsiteX75" fmla="*/ 155673 w 385005"/>
                  <a:gd name="connsiteY75" fmla="*/ 287853 h 350789"/>
                  <a:gd name="connsiteX76" fmla="*/ 214387 w 385005"/>
                  <a:gd name="connsiteY76" fmla="*/ 308021 h 350789"/>
                  <a:gd name="connsiteX77" fmla="*/ 239797 w 385005"/>
                  <a:gd name="connsiteY77" fmla="*/ 304646 h 350789"/>
                  <a:gd name="connsiteX78" fmla="*/ 238257 w 385005"/>
                  <a:gd name="connsiteY78" fmla="*/ 319129 h 350789"/>
                  <a:gd name="connsiteX79" fmla="*/ 242813 w 385005"/>
                  <a:gd name="connsiteY79" fmla="*/ 332970 h 350789"/>
                  <a:gd name="connsiteX80" fmla="*/ 255775 w 385005"/>
                  <a:gd name="connsiteY80" fmla="*/ 346022 h 350789"/>
                  <a:gd name="connsiteX81" fmla="*/ 273614 w 385005"/>
                  <a:gd name="connsiteY81" fmla="*/ 350790 h 350789"/>
                  <a:gd name="connsiteX82" fmla="*/ 291196 w 385005"/>
                  <a:gd name="connsiteY82" fmla="*/ 346125 h 350789"/>
                  <a:gd name="connsiteX83" fmla="*/ 301656 w 385005"/>
                  <a:gd name="connsiteY83" fmla="*/ 337038 h 350789"/>
                  <a:gd name="connsiteX84" fmla="*/ 307816 w 385005"/>
                  <a:gd name="connsiteY84" fmla="*/ 324641 h 350789"/>
                  <a:gd name="connsiteX85" fmla="*/ 308778 w 385005"/>
                  <a:gd name="connsiteY85" fmla="*/ 310826 h 350789"/>
                  <a:gd name="connsiteX86" fmla="*/ 304351 w 385005"/>
                  <a:gd name="connsiteY86" fmla="*/ 297697 h 350789"/>
                  <a:gd name="connsiteX87" fmla="*/ 295239 w 385005"/>
                  <a:gd name="connsiteY87" fmla="*/ 287263 h 350789"/>
                  <a:gd name="connsiteX88" fmla="*/ 282854 w 385005"/>
                  <a:gd name="connsiteY88" fmla="*/ 281160 h 350789"/>
                  <a:gd name="connsiteX89" fmla="*/ 281314 w 385005"/>
                  <a:gd name="connsiteY89" fmla="*/ 280703 h 350789"/>
                  <a:gd name="connsiteX90" fmla="*/ 302747 w 385005"/>
                  <a:gd name="connsiteY90" fmla="*/ 249328 h 350789"/>
                  <a:gd name="connsiteX91" fmla="*/ 310383 w 385005"/>
                  <a:gd name="connsiteY91" fmla="*/ 212081 h 350789"/>
                  <a:gd name="connsiteX92" fmla="*/ 309613 w 385005"/>
                  <a:gd name="connsiteY92" fmla="*/ 201024 h 350789"/>
                  <a:gd name="connsiteX93" fmla="*/ 369097 w 385005"/>
                  <a:gd name="connsiteY93" fmla="*/ 201024 h 350789"/>
                  <a:gd name="connsiteX94" fmla="*/ 371664 w 385005"/>
                  <a:gd name="connsiteY94" fmla="*/ 196273 h 350789"/>
                  <a:gd name="connsiteX95" fmla="*/ 373845 w 385005"/>
                  <a:gd name="connsiteY95" fmla="*/ 192161 h 350789"/>
                  <a:gd name="connsiteX96" fmla="*/ 384946 w 385005"/>
                  <a:gd name="connsiteY96" fmla="*/ 151642 h 350789"/>
                  <a:gd name="connsiteX97" fmla="*/ 376733 w 385005"/>
                  <a:gd name="connsiteY97" fmla="*/ 110438 h 350789"/>
                  <a:gd name="connsiteX98" fmla="*/ 350937 w 385005"/>
                  <a:gd name="connsiteY98" fmla="*/ 77259 h 350789"/>
                  <a:gd name="connsiteX99" fmla="*/ 313014 w 385005"/>
                  <a:gd name="connsiteY99" fmla="*/ 59120 h 350789"/>
                  <a:gd name="connsiteX100" fmla="*/ 305891 w 385005"/>
                  <a:gd name="connsiteY100" fmla="*/ 55892 h 350789"/>
                  <a:gd name="connsiteX101" fmla="*/ 300757 w 385005"/>
                  <a:gd name="connsiteY101" fmla="*/ 49982 h 350789"/>
                  <a:gd name="connsiteX102" fmla="*/ 267775 w 385005"/>
                  <a:gd name="connsiteY102" fmla="*/ 13502 h 350789"/>
                  <a:gd name="connsiteX103" fmla="*/ 220483 w 385005"/>
                  <a:gd name="connsiteY103" fmla="*/ 0 h 350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385005" h="350789">
                    <a:moveTo>
                      <a:pt x="220483" y="9138"/>
                    </a:moveTo>
                    <a:cubicBezTo>
                      <a:pt x="235498" y="9076"/>
                      <a:pt x="250193" y="13223"/>
                      <a:pt x="262962" y="21106"/>
                    </a:cubicBezTo>
                    <a:cubicBezTo>
                      <a:pt x="275732" y="28989"/>
                      <a:pt x="285998" y="40292"/>
                      <a:pt x="292608" y="53728"/>
                    </a:cubicBezTo>
                    <a:cubicBezTo>
                      <a:pt x="294405" y="57318"/>
                      <a:pt x="296972" y="60461"/>
                      <a:pt x="300180" y="62928"/>
                    </a:cubicBezTo>
                    <a:cubicBezTo>
                      <a:pt x="303324" y="65395"/>
                      <a:pt x="306982" y="67121"/>
                      <a:pt x="310896" y="67983"/>
                    </a:cubicBezTo>
                    <a:cubicBezTo>
                      <a:pt x="320201" y="70069"/>
                      <a:pt x="329056" y="73715"/>
                      <a:pt x="337077" y="78765"/>
                    </a:cubicBezTo>
                    <a:cubicBezTo>
                      <a:pt x="354787" y="89860"/>
                      <a:pt x="367621" y="107286"/>
                      <a:pt x="373011" y="127502"/>
                    </a:cubicBezTo>
                    <a:cubicBezTo>
                      <a:pt x="378337" y="147717"/>
                      <a:pt x="375771" y="169204"/>
                      <a:pt x="365824" y="187593"/>
                    </a:cubicBezTo>
                    <a:lnTo>
                      <a:pt x="363579" y="191704"/>
                    </a:lnTo>
                    <a:lnTo>
                      <a:pt x="298769" y="191704"/>
                    </a:lnTo>
                    <a:cubicBezTo>
                      <a:pt x="303003" y="208658"/>
                      <a:pt x="301977" y="226498"/>
                      <a:pt x="295816" y="242852"/>
                    </a:cubicBezTo>
                    <a:cubicBezTo>
                      <a:pt x="289656" y="259206"/>
                      <a:pt x="278684" y="273301"/>
                      <a:pt x="264309" y="283261"/>
                    </a:cubicBezTo>
                    <a:lnTo>
                      <a:pt x="268416" y="289842"/>
                    </a:lnTo>
                    <a:cubicBezTo>
                      <a:pt x="270085" y="289477"/>
                      <a:pt x="271817" y="289297"/>
                      <a:pt x="273550" y="289291"/>
                    </a:cubicBezTo>
                    <a:lnTo>
                      <a:pt x="275796" y="289291"/>
                    </a:lnTo>
                    <a:cubicBezTo>
                      <a:pt x="277400" y="289432"/>
                      <a:pt x="278940" y="289708"/>
                      <a:pt x="280480" y="290112"/>
                    </a:cubicBezTo>
                    <a:cubicBezTo>
                      <a:pt x="286063" y="291633"/>
                      <a:pt x="290939" y="294931"/>
                      <a:pt x="294469" y="299513"/>
                    </a:cubicBezTo>
                    <a:cubicBezTo>
                      <a:pt x="297998" y="304094"/>
                      <a:pt x="299859" y="309696"/>
                      <a:pt x="299859" y="315465"/>
                    </a:cubicBezTo>
                    <a:cubicBezTo>
                      <a:pt x="299923" y="321234"/>
                      <a:pt x="297998" y="326842"/>
                      <a:pt x="294533" y="331436"/>
                    </a:cubicBezTo>
                    <a:cubicBezTo>
                      <a:pt x="291004" y="336024"/>
                      <a:pt x="286127" y="339342"/>
                      <a:pt x="280544" y="340876"/>
                    </a:cubicBezTo>
                    <a:cubicBezTo>
                      <a:pt x="274962" y="342409"/>
                      <a:pt x="269059" y="342069"/>
                      <a:pt x="263732" y="339919"/>
                    </a:cubicBezTo>
                    <a:cubicBezTo>
                      <a:pt x="258342" y="337763"/>
                      <a:pt x="253851" y="333913"/>
                      <a:pt x="250898" y="328953"/>
                    </a:cubicBezTo>
                    <a:cubicBezTo>
                      <a:pt x="247947" y="323993"/>
                      <a:pt x="246727" y="318205"/>
                      <a:pt x="247370" y="312475"/>
                    </a:cubicBezTo>
                    <a:cubicBezTo>
                      <a:pt x="248075" y="306744"/>
                      <a:pt x="250578" y="301393"/>
                      <a:pt x="254621" y="297241"/>
                    </a:cubicBezTo>
                    <a:lnTo>
                      <a:pt x="250642" y="291030"/>
                    </a:lnTo>
                    <a:cubicBezTo>
                      <a:pt x="238770" y="296535"/>
                      <a:pt x="225808" y="299275"/>
                      <a:pt x="212718" y="299051"/>
                    </a:cubicBezTo>
                    <a:cubicBezTo>
                      <a:pt x="199628" y="298820"/>
                      <a:pt x="186730" y="295624"/>
                      <a:pt x="175052" y="289701"/>
                    </a:cubicBezTo>
                    <a:cubicBezTo>
                      <a:pt x="163373" y="283784"/>
                      <a:pt x="153170" y="275293"/>
                      <a:pt x="145277" y="264871"/>
                    </a:cubicBezTo>
                    <a:cubicBezTo>
                      <a:pt x="137321" y="254448"/>
                      <a:pt x="131866" y="242366"/>
                      <a:pt x="129300" y="229533"/>
                    </a:cubicBezTo>
                    <a:cubicBezTo>
                      <a:pt x="128658" y="226517"/>
                      <a:pt x="128208" y="223466"/>
                      <a:pt x="127951" y="220395"/>
                    </a:cubicBezTo>
                    <a:lnTo>
                      <a:pt x="120444" y="220395"/>
                    </a:lnTo>
                    <a:cubicBezTo>
                      <a:pt x="119160" y="224272"/>
                      <a:pt x="116979" y="227798"/>
                      <a:pt x="114156" y="230697"/>
                    </a:cubicBezTo>
                    <a:cubicBezTo>
                      <a:pt x="111268" y="233596"/>
                      <a:pt x="107739" y="235787"/>
                      <a:pt x="103888" y="237097"/>
                    </a:cubicBezTo>
                    <a:cubicBezTo>
                      <a:pt x="100038" y="238408"/>
                      <a:pt x="95867" y="238803"/>
                      <a:pt x="91825" y="238250"/>
                    </a:cubicBezTo>
                    <a:cubicBezTo>
                      <a:pt x="87783" y="237697"/>
                      <a:pt x="83932" y="236211"/>
                      <a:pt x="80596" y="233911"/>
                    </a:cubicBezTo>
                    <a:cubicBezTo>
                      <a:pt x="77195" y="231610"/>
                      <a:pt x="74435" y="228557"/>
                      <a:pt x="72446" y="224994"/>
                    </a:cubicBezTo>
                    <a:cubicBezTo>
                      <a:pt x="70457" y="221431"/>
                      <a:pt x="69302" y="217454"/>
                      <a:pt x="69110" y="213378"/>
                    </a:cubicBezTo>
                    <a:cubicBezTo>
                      <a:pt x="68917" y="209302"/>
                      <a:pt x="69687" y="205239"/>
                      <a:pt x="71355" y="201509"/>
                    </a:cubicBezTo>
                    <a:cubicBezTo>
                      <a:pt x="73024" y="197779"/>
                      <a:pt x="75526" y="194485"/>
                      <a:pt x="78671" y="191887"/>
                    </a:cubicBezTo>
                    <a:lnTo>
                      <a:pt x="9882" y="191887"/>
                    </a:lnTo>
                    <a:lnTo>
                      <a:pt x="10524" y="183481"/>
                    </a:lnTo>
                    <a:cubicBezTo>
                      <a:pt x="11551" y="168873"/>
                      <a:pt x="16235" y="154766"/>
                      <a:pt x="24256" y="142500"/>
                    </a:cubicBezTo>
                    <a:cubicBezTo>
                      <a:pt x="32277" y="130234"/>
                      <a:pt x="43249" y="120215"/>
                      <a:pt x="56212" y="113396"/>
                    </a:cubicBezTo>
                    <a:cubicBezTo>
                      <a:pt x="59805" y="111581"/>
                      <a:pt x="62885" y="108997"/>
                      <a:pt x="65260" y="105834"/>
                    </a:cubicBezTo>
                    <a:cubicBezTo>
                      <a:pt x="67698" y="102672"/>
                      <a:pt x="69366" y="99011"/>
                      <a:pt x="70136" y="95121"/>
                    </a:cubicBezTo>
                    <a:cubicBezTo>
                      <a:pt x="72125" y="84866"/>
                      <a:pt x="76617" y="75247"/>
                      <a:pt x="83098" y="67084"/>
                    </a:cubicBezTo>
                    <a:cubicBezTo>
                      <a:pt x="89643" y="58922"/>
                      <a:pt x="98050" y="52459"/>
                      <a:pt x="107611" y="48246"/>
                    </a:cubicBezTo>
                    <a:cubicBezTo>
                      <a:pt x="115889" y="44656"/>
                      <a:pt x="124807" y="42791"/>
                      <a:pt x="133791" y="42764"/>
                    </a:cubicBezTo>
                    <a:lnTo>
                      <a:pt x="139823" y="42764"/>
                    </a:lnTo>
                    <a:lnTo>
                      <a:pt x="142389" y="42764"/>
                    </a:lnTo>
                    <a:cubicBezTo>
                      <a:pt x="145790" y="42717"/>
                      <a:pt x="149192" y="41981"/>
                      <a:pt x="152336" y="40599"/>
                    </a:cubicBezTo>
                    <a:cubicBezTo>
                      <a:pt x="155480" y="39218"/>
                      <a:pt x="158304" y="37220"/>
                      <a:pt x="160678" y="34723"/>
                    </a:cubicBezTo>
                    <a:cubicBezTo>
                      <a:pt x="168314" y="26555"/>
                      <a:pt x="177619" y="20065"/>
                      <a:pt x="187885" y="15661"/>
                    </a:cubicBezTo>
                    <a:cubicBezTo>
                      <a:pt x="198216" y="11257"/>
                      <a:pt x="209253" y="9036"/>
                      <a:pt x="220483" y="9138"/>
                    </a:cubicBezTo>
                    <a:close/>
                    <a:moveTo>
                      <a:pt x="220483" y="0"/>
                    </a:moveTo>
                    <a:cubicBezTo>
                      <a:pt x="208162" y="10"/>
                      <a:pt x="195906" y="2563"/>
                      <a:pt x="184613" y="7500"/>
                    </a:cubicBezTo>
                    <a:cubicBezTo>
                      <a:pt x="173319" y="12437"/>
                      <a:pt x="163116" y="19650"/>
                      <a:pt x="154710" y="28692"/>
                    </a:cubicBezTo>
                    <a:cubicBezTo>
                      <a:pt x="153170" y="30334"/>
                      <a:pt x="151309" y="31638"/>
                      <a:pt x="149256" y="32519"/>
                    </a:cubicBezTo>
                    <a:cubicBezTo>
                      <a:pt x="147139" y="33400"/>
                      <a:pt x="144892" y="33839"/>
                      <a:pt x="142646" y="33809"/>
                    </a:cubicBezTo>
                    <a:lnTo>
                      <a:pt x="140914" y="33809"/>
                    </a:lnTo>
                    <a:cubicBezTo>
                      <a:pt x="138668" y="33672"/>
                      <a:pt x="136358" y="33672"/>
                      <a:pt x="134048" y="33809"/>
                    </a:cubicBezTo>
                    <a:cubicBezTo>
                      <a:pt x="116915" y="33840"/>
                      <a:pt x="100295" y="39811"/>
                      <a:pt x="87013" y="50706"/>
                    </a:cubicBezTo>
                    <a:cubicBezTo>
                      <a:pt x="73794" y="61600"/>
                      <a:pt x="64681" y="76747"/>
                      <a:pt x="61345" y="93568"/>
                    </a:cubicBezTo>
                    <a:cubicBezTo>
                      <a:pt x="60832" y="96135"/>
                      <a:pt x="59741" y="98552"/>
                      <a:pt x="58137" y="100641"/>
                    </a:cubicBezTo>
                    <a:cubicBezTo>
                      <a:pt x="56596" y="102729"/>
                      <a:pt x="54543" y="104434"/>
                      <a:pt x="52233" y="105630"/>
                    </a:cubicBezTo>
                    <a:cubicBezTo>
                      <a:pt x="37860" y="113111"/>
                      <a:pt x="25667" y="124117"/>
                      <a:pt x="16812" y="137611"/>
                    </a:cubicBezTo>
                    <a:cubicBezTo>
                      <a:pt x="7893" y="151103"/>
                      <a:pt x="2567" y="166638"/>
                      <a:pt x="1347" y="182749"/>
                    </a:cubicBezTo>
                    <a:lnTo>
                      <a:pt x="706" y="191156"/>
                    </a:lnTo>
                    <a:lnTo>
                      <a:pt x="0" y="201024"/>
                    </a:lnTo>
                    <a:lnTo>
                      <a:pt x="61666" y="201024"/>
                    </a:lnTo>
                    <a:cubicBezTo>
                      <a:pt x="60447" y="204588"/>
                      <a:pt x="59805" y="208321"/>
                      <a:pt x="59805" y="212081"/>
                    </a:cubicBezTo>
                    <a:cubicBezTo>
                      <a:pt x="59805" y="219230"/>
                      <a:pt x="61923" y="226217"/>
                      <a:pt x="65965" y="232124"/>
                    </a:cubicBezTo>
                    <a:cubicBezTo>
                      <a:pt x="70008" y="238032"/>
                      <a:pt x="75719" y="242583"/>
                      <a:pt x="82392" y="245182"/>
                    </a:cubicBezTo>
                    <a:cubicBezTo>
                      <a:pt x="89066" y="247781"/>
                      <a:pt x="96381" y="248306"/>
                      <a:pt x="103311" y="246687"/>
                    </a:cubicBezTo>
                    <a:cubicBezTo>
                      <a:pt x="110305" y="245068"/>
                      <a:pt x="116594" y="241382"/>
                      <a:pt x="121471" y="236112"/>
                    </a:cubicBezTo>
                    <a:cubicBezTo>
                      <a:pt x="126797" y="256658"/>
                      <a:pt x="138861" y="274848"/>
                      <a:pt x="155673" y="287853"/>
                    </a:cubicBezTo>
                    <a:cubicBezTo>
                      <a:pt x="172485" y="300860"/>
                      <a:pt x="193083" y="307951"/>
                      <a:pt x="214387" y="308021"/>
                    </a:cubicBezTo>
                    <a:cubicBezTo>
                      <a:pt x="222921" y="308009"/>
                      <a:pt x="231455" y="306873"/>
                      <a:pt x="239797" y="304646"/>
                    </a:cubicBezTo>
                    <a:cubicBezTo>
                      <a:pt x="238257" y="309311"/>
                      <a:pt x="237744" y="314246"/>
                      <a:pt x="238257" y="319129"/>
                    </a:cubicBezTo>
                    <a:cubicBezTo>
                      <a:pt x="238770" y="324006"/>
                      <a:pt x="240310" y="328722"/>
                      <a:pt x="242813" y="332970"/>
                    </a:cubicBezTo>
                    <a:cubicBezTo>
                      <a:pt x="245893" y="338392"/>
                      <a:pt x="250385" y="342890"/>
                      <a:pt x="255775" y="346022"/>
                    </a:cubicBezTo>
                    <a:cubicBezTo>
                      <a:pt x="261229" y="349147"/>
                      <a:pt x="267390" y="350796"/>
                      <a:pt x="273614" y="350790"/>
                    </a:cubicBezTo>
                    <a:cubicBezTo>
                      <a:pt x="279774" y="350815"/>
                      <a:pt x="285806" y="349205"/>
                      <a:pt x="291196" y="346125"/>
                    </a:cubicBezTo>
                    <a:cubicBezTo>
                      <a:pt x="295239" y="343815"/>
                      <a:pt x="298769" y="340728"/>
                      <a:pt x="301656" y="337038"/>
                    </a:cubicBezTo>
                    <a:cubicBezTo>
                      <a:pt x="304479" y="333355"/>
                      <a:pt x="306597" y="329139"/>
                      <a:pt x="307816" y="324641"/>
                    </a:cubicBezTo>
                    <a:cubicBezTo>
                      <a:pt x="309035" y="320143"/>
                      <a:pt x="309356" y="315446"/>
                      <a:pt x="308778" y="310826"/>
                    </a:cubicBezTo>
                    <a:cubicBezTo>
                      <a:pt x="308137" y="306199"/>
                      <a:pt x="306661" y="301739"/>
                      <a:pt x="304351" y="297697"/>
                    </a:cubicBezTo>
                    <a:cubicBezTo>
                      <a:pt x="302040" y="293648"/>
                      <a:pt x="298960" y="290099"/>
                      <a:pt x="295239" y="287263"/>
                    </a:cubicBezTo>
                    <a:cubicBezTo>
                      <a:pt x="291581" y="284420"/>
                      <a:pt x="287346" y="282346"/>
                      <a:pt x="282854" y="281160"/>
                    </a:cubicBezTo>
                    <a:lnTo>
                      <a:pt x="281314" y="280703"/>
                    </a:lnTo>
                    <a:cubicBezTo>
                      <a:pt x="290491" y="271781"/>
                      <a:pt x="297806" y="261114"/>
                      <a:pt x="302747" y="249328"/>
                    </a:cubicBezTo>
                    <a:cubicBezTo>
                      <a:pt x="307752" y="237543"/>
                      <a:pt x="310383" y="224879"/>
                      <a:pt x="310383" y="212081"/>
                    </a:cubicBezTo>
                    <a:cubicBezTo>
                      <a:pt x="310383" y="208384"/>
                      <a:pt x="310126" y="204692"/>
                      <a:pt x="309613" y="201024"/>
                    </a:cubicBezTo>
                    <a:lnTo>
                      <a:pt x="369097" y="201024"/>
                    </a:lnTo>
                    <a:lnTo>
                      <a:pt x="371664" y="196273"/>
                    </a:lnTo>
                    <a:lnTo>
                      <a:pt x="373845" y="192161"/>
                    </a:lnTo>
                    <a:cubicBezTo>
                      <a:pt x="380647" y="179701"/>
                      <a:pt x="384433" y="165828"/>
                      <a:pt x="384946" y="151642"/>
                    </a:cubicBezTo>
                    <a:cubicBezTo>
                      <a:pt x="385459" y="137457"/>
                      <a:pt x="382636" y="123350"/>
                      <a:pt x="376733" y="110438"/>
                    </a:cubicBezTo>
                    <a:cubicBezTo>
                      <a:pt x="370830" y="97528"/>
                      <a:pt x="362039" y="86167"/>
                      <a:pt x="350937" y="77259"/>
                    </a:cubicBezTo>
                    <a:cubicBezTo>
                      <a:pt x="339900" y="68352"/>
                      <a:pt x="326938" y="62141"/>
                      <a:pt x="313014" y="59120"/>
                    </a:cubicBezTo>
                    <a:cubicBezTo>
                      <a:pt x="310447" y="58570"/>
                      <a:pt x="308008" y="57469"/>
                      <a:pt x="305891" y="55892"/>
                    </a:cubicBezTo>
                    <a:cubicBezTo>
                      <a:pt x="303773" y="54315"/>
                      <a:pt x="302040" y="52299"/>
                      <a:pt x="300757" y="49982"/>
                    </a:cubicBezTo>
                    <a:cubicBezTo>
                      <a:pt x="293442" y="34978"/>
                      <a:pt x="281956" y="22338"/>
                      <a:pt x="267775" y="13502"/>
                    </a:cubicBezTo>
                    <a:cubicBezTo>
                      <a:pt x="253594" y="4666"/>
                      <a:pt x="237230" y="-12"/>
                      <a:pt x="2204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6DE86661-C536-4903-D0A0-BBF5892830E4}"/>
                  </a:ext>
                </a:extLst>
              </p:cNvPr>
              <p:cNvSpPr/>
              <p:nvPr/>
            </p:nvSpPr>
            <p:spPr>
              <a:xfrm>
                <a:off x="9445848" y="2484169"/>
                <a:ext cx="365924" cy="182749"/>
              </a:xfrm>
              <a:custGeom>
                <a:avLst/>
                <a:gdLst>
                  <a:gd name="connsiteX0" fmla="*/ 327323 w 365924"/>
                  <a:gd name="connsiteY0" fmla="*/ 69629 h 182749"/>
                  <a:gd name="connsiteX1" fmla="*/ 301014 w 365924"/>
                  <a:gd name="connsiteY1" fmla="*/ 58846 h 182749"/>
                  <a:gd name="connsiteX2" fmla="*/ 290298 w 365924"/>
                  <a:gd name="connsiteY2" fmla="*/ 53791 h 182749"/>
                  <a:gd name="connsiteX3" fmla="*/ 282726 w 365924"/>
                  <a:gd name="connsiteY3" fmla="*/ 44591 h 182749"/>
                  <a:gd name="connsiteX4" fmla="*/ 253080 w 365924"/>
                  <a:gd name="connsiteY4" fmla="*/ 11969 h 182749"/>
                  <a:gd name="connsiteX5" fmla="*/ 210600 w 365924"/>
                  <a:gd name="connsiteY5" fmla="*/ 1 h 182749"/>
                  <a:gd name="connsiteX6" fmla="*/ 178388 w 365924"/>
                  <a:gd name="connsiteY6" fmla="*/ 6754 h 182749"/>
                  <a:gd name="connsiteX7" fmla="*/ 151502 w 365924"/>
                  <a:gd name="connsiteY7" fmla="*/ 25768 h 182749"/>
                  <a:gd name="connsiteX8" fmla="*/ 141812 w 365924"/>
                  <a:gd name="connsiteY8" fmla="*/ 32207 h 182749"/>
                  <a:gd name="connsiteX9" fmla="*/ 130197 w 365924"/>
                  <a:gd name="connsiteY9" fmla="*/ 33627 h 182749"/>
                  <a:gd name="connsiteX10" fmla="*/ 98049 w 365924"/>
                  <a:gd name="connsiteY10" fmla="*/ 38835 h 182749"/>
                  <a:gd name="connsiteX11" fmla="*/ 73537 w 365924"/>
                  <a:gd name="connsiteY11" fmla="*/ 57673 h 182749"/>
                  <a:gd name="connsiteX12" fmla="*/ 60510 w 365924"/>
                  <a:gd name="connsiteY12" fmla="*/ 85710 h 182749"/>
                  <a:gd name="connsiteX13" fmla="*/ 55634 w 365924"/>
                  <a:gd name="connsiteY13" fmla="*/ 96423 h 182749"/>
                  <a:gd name="connsiteX14" fmla="*/ 46651 w 365924"/>
                  <a:gd name="connsiteY14" fmla="*/ 103985 h 182749"/>
                  <a:gd name="connsiteX15" fmla="*/ 14630 w 365924"/>
                  <a:gd name="connsiteY15" fmla="*/ 133089 h 182749"/>
                  <a:gd name="connsiteX16" fmla="*/ 898 w 365924"/>
                  <a:gd name="connsiteY16" fmla="*/ 174070 h 182749"/>
                  <a:gd name="connsiteX17" fmla="*/ 0 w 365924"/>
                  <a:gd name="connsiteY17" fmla="*/ 182750 h 182749"/>
                  <a:gd name="connsiteX18" fmla="*/ 53131 w 365924"/>
                  <a:gd name="connsiteY18" fmla="*/ 182750 h 182749"/>
                  <a:gd name="connsiteX19" fmla="*/ 72446 w 365924"/>
                  <a:gd name="connsiteY19" fmla="*/ 166851 h 182749"/>
                  <a:gd name="connsiteX20" fmla="*/ 17582 w 365924"/>
                  <a:gd name="connsiteY20" fmla="*/ 166851 h 182749"/>
                  <a:gd name="connsiteX21" fmla="*/ 30287 w 365924"/>
                  <a:gd name="connsiteY21" fmla="*/ 138289 h 182749"/>
                  <a:gd name="connsiteX22" fmla="*/ 54158 w 365924"/>
                  <a:gd name="connsiteY22" fmla="*/ 118057 h 182749"/>
                  <a:gd name="connsiteX23" fmla="*/ 68467 w 365924"/>
                  <a:gd name="connsiteY23" fmla="*/ 105905 h 182749"/>
                  <a:gd name="connsiteX24" fmla="*/ 76104 w 365924"/>
                  <a:gd name="connsiteY24" fmla="*/ 88726 h 182749"/>
                  <a:gd name="connsiteX25" fmla="*/ 85922 w 365924"/>
                  <a:gd name="connsiteY25" fmla="*/ 67512 h 182749"/>
                  <a:gd name="connsiteX26" fmla="*/ 104530 w 365924"/>
                  <a:gd name="connsiteY26" fmla="*/ 53272 h 182749"/>
                  <a:gd name="connsiteX27" fmla="*/ 128850 w 365924"/>
                  <a:gd name="connsiteY27" fmla="*/ 49252 h 182749"/>
                  <a:gd name="connsiteX28" fmla="*/ 147459 w 365924"/>
                  <a:gd name="connsiteY28" fmla="*/ 46906 h 182749"/>
                  <a:gd name="connsiteX29" fmla="*/ 163051 w 365924"/>
                  <a:gd name="connsiteY29" fmla="*/ 36550 h 182749"/>
                  <a:gd name="connsiteX30" fmla="*/ 184676 w 365924"/>
                  <a:gd name="connsiteY30" fmla="*/ 21242 h 182749"/>
                  <a:gd name="connsiteX31" fmla="*/ 210600 w 365924"/>
                  <a:gd name="connsiteY31" fmla="*/ 15809 h 182749"/>
                  <a:gd name="connsiteX32" fmla="*/ 244738 w 365924"/>
                  <a:gd name="connsiteY32" fmla="*/ 25366 h 182749"/>
                  <a:gd name="connsiteX33" fmla="*/ 268609 w 365924"/>
                  <a:gd name="connsiteY33" fmla="*/ 51627 h 182749"/>
                  <a:gd name="connsiteX34" fmla="*/ 280608 w 365924"/>
                  <a:gd name="connsiteY34" fmla="*/ 66250 h 182749"/>
                  <a:gd name="connsiteX35" fmla="*/ 297741 w 365924"/>
                  <a:gd name="connsiteY35" fmla="*/ 74288 h 182749"/>
                  <a:gd name="connsiteX36" fmla="*/ 318853 w 365924"/>
                  <a:gd name="connsiteY36" fmla="*/ 83426 h 182749"/>
                  <a:gd name="connsiteX37" fmla="*/ 347215 w 365924"/>
                  <a:gd name="connsiteY37" fmla="*/ 120704 h 182749"/>
                  <a:gd name="connsiteX38" fmla="*/ 344135 w 365924"/>
                  <a:gd name="connsiteY38" fmla="*/ 167399 h 182749"/>
                  <a:gd name="connsiteX39" fmla="*/ 296265 w 365924"/>
                  <a:gd name="connsiteY39" fmla="*/ 167399 h 182749"/>
                  <a:gd name="connsiteX40" fmla="*/ 301014 w 365924"/>
                  <a:gd name="connsiteY40" fmla="*/ 182750 h 182749"/>
                  <a:gd name="connsiteX41" fmla="*/ 353696 w 365924"/>
                  <a:gd name="connsiteY41" fmla="*/ 182750 h 182749"/>
                  <a:gd name="connsiteX42" fmla="*/ 355942 w 365924"/>
                  <a:gd name="connsiteY42" fmla="*/ 178638 h 182749"/>
                  <a:gd name="connsiteX43" fmla="*/ 363257 w 365924"/>
                  <a:gd name="connsiteY43" fmla="*/ 118464 h 182749"/>
                  <a:gd name="connsiteX44" fmla="*/ 327323 w 365924"/>
                  <a:gd name="connsiteY44" fmla="*/ 69629 h 182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65924" h="182749">
                    <a:moveTo>
                      <a:pt x="327323" y="69629"/>
                    </a:moveTo>
                    <a:cubicBezTo>
                      <a:pt x="319238" y="64569"/>
                      <a:pt x="310318" y="60923"/>
                      <a:pt x="301014" y="58846"/>
                    </a:cubicBezTo>
                    <a:cubicBezTo>
                      <a:pt x="297099" y="57985"/>
                      <a:pt x="293442" y="56258"/>
                      <a:pt x="290298" y="53791"/>
                    </a:cubicBezTo>
                    <a:cubicBezTo>
                      <a:pt x="287089" y="51325"/>
                      <a:pt x="284523" y="48181"/>
                      <a:pt x="282726" y="44591"/>
                    </a:cubicBezTo>
                    <a:cubicBezTo>
                      <a:pt x="276116" y="31155"/>
                      <a:pt x="265849" y="19852"/>
                      <a:pt x="253080" y="11969"/>
                    </a:cubicBezTo>
                    <a:cubicBezTo>
                      <a:pt x="240310" y="4086"/>
                      <a:pt x="225616" y="-61"/>
                      <a:pt x="210600" y="1"/>
                    </a:cubicBezTo>
                    <a:cubicBezTo>
                      <a:pt x="199499" y="23"/>
                      <a:pt x="188527" y="2322"/>
                      <a:pt x="178388" y="6754"/>
                    </a:cubicBezTo>
                    <a:cubicBezTo>
                      <a:pt x="168249" y="11187"/>
                      <a:pt x="159073" y="17659"/>
                      <a:pt x="151502" y="25768"/>
                    </a:cubicBezTo>
                    <a:cubicBezTo>
                      <a:pt x="148806" y="28639"/>
                      <a:pt x="145469" y="30843"/>
                      <a:pt x="141812" y="32207"/>
                    </a:cubicBezTo>
                    <a:cubicBezTo>
                      <a:pt x="138091" y="33571"/>
                      <a:pt x="134111" y="34057"/>
                      <a:pt x="130197" y="33627"/>
                    </a:cubicBezTo>
                    <a:cubicBezTo>
                      <a:pt x="119225" y="32643"/>
                      <a:pt x="108124" y="34433"/>
                      <a:pt x="98049" y="38835"/>
                    </a:cubicBezTo>
                    <a:cubicBezTo>
                      <a:pt x="88488" y="43048"/>
                      <a:pt x="80082" y="49511"/>
                      <a:pt x="73537" y="57673"/>
                    </a:cubicBezTo>
                    <a:cubicBezTo>
                      <a:pt x="66991" y="65836"/>
                      <a:pt x="62564" y="75455"/>
                      <a:pt x="60510" y="85710"/>
                    </a:cubicBezTo>
                    <a:cubicBezTo>
                      <a:pt x="59740" y="89600"/>
                      <a:pt x="58072" y="93261"/>
                      <a:pt x="55634" y="96423"/>
                    </a:cubicBezTo>
                    <a:cubicBezTo>
                      <a:pt x="53259" y="99586"/>
                      <a:pt x="50179" y="102170"/>
                      <a:pt x="46651" y="103985"/>
                    </a:cubicBezTo>
                    <a:cubicBezTo>
                      <a:pt x="33688" y="110804"/>
                      <a:pt x="22651" y="120823"/>
                      <a:pt x="14630" y="133089"/>
                    </a:cubicBezTo>
                    <a:cubicBezTo>
                      <a:pt x="6673" y="145355"/>
                      <a:pt x="1925" y="159462"/>
                      <a:pt x="898" y="174070"/>
                    </a:cubicBezTo>
                    <a:lnTo>
                      <a:pt x="0" y="182750"/>
                    </a:lnTo>
                    <a:lnTo>
                      <a:pt x="53131" y="182750"/>
                    </a:lnTo>
                    <a:cubicBezTo>
                      <a:pt x="57623" y="175453"/>
                      <a:pt x="64425" y="169857"/>
                      <a:pt x="72446" y="166851"/>
                    </a:cubicBezTo>
                    <a:lnTo>
                      <a:pt x="17582" y="166851"/>
                    </a:lnTo>
                    <a:cubicBezTo>
                      <a:pt x="19571" y="156497"/>
                      <a:pt x="23935" y="146736"/>
                      <a:pt x="30287" y="138289"/>
                    </a:cubicBezTo>
                    <a:cubicBezTo>
                      <a:pt x="36640" y="129843"/>
                      <a:pt x="44789" y="122928"/>
                      <a:pt x="54158" y="118057"/>
                    </a:cubicBezTo>
                    <a:cubicBezTo>
                      <a:pt x="59740" y="115139"/>
                      <a:pt x="64681" y="110985"/>
                      <a:pt x="68467" y="105905"/>
                    </a:cubicBezTo>
                    <a:cubicBezTo>
                      <a:pt x="72254" y="100825"/>
                      <a:pt x="74884" y="94953"/>
                      <a:pt x="76104" y="88726"/>
                    </a:cubicBezTo>
                    <a:cubicBezTo>
                      <a:pt x="77644" y="80963"/>
                      <a:pt x="80981" y="73685"/>
                      <a:pt x="85922" y="67512"/>
                    </a:cubicBezTo>
                    <a:cubicBezTo>
                      <a:pt x="90926" y="61338"/>
                      <a:pt x="97279" y="56453"/>
                      <a:pt x="104530" y="53272"/>
                    </a:cubicBezTo>
                    <a:cubicBezTo>
                      <a:pt x="112166" y="49906"/>
                      <a:pt x="120508" y="48523"/>
                      <a:pt x="128850" y="49252"/>
                    </a:cubicBezTo>
                    <a:cubicBezTo>
                      <a:pt x="135138" y="49912"/>
                      <a:pt x="141491" y="49109"/>
                      <a:pt x="147459" y="46906"/>
                    </a:cubicBezTo>
                    <a:cubicBezTo>
                      <a:pt x="153362" y="44702"/>
                      <a:pt x="158688" y="41158"/>
                      <a:pt x="163051" y="36550"/>
                    </a:cubicBezTo>
                    <a:cubicBezTo>
                      <a:pt x="169148" y="30021"/>
                      <a:pt x="176463" y="24810"/>
                      <a:pt x="184676" y="21242"/>
                    </a:cubicBezTo>
                    <a:cubicBezTo>
                      <a:pt x="192826" y="17674"/>
                      <a:pt x="201681" y="15825"/>
                      <a:pt x="210600" y="15809"/>
                    </a:cubicBezTo>
                    <a:cubicBezTo>
                      <a:pt x="222664" y="15716"/>
                      <a:pt x="234471" y="19029"/>
                      <a:pt x="244738" y="25366"/>
                    </a:cubicBezTo>
                    <a:cubicBezTo>
                      <a:pt x="255005" y="31703"/>
                      <a:pt x="263282" y="40806"/>
                      <a:pt x="268609" y="51627"/>
                    </a:cubicBezTo>
                    <a:cubicBezTo>
                      <a:pt x="271432" y="57335"/>
                      <a:pt x="275539" y="62330"/>
                      <a:pt x="280608" y="66250"/>
                    </a:cubicBezTo>
                    <a:cubicBezTo>
                      <a:pt x="285678" y="70170"/>
                      <a:pt x="291517" y="72917"/>
                      <a:pt x="297741" y="74288"/>
                    </a:cubicBezTo>
                    <a:cubicBezTo>
                      <a:pt x="305249" y="76069"/>
                      <a:pt x="312436" y="79163"/>
                      <a:pt x="318853" y="83426"/>
                    </a:cubicBezTo>
                    <a:cubicBezTo>
                      <a:pt x="332520" y="92040"/>
                      <a:pt x="342531" y="105277"/>
                      <a:pt x="347215" y="120704"/>
                    </a:cubicBezTo>
                    <a:cubicBezTo>
                      <a:pt x="351835" y="136131"/>
                      <a:pt x="350744" y="152711"/>
                      <a:pt x="344135" y="167399"/>
                    </a:cubicBezTo>
                    <a:lnTo>
                      <a:pt x="296265" y="167399"/>
                    </a:lnTo>
                    <a:cubicBezTo>
                      <a:pt x="298255" y="172386"/>
                      <a:pt x="299859" y="177518"/>
                      <a:pt x="301014" y="182750"/>
                    </a:cubicBezTo>
                    <a:lnTo>
                      <a:pt x="353696" y="182750"/>
                    </a:lnTo>
                    <a:lnTo>
                      <a:pt x="355942" y="178638"/>
                    </a:lnTo>
                    <a:cubicBezTo>
                      <a:pt x="365952" y="160242"/>
                      <a:pt x="368519" y="138721"/>
                      <a:pt x="363257" y="118464"/>
                    </a:cubicBezTo>
                    <a:cubicBezTo>
                      <a:pt x="357931" y="98207"/>
                      <a:pt x="345034" y="80741"/>
                      <a:pt x="327323" y="69629"/>
                    </a:cubicBez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8DA40811-89C2-42A9-3C2A-7E70CED9BE4F}"/>
                  </a:ext>
                </a:extLst>
              </p:cNvPr>
              <p:cNvSpPr/>
              <p:nvPr/>
            </p:nvSpPr>
            <p:spPr>
              <a:xfrm>
                <a:off x="9505011" y="2557799"/>
                <a:ext cx="232353" cy="258688"/>
              </a:xfrm>
              <a:custGeom>
                <a:avLst/>
                <a:gdLst>
                  <a:gd name="connsiteX0" fmla="*/ 199371 w 232353"/>
                  <a:gd name="connsiteY0" fmla="*/ 206608 h 258688"/>
                  <a:gd name="connsiteX1" fmla="*/ 195264 w 232353"/>
                  <a:gd name="connsiteY1" fmla="*/ 200485 h 258688"/>
                  <a:gd name="connsiteX2" fmla="*/ 222472 w 232353"/>
                  <a:gd name="connsiteY2" fmla="*/ 169532 h 258688"/>
                  <a:gd name="connsiteX3" fmla="*/ 232354 w 232353"/>
                  <a:gd name="connsiteY3" fmla="*/ 129487 h 258688"/>
                  <a:gd name="connsiteX4" fmla="*/ 222472 w 232353"/>
                  <a:gd name="connsiteY4" fmla="*/ 89441 h 258688"/>
                  <a:gd name="connsiteX5" fmla="*/ 195264 w 232353"/>
                  <a:gd name="connsiteY5" fmla="*/ 58489 h 258688"/>
                  <a:gd name="connsiteX6" fmla="*/ 198729 w 232353"/>
                  <a:gd name="connsiteY6" fmla="*/ 52001 h 258688"/>
                  <a:gd name="connsiteX7" fmla="*/ 204762 w 232353"/>
                  <a:gd name="connsiteY7" fmla="*/ 52732 h 258688"/>
                  <a:gd name="connsiteX8" fmla="*/ 207007 w 232353"/>
                  <a:gd name="connsiteY8" fmla="*/ 52732 h 258688"/>
                  <a:gd name="connsiteX9" fmla="*/ 211692 w 232353"/>
                  <a:gd name="connsiteY9" fmla="*/ 51910 h 258688"/>
                  <a:gd name="connsiteX10" fmla="*/ 225103 w 232353"/>
                  <a:gd name="connsiteY10" fmla="*/ 43350 h 258688"/>
                  <a:gd name="connsiteX11" fmla="*/ 231199 w 232353"/>
                  <a:gd name="connsiteY11" fmla="*/ 28645 h 258688"/>
                  <a:gd name="connsiteX12" fmla="*/ 227669 w 232353"/>
                  <a:gd name="connsiteY12" fmla="*/ 13129 h 258688"/>
                  <a:gd name="connsiteX13" fmla="*/ 215927 w 232353"/>
                  <a:gd name="connsiteY13" fmla="*/ 2428 h 258688"/>
                  <a:gd name="connsiteX14" fmla="*/ 200141 w 232353"/>
                  <a:gd name="connsiteY14" fmla="*/ 424 h 258688"/>
                  <a:gd name="connsiteX15" fmla="*/ 186024 w 232353"/>
                  <a:gd name="connsiteY15" fmla="*/ 7843 h 258688"/>
                  <a:gd name="connsiteX16" fmla="*/ 178773 w 232353"/>
                  <a:gd name="connsiteY16" fmla="*/ 21995 h 258688"/>
                  <a:gd name="connsiteX17" fmla="*/ 180955 w 232353"/>
                  <a:gd name="connsiteY17" fmla="*/ 37747 h 258688"/>
                  <a:gd name="connsiteX18" fmla="*/ 185190 w 232353"/>
                  <a:gd name="connsiteY18" fmla="*/ 44143 h 258688"/>
                  <a:gd name="connsiteX19" fmla="*/ 181533 w 232353"/>
                  <a:gd name="connsiteY19" fmla="*/ 50813 h 258688"/>
                  <a:gd name="connsiteX20" fmla="*/ 145598 w 232353"/>
                  <a:gd name="connsiteY20" fmla="*/ 42955 h 258688"/>
                  <a:gd name="connsiteX21" fmla="*/ 90670 w 232353"/>
                  <a:gd name="connsiteY21" fmla="*/ 62580 h 258688"/>
                  <a:gd name="connsiteX22" fmla="*/ 60510 w 232353"/>
                  <a:gd name="connsiteY22" fmla="*/ 112491 h 258688"/>
                  <a:gd name="connsiteX23" fmla="*/ 59163 w 232353"/>
                  <a:gd name="connsiteY23" fmla="*/ 121629 h 258688"/>
                  <a:gd name="connsiteX24" fmla="*/ 51656 w 232353"/>
                  <a:gd name="connsiteY24" fmla="*/ 121629 h 258688"/>
                  <a:gd name="connsiteX25" fmla="*/ 40490 w 232353"/>
                  <a:gd name="connsiteY25" fmla="*/ 107070 h 258688"/>
                  <a:gd name="connsiteX26" fmla="*/ 22459 w 232353"/>
                  <a:gd name="connsiteY26" fmla="*/ 103331 h 258688"/>
                  <a:gd name="connsiteX27" fmla="*/ 6353 w 232353"/>
                  <a:gd name="connsiteY27" fmla="*/ 112222 h 258688"/>
                  <a:gd name="connsiteX28" fmla="*/ 0 w 232353"/>
                  <a:gd name="connsiteY28" fmla="*/ 129441 h 258688"/>
                  <a:gd name="connsiteX29" fmla="*/ 6353 w 232353"/>
                  <a:gd name="connsiteY29" fmla="*/ 146660 h 258688"/>
                  <a:gd name="connsiteX30" fmla="*/ 22459 w 232353"/>
                  <a:gd name="connsiteY30" fmla="*/ 155551 h 258688"/>
                  <a:gd name="connsiteX31" fmla="*/ 40490 w 232353"/>
                  <a:gd name="connsiteY31" fmla="*/ 151813 h 258688"/>
                  <a:gd name="connsiteX32" fmla="*/ 51656 w 232353"/>
                  <a:gd name="connsiteY32" fmla="*/ 137254 h 258688"/>
                  <a:gd name="connsiteX33" fmla="*/ 58970 w 232353"/>
                  <a:gd name="connsiteY33" fmla="*/ 137254 h 258688"/>
                  <a:gd name="connsiteX34" fmla="*/ 60383 w 232353"/>
                  <a:gd name="connsiteY34" fmla="*/ 146391 h 258688"/>
                  <a:gd name="connsiteX35" fmla="*/ 76296 w 232353"/>
                  <a:gd name="connsiteY35" fmla="*/ 181728 h 258688"/>
                  <a:gd name="connsiteX36" fmla="*/ 106071 w 232353"/>
                  <a:gd name="connsiteY36" fmla="*/ 206563 h 258688"/>
                  <a:gd name="connsiteX37" fmla="*/ 143737 w 232353"/>
                  <a:gd name="connsiteY37" fmla="*/ 215906 h 258688"/>
                  <a:gd name="connsiteX38" fmla="*/ 181725 w 232353"/>
                  <a:gd name="connsiteY38" fmla="*/ 207885 h 258688"/>
                  <a:gd name="connsiteX39" fmla="*/ 185639 w 232353"/>
                  <a:gd name="connsiteY39" fmla="*/ 214097 h 258688"/>
                  <a:gd name="connsiteX40" fmla="*/ 180763 w 232353"/>
                  <a:gd name="connsiteY40" fmla="*/ 221136 h 258688"/>
                  <a:gd name="connsiteX41" fmla="*/ 178260 w 232353"/>
                  <a:gd name="connsiteY41" fmla="*/ 234028 h 258688"/>
                  <a:gd name="connsiteX42" fmla="*/ 182303 w 232353"/>
                  <a:gd name="connsiteY42" fmla="*/ 246528 h 258688"/>
                  <a:gd name="connsiteX43" fmla="*/ 191928 w 232353"/>
                  <a:gd name="connsiteY43" fmla="*/ 255498 h 258688"/>
                  <a:gd name="connsiteX44" fmla="*/ 204633 w 232353"/>
                  <a:gd name="connsiteY44" fmla="*/ 258687 h 258688"/>
                  <a:gd name="connsiteX45" fmla="*/ 222023 w 232353"/>
                  <a:gd name="connsiteY45" fmla="*/ 252162 h 258688"/>
                  <a:gd name="connsiteX46" fmla="*/ 230749 w 232353"/>
                  <a:gd name="connsiteY46" fmla="*/ 235831 h 258688"/>
                  <a:gd name="connsiteX47" fmla="*/ 226578 w 232353"/>
                  <a:gd name="connsiteY47" fmla="*/ 217793 h 258688"/>
                  <a:gd name="connsiteX48" fmla="*/ 211499 w 232353"/>
                  <a:gd name="connsiteY48" fmla="*/ 206974 h 258688"/>
                  <a:gd name="connsiteX49" fmla="*/ 206879 w 232353"/>
                  <a:gd name="connsiteY49" fmla="*/ 206153 h 258688"/>
                  <a:gd name="connsiteX50" fmla="*/ 199371 w 232353"/>
                  <a:gd name="connsiteY50" fmla="*/ 206608 h 258688"/>
                  <a:gd name="connsiteX51" fmla="*/ 195264 w 232353"/>
                  <a:gd name="connsiteY51" fmla="*/ 20660 h 258688"/>
                  <a:gd name="connsiteX52" fmla="*/ 199115 w 232353"/>
                  <a:gd name="connsiteY52" fmla="*/ 16751 h 258688"/>
                  <a:gd name="connsiteX53" fmla="*/ 204376 w 232353"/>
                  <a:gd name="connsiteY53" fmla="*/ 15268 h 258688"/>
                  <a:gd name="connsiteX54" fmla="*/ 209574 w 232353"/>
                  <a:gd name="connsiteY54" fmla="*/ 16731 h 258688"/>
                  <a:gd name="connsiteX55" fmla="*/ 213745 w 232353"/>
                  <a:gd name="connsiteY55" fmla="*/ 23094 h 258688"/>
                  <a:gd name="connsiteX56" fmla="*/ 212590 w 232353"/>
                  <a:gd name="connsiteY56" fmla="*/ 30594 h 258688"/>
                  <a:gd name="connsiteX57" fmla="*/ 206686 w 232353"/>
                  <a:gd name="connsiteY57" fmla="*/ 35384 h 258688"/>
                  <a:gd name="connsiteX58" fmla="*/ 199051 w 232353"/>
                  <a:gd name="connsiteY58" fmla="*/ 35005 h 258688"/>
                  <a:gd name="connsiteX59" fmla="*/ 194302 w 232353"/>
                  <a:gd name="connsiteY59" fmla="*/ 28599 h 258688"/>
                  <a:gd name="connsiteX60" fmla="*/ 195264 w 232353"/>
                  <a:gd name="connsiteY60" fmla="*/ 20660 h 258688"/>
                  <a:gd name="connsiteX61" fmla="*/ 216440 w 232353"/>
                  <a:gd name="connsiteY61" fmla="*/ 129121 h 258688"/>
                  <a:gd name="connsiteX62" fmla="*/ 204505 w 232353"/>
                  <a:gd name="connsiteY62" fmla="*/ 168641 h 258688"/>
                  <a:gd name="connsiteX63" fmla="*/ 172613 w 232353"/>
                  <a:gd name="connsiteY63" fmla="*/ 194864 h 258688"/>
                  <a:gd name="connsiteX64" fmla="*/ 131481 w 232353"/>
                  <a:gd name="connsiteY64" fmla="*/ 198947 h 258688"/>
                  <a:gd name="connsiteX65" fmla="*/ 95033 w 232353"/>
                  <a:gd name="connsiteY65" fmla="*/ 179513 h 258688"/>
                  <a:gd name="connsiteX66" fmla="*/ 75526 w 232353"/>
                  <a:gd name="connsiteY66" fmla="*/ 143115 h 258688"/>
                  <a:gd name="connsiteX67" fmla="*/ 79569 w 232353"/>
                  <a:gd name="connsiteY67" fmla="*/ 102029 h 258688"/>
                  <a:gd name="connsiteX68" fmla="*/ 105749 w 232353"/>
                  <a:gd name="connsiteY68" fmla="*/ 70111 h 258688"/>
                  <a:gd name="connsiteX69" fmla="*/ 145277 w 232353"/>
                  <a:gd name="connsiteY69" fmla="*/ 58123 h 258688"/>
                  <a:gd name="connsiteX70" fmla="*/ 195585 w 232353"/>
                  <a:gd name="connsiteY70" fmla="*/ 78939 h 258688"/>
                  <a:gd name="connsiteX71" fmla="*/ 216440 w 232353"/>
                  <a:gd name="connsiteY71" fmla="*/ 129121 h 258688"/>
                  <a:gd name="connsiteX72" fmla="*/ 26245 w 232353"/>
                  <a:gd name="connsiteY72" fmla="*/ 139812 h 258688"/>
                  <a:gd name="connsiteX73" fmla="*/ 20277 w 232353"/>
                  <a:gd name="connsiteY73" fmla="*/ 138010 h 258688"/>
                  <a:gd name="connsiteX74" fmla="*/ 16363 w 232353"/>
                  <a:gd name="connsiteY74" fmla="*/ 133212 h 258688"/>
                  <a:gd name="connsiteX75" fmla="*/ 15721 w 232353"/>
                  <a:gd name="connsiteY75" fmla="*/ 127036 h 258688"/>
                  <a:gd name="connsiteX76" fmla="*/ 18673 w 232353"/>
                  <a:gd name="connsiteY76" fmla="*/ 121561 h 258688"/>
                  <a:gd name="connsiteX77" fmla="*/ 24127 w 232353"/>
                  <a:gd name="connsiteY77" fmla="*/ 118636 h 258688"/>
                  <a:gd name="connsiteX78" fmla="*/ 30352 w 232353"/>
                  <a:gd name="connsiteY78" fmla="*/ 119244 h 258688"/>
                  <a:gd name="connsiteX79" fmla="*/ 35164 w 232353"/>
                  <a:gd name="connsiteY79" fmla="*/ 123182 h 258688"/>
                  <a:gd name="connsiteX80" fmla="*/ 36961 w 232353"/>
                  <a:gd name="connsiteY80" fmla="*/ 129121 h 258688"/>
                  <a:gd name="connsiteX81" fmla="*/ 36127 w 232353"/>
                  <a:gd name="connsiteY81" fmla="*/ 133227 h 258688"/>
                  <a:gd name="connsiteX82" fmla="*/ 33817 w 232353"/>
                  <a:gd name="connsiteY82" fmla="*/ 136708 h 258688"/>
                  <a:gd name="connsiteX83" fmla="*/ 30352 w 232353"/>
                  <a:gd name="connsiteY83" fmla="*/ 139023 h 258688"/>
                  <a:gd name="connsiteX84" fmla="*/ 26245 w 232353"/>
                  <a:gd name="connsiteY84" fmla="*/ 139812 h 258688"/>
                  <a:gd name="connsiteX85" fmla="*/ 213681 w 232353"/>
                  <a:gd name="connsiteY85" fmla="*/ 227078 h 258688"/>
                  <a:gd name="connsiteX86" fmla="*/ 214258 w 232353"/>
                  <a:gd name="connsiteY86" fmla="*/ 234759 h 258688"/>
                  <a:gd name="connsiteX87" fmla="*/ 209446 w 232353"/>
                  <a:gd name="connsiteY87" fmla="*/ 240784 h 258688"/>
                  <a:gd name="connsiteX88" fmla="*/ 201809 w 232353"/>
                  <a:gd name="connsiteY88" fmla="*/ 241965 h 258688"/>
                  <a:gd name="connsiteX89" fmla="*/ 195393 w 232353"/>
                  <a:gd name="connsiteY89" fmla="*/ 237672 h 258688"/>
                  <a:gd name="connsiteX90" fmla="*/ 193981 w 232353"/>
                  <a:gd name="connsiteY90" fmla="*/ 232385 h 258688"/>
                  <a:gd name="connsiteX91" fmla="*/ 195393 w 232353"/>
                  <a:gd name="connsiteY91" fmla="*/ 227091 h 258688"/>
                  <a:gd name="connsiteX92" fmla="*/ 199307 w 232353"/>
                  <a:gd name="connsiteY92" fmla="*/ 223209 h 258688"/>
                  <a:gd name="connsiteX93" fmla="*/ 204569 w 232353"/>
                  <a:gd name="connsiteY93" fmla="*/ 221778 h 258688"/>
                  <a:gd name="connsiteX94" fmla="*/ 209830 w 232353"/>
                  <a:gd name="connsiteY94" fmla="*/ 223196 h 258688"/>
                  <a:gd name="connsiteX95" fmla="*/ 213681 w 232353"/>
                  <a:gd name="connsiteY95" fmla="*/ 227078 h 258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232353" h="258688">
                    <a:moveTo>
                      <a:pt x="199371" y="206608"/>
                    </a:moveTo>
                    <a:lnTo>
                      <a:pt x="195264" y="200485"/>
                    </a:lnTo>
                    <a:cubicBezTo>
                      <a:pt x="206686" y="192513"/>
                      <a:pt x="216055" y="181894"/>
                      <a:pt x="222472" y="169532"/>
                    </a:cubicBezTo>
                    <a:cubicBezTo>
                      <a:pt x="228952" y="157170"/>
                      <a:pt x="232354" y="143432"/>
                      <a:pt x="232354" y="129487"/>
                    </a:cubicBezTo>
                    <a:cubicBezTo>
                      <a:pt x="232354" y="115542"/>
                      <a:pt x="228952" y="101803"/>
                      <a:pt x="222472" y="89441"/>
                    </a:cubicBezTo>
                    <a:cubicBezTo>
                      <a:pt x="216055" y="77080"/>
                      <a:pt x="206686" y="66461"/>
                      <a:pt x="195264" y="58489"/>
                    </a:cubicBezTo>
                    <a:lnTo>
                      <a:pt x="198729" y="52001"/>
                    </a:lnTo>
                    <a:cubicBezTo>
                      <a:pt x="200719" y="52467"/>
                      <a:pt x="202708" y="52713"/>
                      <a:pt x="204762" y="52732"/>
                    </a:cubicBezTo>
                    <a:lnTo>
                      <a:pt x="207007" y="52732"/>
                    </a:lnTo>
                    <a:cubicBezTo>
                      <a:pt x="208612" y="52547"/>
                      <a:pt x="210152" y="52272"/>
                      <a:pt x="211692" y="51910"/>
                    </a:cubicBezTo>
                    <a:cubicBezTo>
                      <a:pt x="216953" y="50501"/>
                      <a:pt x="221638" y="47512"/>
                      <a:pt x="225103" y="43350"/>
                    </a:cubicBezTo>
                    <a:cubicBezTo>
                      <a:pt x="228568" y="39187"/>
                      <a:pt x="230685" y="34052"/>
                      <a:pt x="231199" y="28645"/>
                    </a:cubicBezTo>
                    <a:cubicBezTo>
                      <a:pt x="231648" y="23238"/>
                      <a:pt x="230429" y="17820"/>
                      <a:pt x="227669" y="13129"/>
                    </a:cubicBezTo>
                    <a:cubicBezTo>
                      <a:pt x="224974" y="8438"/>
                      <a:pt x="220868" y="4702"/>
                      <a:pt x="215927" y="2428"/>
                    </a:cubicBezTo>
                    <a:cubicBezTo>
                      <a:pt x="210986" y="155"/>
                      <a:pt x="205467" y="-545"/>
                      <a:pt x="200141" y="424"/>
                    </a:cubicBezTo>
                    <a:cubicBezTo>
                      <a:pt x="194751" y="1393"/>
                      <a:pt x="189874" y="3984"/>
                      <a:pt x="186024" y="7843"/>
                    </a:cubicBezTo>
                    <a:cubicBezTo>
                      <a:pt x="182238" y="11703"/>
                      <a:pt x="179672" y="16644"/>
                      <a:pt x="178773" y="21995"/>
                    </a:cubicBezTo>
                    <a:cubicBezTo>
                      <a:pt x="177875" y="27345"/>
                      <a:pt x="178645" y="32845"/>
                      <a:pt x="180955" y="37747"/>
                    </a:cubicBezTo>
                    <a:cubicBezTo>
                      <a:pt x="182110" y="40051"/>
                      <a:pt x="183522" y="42200"/>
                      <a:pt x="185190" y="44143"/>
                    </a:cubicBezTo>
                    <a:lnTo>
                      <a:pt x="181533" y="50813"/>
                    </a:lnTo>
                    <a:cubicBezTo>
                      <a:pt x="170239" y="45636"/>
                      <a:pt x="157983" y="42955"/>
                      <a:pt x="145598" y="42955"/>
                    </a:cubicBezTo>
                    <a:cubicBezTo>
                      <a:pt x="125577" y="42976"/>
                      <a:pt x="106135" y="49909"/>
                      <a:pt x="90670" y="62580"/>
                    </a:cubicBezTo>
                    <a:cubicBezTo>
                      <a:pt x="75141" y="75251"/>
                      <a:pt x="64490" y="92883"/>
                      <a:pt x="60510" y="112491"/>
                    </a:cubicBezTo>
                    <a:cubicBezTo>
                      <a:pt x="59869" y="115507"/>
                      <a:pt x="59420" y="118558"/>
                      <a:pt x="59163" y="121629"/>
                    </a:cubicBezTo>
                    <a:lnTo>
                      <a:pt x="51656" y="121629"/>
                    </a:lnTo>
                    <a:cubicBezTo>
                      <a:pt x="49795" y="115592"/>
                      <a:pt x="45816" y="110427"/>
                      <a:pt x="40490" y="107070"/>
                    </a:cubicBezTo>
                    <a:cubicBezTo>
                      <a:pt x="35100" y="103712"/>
                      <a:pt x="28747" y="102386"/>
                      <a:pt x="22459" y="103331"/>
                    </a:cubicBezTo>
                    <a:cubicBezTo>
                      <a:pt x="16235" y="104276"/>
                      <a:pt x="10524" y="107431"/>
                      <a:pt x="6353" y="112222"/>
                    </a:cubicBezTo>
                    <a:cubicBezTo>
                      <a:pt x="2246" y="117013"/>
                      <a:pt x="0" y="123122"/>
                      <a:pt x="0" y="129441"/>
                    </a:cubicBezTo>
                    <a:cubicBezTo>
                      <a:pt x="0" y="135760"/>
                      <a:pt x="2246" y="141869"/>
                      <a:pt x="6353" y="146660"/>
                    </a:cubicBezTo>
                    <a:cubicBezTo>
                      <a:pt x="10524" y="151451"/>
                      <a:pt x="16235" y="154606"/>
                      <a:pt x="22459" y="155551"/>
                    </a:cubicBezTo>
                    <a:cubicBezTo>
                      <a:pt x="28747" y="156497"/>
                      <a:pt x="35100" y="155170"/>
                      <a:pt x="40490" y="151813"/>
                    </a:cubicBezTo>
                    <a:cubicBezTo>
                      <a:pt x="45816" y="148456"/>
                      <a:pt x="49795" y="143290"/>
                      <a:pt x="51656" y="137254"/>
                    </a:cubicBezTo>
                    <a:lnTo>
                      <a:pt x="58970" y="137254"/>
                    </a:lnTo>
                    <a:cubicBezTo>
                      <a:pt x="59227" y="140324"/>
                      <a:pt x="59740" y="143375"/>
                      <a:pt x="60383" y="146391"/>
                    </a:cubicBezTo>
                    <a:cubicBezTo>
                      <a:pt x="62949" y="159224"/>
                      <a:pt x="68404" y="171306"/>
                      <a:pt x="76296" y="181728"/>
                    </a:cubicBezTo>
                    <a:cubicBezTo>
                      <a:pt x="84253" y="192151"/>
                      <a:pt x="94392" y="200641"/>
                      <a:pt x="106071" y="206563"/>
                    </a:cubicBezTo>
                    <a:cubicBezTo>
                      <a:pt x="117749" y="212480"/>
                      <a:pt x="130647" y="215675"/>
                      <a:pt x="143737" y="215906"/>
                    </a:cubicBezTo>
                    <a:cubicBezTo>
                      <a:pt x="156827" y="216137"/>
                      <a:pt x="169789" y="213391"/>
                      <a:pt x="181725" y="207885"/>
                    </a:cubicBezTo>
                    <a:lnTo>
                      <a:pt x="185639" y="214097"/>
                    </a:lnTo>
                    <a:cubicBezTo>
                      <a:pt x="183650" y="216163"/>
                      <a:pt x="181982" y="218544"/>
                      <a:pt x="180763" y="221136"/>
                    </a:cubicBezTo>
                    <a:cubicBezTo>
                      <a:pt x="178837" y="225147"/>
                      <a:pt x="178003" y="229587"/>
                      <a:pt x="178260" y="234028"/>
                    </a:cubicBezTo>
                    <a:cubicBezTo>
                      <a:pt x="178516" y="238468"/>
                      <a:pt x="179929" y="242767"/>
                      <a:pt x="182303" y="246528"/>
                    </a:cubicBezTo>
                    <a:cubicBezTo>
                      <a:pt x="184677" y="250281"/>
                      <a:pt x="188014" y="253368"/>
                      <a:pt x="191928" y="255498"/>
                    </a:cubicBezTo>
                    <a:cubicBezTo>
                      <a:pt x="195842" y="257622"/>
                      <a:pt x="200205" y="258726"/>
                      <a:pt x="204633" y="258687"/>
                    </a:cubicBezTo>
                    <a:cubicBezTo>
                      <a:pt x="211050" y="258687"/>
                      <a:pt x="217210" y="256365"/>
                      <a:pt x="222023" y="252162"/>
                    </a:cubicBezTo>
                    <a:cubicBezTo>
                      <a:pt x="226771" y="247958"/>
                      <a:pt x="229915" y="242151"/>
                      <a:pt x="230749" y="235831"/>
                    </a:cubicBezTo>
                    <a:cubicBezTo>
                      <a:pt x="231584" y="229510"/>
                      <a:pt x="230108" y="223100"/>
                      <a:pt x="226578" y="217793"/>
                    </a:cubicBezTo>
                    <a:cubicBezTo>
                      <a:pt x="223050" y="212480"/>
                      <a:pt x="217660" y="208636"/>
                      <a:pt x="211499" y="206974"/>
                    </a:cubicBezTo>
                    <a:cubicBezTo>
                      <a:pt x="209959" y="206563"/>
                      <a:pt x="208419" y="206287"/>
                      <a:pt x="206879" y="206153"/>
                    </a:cubicBezTo>
                    <a:cubicBezTo>
                      <a:pt x="204312" y="205928"/>
                      <a:pt x="201809" y="206082"/>
                      <a:pt x="199371" y="206608"/>
                    </a:cubicBezTo>
                    <a:close/>
                    <a:moveTo>
                      <a:pt x="195264" y="20660"/>
                    </a:moveTo>
                    <a:cubicBezTo>
                      <a:pt x="196163" y="19043"/>
                      <a:pt x="197511" y="17696"/>
                      <a:pt x="199115" y="16751"/>
                    </a:cubicBezTo>
                    <a:cubicBezTo>
                      <a:pt x="200719" y="15805"/>
                      <a:pt x="202515" y="15294"/>
                      <a:pt x="204376" y="15268"/>
                    </a:cubicBezTo>
                    <a:cubicBezTo>
                      <a:pt x="206237" y="15271"/>
                      <a:pt x="208034" y="15777"/>
                      <a:pt x="209574" y="16731"/>
                    </a:cubicBezTo>
                    <a:cubicBezTo>
                      <a:pt x="211692" y="18268"/>
                      <a:pt x="213167" y="20534"/>
                      <a:pt x="213745" y="23094"/>
                    </a:cubicBezTo>
                    <a:cubicBezTo>
                      <a:pt x="214258" y="25653"/>
                      <a:pt x="213873" y="28325"/>
                      <a:pt x="212590" y="30594"/>
                    </a:cubicBezTo>
                    <a:cubicBezTo>
                      <a:pt x="211243" y="32863"/>
                      <a:pt x="209189" y="34570"/>
                      <a:pt x="206686" y="35384"/>
                    </a:cubicBezTo>
                    <a:cubicBezTo>
                      <a:pt x="204184" y="36198"/>
                      <a:pt x="201489" y="36063"/>
                      <a:pt x="199051" y="35005"/>
                    </a:cubicBezTo>
                    <a:cubicBezTo>
                      <a:pt x="196741" y="33562"/>
                      <a:pt x="195008" y="31268"/>
                      <a:pt x="194302" y="28599"/>
                    </a:cubicBezTo>
                    <a:cubicBezTo>
                      <a:pt x="193596" y="25929"/>
                      <a:pt x="193917" y="23087"/>
                      <a:pt x="195264" y="20660"/>
                    </a:cubicBezTo>
                    <a:close/>
                    <a:moveTo>
                      <a:pt x="216440" y="129121"/>
                    </a:moveTo>
                    <a:cubicBezTo>
                      <a:pt x="216440" y="143186"/>
                      <a:pt x="212333" y="156939"/>
                      <a:pt x="204505" y="168641"/>
                    </a:cubicBezTo>
                    <a:cubicBezTo>
                      <a:pt x="196676" y="180344"/>
                      <a:pt x="185575" y="189470"/>
                      <a:pt x="172613" y="194864"/>
                    </a:cubicBezTo>
                    <a:cubicBezTo>
                      <a:pt x="159587" y="200259"/>
                      <a:pt x="145277" y="201680"/>
                      <a:pt x="131481" y="198947"/>
                    </a:cubicBezTo>
                    <a:cubicBezTo>
                      <a:pt x="117685" y="196214"/>
                      <a:pt x="104979" y="189451"/>
                      <a:pt x="95033" y="179513"/>
                    </a:cubicBezTo>
                    <a:cubicBezTo>
                      <a:pt x="85087" y="169574"/>
                      <a:pt x="78285" y="156908"/>
                      <a:pt x="75526" y="143115"/>
                    </a:cubicBezTo>
                    <a:cubicBezTo>
                      <a:pt x="72767" y="129323"/>
                      <a:pt x="74178" y="115025"/>
                      <a:pt x="79569" y="102029"/>
                    </a:cubicBezTo>
                    <a:cubicBezTo>
                      <a:pt x="84959" y="89034"/>
                      <a:pt x="94071" y="77926"/>
                      <a:pt x="105749" y="70111"/>
                    </a:cubicBezTo>
                    <a:cubicBezTo>
                      <a:pt x="117492" y="62295"/>
                      <a:pt x="131224" y="58123"/>
                      <a:pt x="145277" y="58123"/>
                    </a:cubicBezTo>
                    <a:cubicBezTo>
                      <a:pt x="164143" y="58148"/>
                      <a:pt x="182238" y="65632"/>
                      <a:pt x="195585" y="78939"/>
                    </a:cubicBezTo>
                    <a:cubicBezTo>
                      <a:pt x="208869" y="92246"/>
                      <a:pt x="216376" y="110290"/>
                      <a:pt x="216440" y="129121"/>
                    </a:cubicBezTo>
                    <a:close/>
                    <a:moveTo>
                      <a:pt x="26245" y="139812"/>
                    </a:moveTo>
                    <a:cubicBezTo>
                      <a:pt x="24127" y="139812"/>
                      <a:pt x="22074" y="139185"/>
                      <a:pt x="20277" y="138010"/>
                    </a:cubicBezTo>
                    <a:cubicBezTo>
                      <a:pt x="18545" y="136835"/>
                      <a:pt x="17197" y="135166"/>
                      <a:pt x="16363" y="133212"/>
                    </a:cubicBezTo>
                    <a:cubicBezTo>
                      <a:pt x="15529" y="131259"/>
                      <a:pt x="15336" y="129110"/>
                      <a:pt x="15721" y="127036"/>
                    </a:cubicBezTo>
                    <a:cubicBezTo>
                      <a:pt x="16171" y="124962"/>
                      <a:pt x="17197" y="123057"/>
                      <a:pt x="18673" y="121561"/>
                    </a:cubicBezTo>
                    <a:cubicBezTo>
                      <a:pt x="20149" y="120066"/>
                      <a:pt x="22074" y="119049"/>
                      <a:pt x="24127" y="118636"/>
                    </a:cubicBezTo>
                    <a:cubicBezTo>
                      <a:pt x="26245" y="118223"/>
                      <a:pt x="28363" y="118435"/>
                      <a:pt x="30352" y="119244"/>
                    </a:cubicBezTo>
                    <a:cubicBezTo>
                      <a:pt x="32277" y="120053"/>
                      <a:pt x="33945" y="121423"/>
                      <a:pt x="35164" y="123182"/>
                    </a:cubicBezTo>
                    <a:cubicBezTo>
                      <a:pt x="36320" y="124940"/>
                      <a:pt x="36961" y="127007"/>
                      <a:pt x="36961" y="129121"/>
                    </a:cubicBezTo>
                    <a:cubicBezTo>
                      <a:pt x="36961" y="130528"/>
                      <a:pt x="36704" y="131925"/>
                      <a:pt x="36127" y="133227"/>
                    </a:cubicBezTo>
                    <a:cubicBezTo>
                      <a:pt x="35614" y="134529"/>
                      <a:pt x="34843" y="135713"/>
                      <a:pt x="33817" y="136708"/>
                    </a:cubicBezTo>
                    <a:cubicBezTo>
                      <a:pt x="32854" y="137703"/>
                      <a:pt x="31635" y="138490"/>
                      <a:pt x="30352" y="139023"/>
                    </a:cubicBezTo>
                    <a:cubicBezTo>
                      <a:pt x="29068" y="139556"/>
                      <a:pt x="27656" y="139824"/>
                      <a:pt x="26245" y="139812"/>
                    </a:cubicBezTo>
                    <a:close/>
                    <a:moveTo>
                      <a:pt x="213681" y="227078"/>
                    </a:moveTo>
                    <a:cubicBezTo>
                      <a:pt x="214836" y="229478"/>
                      <a:pt x="215028" y="232224"/>
                      <a:pt x="214258" y="234759"/>
                    </a:cubicBezTo>
                    <a:cubicBezTo>
                      <a:pt x="213488" y="237300"/>
                      <a:pt x="211756" y="239450"/>
                      <a:pt x="209446" y="240784"/>
                    </a:cubicBezTo>
                    <a:cubicBezTo>
                      <a:pt x="207136" y="242119"/>
                      <a:pt x="204441" y="242543"/>
                      <a:pt x="201809" y="241965"/>
                    </a:cubicBezTo>
                    <a:cubicBezTo>
                      <a:pt x="199243" y="241388"/>
                      <a:pt x="196933" y="239854"/>
                      <a:pt x="195393" y="237672"/>
                    </a:cubicBezTo>
                    <a:cubicBezTo>
                      <a:pt x="194494" y="236068"/>
                      <a:pt x="193981" y="234239"/>
                      <a:pt x="193981" y="232385"/>
                    </a:cubicBezTo>
                    <a:cubicBezTo>
                      <a:pt x="193981" y="230530"/>
                      <a:pt x="194494" y="228702"/>
                      <a:pt x="195393" y="227091"/>
                    </a:cubicBezTo>
                    <a:cubicBezTo>
                      <a:pt x="196355" y="225480"/>
                      <a:pt x="197639" y="224146"/>
                      <a:pt x="199307" y="223209"/>
                    </a:cubicBezTo>
                    <a:cubicBezTo>
                      <a:pt x="200911" y="222278"/>
                      <a:pt x="202708" y="221784"/>
                      <a:pt x="204569" y="221778"/>
                    </a:cubicBezTo>
                    <a:cubicBezTo>
                      <a:pt x="206430" y="221771"/>
                      <a:pt x="208226" y="222265"/>
                      <a:pt x="209830" y="223196"/>
                    </a:cubicBezTo>
                    <a:cubicBezTo>
                      <a:pt x="211435" y="224126"/>
                      <a:pt x="212783" y="225461"/>
                      <a:pt x="213681" y="227078"/>
                    </a:cubicBez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489F62C6-DD5D-1995-71BA-D7D99AE108F0}"/>
                  </a:ext>
                </a:extLst>
              </p:cNvPr>
              <p:cNvSpPr/>
              <p:nvPr/>
            </p:nvSpPr>
            <p:spPr>
              <a:xfrm>
                <a:off x="9594270" y="2632279"/>
                <a:ext cx="76552" cy="58205"/>
              </a:xfrm>
              <a:custGeom>
                <a:avLst/>
                <a:gdLst>
                  <a:gd name="connsiteX0" fmla="*/ 46907 w 76552"/>
                  <a:gd name="connsiteY0" fmla="*/ 36459 h 58205"/>
                  <a:gd name="connsiteX1" fmla="*/ 36319 w 76552"/>
                  <a:gd name="connsiteY1" fmla="*/ 47058 h 58205"/>
                  <a:gd name="connsiteX2" fmla="*/ 47356 w 76552"/>
                  <a:gd name="connsiteY2" fmla="*/ 58206 h 58205"/>
                  <a:gd name="connsiteX3" fmla="*/ 76552 w 76552"/>
                  <a:gd name="connsiteY3" fmla="*/ 29148 h 58205"/>
                  <a:gd name="connsiteX4" fmla="*/ 47356 w 76552"/>
                  <a:gd name="connsiteY4" fmla="*/ 0 h 58205"/>
                  <a:gd name="connsiteX5" fmla="*/ 36319 w 76552"/>
                  <a:gd name="connsiteY5" fmla="*/ 11148 h 58205"/>
                  <a:gd name="connsiteX6" fmla="*/ 45431 w 76552"/>
                  <a:gd name="connsiteY6" fmla="*/ 20742 h 58205"/>
                  <a:gd name="connsiteX7" fmla="*/ 7957 w 76552"/>
                  <a:gd name="connsiteY7" fmla="*/ 20742 h 58205"/>
                  <a:gd name="connsiteX8" fmla="*/ 0 w 76552"/>
                  <a:gd name="connsiteY8" fmla="*/ 36459 h 58205"/>
                  <a:gd name="connsiteX9" fmla="*/ 46907 w 76552"/>
                  <a:gd name="connsiteY9" fmla="*/ 36459 h 58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552" h="58205">
                    <a:moveTo>
                      <a:pt x="46907" y="36459"/>
                    </a:moveTo>
                    <a:lnTo>
                      <a:pt x="36319" y="47058"/>
                    </a:lnTo>
                    <a:lnTo>
                      <a:pt x="47356" y="58206"/>
                    </a:lnTo>
                    <a:lnTo>
                      <a:pt x="76552" y="29148"/>
                    </a:lnTo>
                    <a:lnTo>
                      <a:pt x="47356" y="0"/>
                    </a:lnTo>
                    <a:lnTo>
                      <a:pt x="36319" y="11148"/>
                    </a:lnTo>
                    <a:lnTo>
                      <a:pt x="45431" y="20742"/>
                    </a:lnTo>
                    <a:lnTo>
                      <a:pt x="7957" y="20742"/>
                    </a:lnTo>
                    <a:cubicBezTo>
                      <a:pt x="4556" y="25566"/>
                      <a:pt x="1860" y="30860"/>
                      <a:pt x="0" y="36459"/>
                    </a:cubicBezTo>
                    <a:lnTo>
                      <a:pt x="46907" y="36459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90C9A0E9-30CA-36B6-4232-066FABD44630}"/>
                  </a:ext>
                </a:extLst>
              </p:cNvPr>
              <p:cNvSpPr/>
              <p:nvPr/>
            </p:nvSpPr>
            <p:spPr>
              <a:xfrm>
                <a:off x="9629626" y="2686005"/>
                <a:ext cx="76103" cy="58205"/>
              </a:xfrm>
              <a:custGeom>
                <a:avLst/>
                <a:gdLst>
                  <a:gd name="connsiteX0" fmla="*/ 29389 w 76103"/>
                  <a:gd name="connsiteY0" fmla="*/ 21930 h 58205"/>
                  <a:gd name="connsiteX1" fmla="*/ 40169 w 76103"/>
                  <a:gd name="connsiteY1" fmla="*/ 11148 h 58205"/>
                  <a:gd name="connsiteX2" fmla="*/ 29132 w 76103"/>
                  <a:gd name="connsiteY2" fmla="*/ 0 h 58205"/>
                  <a:gd name="connsiteX3" fmla="*/ 0 w 76103"/>
                  <a:gd name="connsiteY3" fmla="*/ 29057 h 58205"/>
                  <a:gd name="connsiteX4" fmla="*/ 29132 w 76103"/>
                  <a:gd name="connsiteY4" fmla="*/ 58206 h 58205"/>
                  <a:gd name="connsiteX5" fmla="*/ 40169 w 76103"/>
                  <a:gd name="connsiteY5" fmla="*/ 47058 h 58205"/>
                  <a:gd name="connsiteX6" fmla="*/ 31057 w 76103"/>
                  <a:gd name="connsiteY6" fmla="*/ 37920 h 58205"/>
                  <a:gd name="connsiteX7" fmla="*/ 66991 w 76103"/>
                  <a:gd name="connsiteY7" fmla="*/ 37920 h 58205"/>
                  <a:gd name="connsiteX8" fmla="*/ 76104 w 76103"/>
                  <a:gd name="connsiteY8" fmla="*/ 22204 h 58205"/>
                  <a:gd name="connsiteX9" fmla="*/ 29389 w 76103"/>
                  <a:gd name="connsiteY9" fmla="*/ 21930 h 58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103" h="58205">
                    <a:moveTo>
                      <a:pt x="29389" y="21930"/>
                    </a:moveTo>
                    <a:lnTo>
                      <a:pt x="40169" y="11148"/>
                    </a:lnTo>
                    <a:lnTo>
                      <a:pt x="29132" y="0"/>
                    </a:lnTo>
                    <a:lnTo>
                      <a:pt x="0" y="29057"/>
                    </a:lnTo>
                    <a:lnTo>
                      <a:pt x="29132" y="58206"/>
                    </a:lnTo>
                    <a:lnTo>
                      <a:pt x="40169" y="47058"/>
                    </a:lnTo>
                    <a:lnTo>
                      <a:pt x="31057" y="37920"/>
                    </a:lnTo>
                    <a:lnTo>
                      <a:pt x="66991" y="37920"/>
                    </a:lnTo>
                    <a:cubicBezTo>
                      <a:pt x="70841" y="33194"/>
                      <a:pt x="73921" y="27890"/>
                      <a:pt x="76104" y="22204"/>
                    </a:cubicBezTo>
                    <a:lnTo>
                      <a:pt x="29389" y="21930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</p:grp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E738AF4E-C3A1-E467-0883-68782817EE74}"/>
                </a:ext>
              </a:extLst>
            </p:cNvPr>
            <p:cNvSpPr txBox="1"/>
            <p:nvPr/>
          </p:nvSpPr>
          <p:spPr>
            <a:xfrm>
              <a:off x="9117511" y="2840610"/>
              <a:ext cx="1416695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OIC </a:t>
              </a:r>
              <a:r>
                <a:rPr lang="en-US" sz="810" b="1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I</a:t>
              </a:r>
              <a:r>
                <a:rPr lang="en-US" sz="810" b="1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ntegration</a:t>
              </a:r>
              <a:r>
                <a: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 </a:t>
              </a:r>
              <a:r>
                <a:rPr lang="en-US" sz="810" b="1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Flows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810" b="1" dirty="0">
                  <a:ln/>
                  <a:solidFill>
                    <a:srgbClr val="000000"/>
                  </a:solidFill>
                  <a:effectLst/>
                  <a:latin typeface="Oracle Sans"/>
                  <a:ea typeface="Calibri" panose="020F0502020204030204" pitchFamily="34" charset="0"/>
                  <a:cs typeface="Oracle Sans"/>
                  <a:sym typeface="Oracle Sans"/>
                  <a:rtl val="0"/>
                </a:rPr>
                <a:t>Virtual Agent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810" b="1" dirty="0">
                  <a:ln/>
                  <a:solidFill>
                    <a:srgbClr val="000000"/>
                  </a:solidFill>
                  <a:latin typeface="Oracle Sans"/>
                  <a:ea typeface="Calibri" panose="020F0502020204030204" pitchFamily="34" charset="0"/>
                  <a:cs typeface="Oracle Sans"/>
                  <a:sym typeface="Oracle Sans"/>
                  <a:rtl val="0"/>
                </a:rPr>
                <a:t>Legal summarization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810" b="1" dirty="0">
                  <a:ln/>
                  <a:solidFill>
                    <a:srgbClr val="000000"/>
                  </a:solidFill>
                  <a:effectLst/>
                  <a:latin typeface="Oracle Sans"/>
                  <a:ea typeface="Calibri" panose="020F0502020204030204" pitchFamily="34" charset="0"/>
                  <a:cs typeface="Oracle Sans"/>
                  <a:sym typeface="Oracle Sans"/>
                  <a:rtl val="0"/>
                </a:rPr>
                <a:t>Incident </a:t>
              </a:r>
              <a:r>
                <a:rPr lang="en-US" sz="810" b="1" dirty="0">
                  <a:ln/>
                  <a:solidFill>
                    <a:srgbClr val="000000"/>
                  </a:solidFill>
                  <a:latin typeface="Oracle Sans"/>
                  <a:ea typeface="Calibri" panose="020F0502020204030204" pitchFamily="34" charset="0"/>
                  <a:cs typeface="Oracle Sans"/>
                  <a:sym typeface="Oracle Sans"/>
                  <a:rtl val="0"/>
                </a:rPr>
                <a:t>summarization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810" b="1" dirty="0">
                  <a:ln/>
                  <a:solidFill>
                    <a:srgbClr val="000000"/>
                  </a:solidFill>
                  <a:effectLst/>
                  <a:latin typeface="Oracle Sans"/>
                  <a:ea typeface="Calibri" panose="020F0502020204030204" pitchFamily="34" charset="0"/>
                  <a:cs typeface="Oracle Sans"/>
                  <a:sym typeface="Oracle Sans"/>
                  <a:rtl val="0"/>
                </a:rPr>
                <a:t>Knowledge summarization</a:t>
              </a:r>
              <a:endParaRPr lang="en-US" sz="900" b="1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endParaRPr lang="en-US" sz="810" spc="0" baseline="0" dirty="0">
                <a:ln/>
                <a:solidFill>
                  <a:srgbClr val="000000"/>
                </a:solidFill>
                <a:latin typeface="Oracle Sans"/>
                <a:cs typeface="Oracle Sans"/>
                <a:sym typeface="Oracle Sans"/>
                <a:rtl val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0D1F818-C32E-881A-782D-1FFD3A479414}"/>
              </a:ext>
            </a:extLst>
          </p:cNvPr>
          <p:cNvGrpSpPr/>
          <p:nvPr/>
        </p:nvGrpSpPr>
        <p:grpSpPr>
          <a:xfrm>
            <a:off x="9194822" y="2816152"/>
            <a:ext cx="457200" cy="576413"/>
            <a:chOff x="1785903" y="1619938"/>
            <a:chExt cx="457200" cy="576413"/>
          </a:xfrm>
        </p:grpSpPr>
        <p:pic>
          <p:nvPicPr>
            <p:cNvPr id="60" name="Graphic 14">
              <a:extLst>
                <a:ext uri="{FF2B5EF4-FFF2-40B4-BE49-F238E27FC236}">
                  <a16:creationId xmlns:a16="http://schemas.microsoft.com/office/drawing/2014/main" id="{EA8FC558-7642-C488-1276-1F7138F38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85903" y="1619938"/>
              <a:ext cx="457200" cy="457200"/>
            </a:xfrm>
            <a:prstGeom prst="rect">
              <a:avLst/>
            </a:prstGeom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60F010D-C3D9-B0A6-C9B4-82ABE7EA430B}"/>
                </a:ext>
              </a:extLst>
            </p:cNvPr>
            <p:cNvSpPr/>
            <p:nvPr/>
          </p:nvSpPr>
          <p:spPr>
            <a:xfrm>
              <a:off x="1830400" y="2080935"/>
              <a:ext cx="368207" cy="11541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ts val="850"/>
                </a:lnSpc>
              </a:pPr>
              <a:r>
                <a:rPr lang="en-US" sz="800" dirty="0">
                  <a:solidFill>
                    <a:schemeClr val="tx2"/>
                  </a:solidFill>
                  <a:latin typeface="Oracle Sans" panose="020B0503020204020204" pitchFamily="34" charset="0"/>
                  <a:ea typeface="Arial" charset="0"/>
                  <a:cs typeface="Oracle Sans" panose="020B0503020204020204" pitchFamily="34" charset="0"/>
                </a:rPr>
                <a:t>Policies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BC2F76F-7431-0AD0-79FA-1456B181DE15}"/>
              </a:ext>
            </a:extLst>
          </p:cNvPr>
          <p:cNvGrpSpPr/>
          <p:nvPr/>
        </p:nvGrpSpPr>
        <p:grpSpPr>
          <a:xfrm>
            <a:off x="9186938" y="3491976"/>
            <a:ext cx="457200" cy="578491"/>
            <a:chOff x="5900380" y="1617860"/>
            <a:chExt cx="457200" cy="578491"/>
          </a:xfrm>
        </p:grpSpPr>
        <p:pic>
          <p:nvPicPr>
            <p:cNvPr id="63" name="Graphic 2">
              <a:extLst>
                <a:ext uri="{FF2B5EF4-FFF2-40B4-BE49-F238E27FC236}">
                  <a16:creationId xmlns:a16="http://schemas.microsoft.com/office/drawing/2014/main" id="{82DFAD7B-BE71-A1CF-C9E0-874E82080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00380" y="1617860"/>
              <a:ext cx="457200" cy="457200"/>
            </a:xfrm>
            <a:prstGeom prst="rect">
              <a:avLst/>
            </a:prstGeom>
          </p:spPr>
        </p:pic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115109C0-0A99-2481-0144-BFCF6F25B82D}"/>
                </a:ext>
              </a:extLst>
            </p:cNvPr>
            <p:cNvSpPr/>
            <p:nvPr/>
          </p:nvSpPr>
          <p:spPr>
            <a:xfrm>
              <a:off x="5928046" y="2080935"/>
              <a:ext cx="401868" cy="11541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ts val="850"/>
                </a:lnSpc>
              </a:pPr>
              <a:r>
                <a:rPr lang="en-US" sz="800" dirty="0">
                  <a:solidFill>
                    <a:schemeClr val="tx2"/>
                  </a:solidFill>
                  <a:latin typeface="Oracle Sans" panose="020B0503020204020204" pitchFamily="34" charset="0"/>
                  <a:ea typeface="Arial" charset="0"/>
                  <a:cs typeface="Oracle Sans" panose="020B0503020204020204" pitchFamily="34" charset="0"/>
                </a:rPr>
                <a:t>Auditing</a:t>
              </a: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40C934A-36E1-FB3F-4708-712DB717C525}"/>
              </a:ext>
            </a:extLst>
          </p:cNvPr>
          <p:cNvGrpSpPr/>
          <p:nvPr/>
        </p:nvGrpSpPr>
        <p:grpSpPr>
          <a:xfrm>
            <a:off x="9194822" y="4280561"/>
            <a:ext cx="457200" cy="568109"/>
            <a:chOff x="4883944" y="1628242"/>
            <a:chExt cx="457200" cy="568109"/>
          </a:xfrm>
        </p:grpSpPr>
        <p:pic>
          <p:nvPicPr>
            <p:cNvPr id="266" name="Graphic 8">
              <a:extLst>
                <a:ext uri="{FF2B5EF4-FFF2-40B4-BE49-F238E27FC236}">
                  <a16:creationId xmlns:a16="http://schemas.microsoft.com/office/drawing/2014/main" id="{CD2EB199-DBDA-418F-421B-AD5E90011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883944" y="1628242"/>
              <a:ext cx="457200" cy="457200"/>
            </a:xfrm>
            <a:prstGeom prst="rect">
              <a:avLst/>
            </a:prstGeom>
          </p:spPr>
        </p:pic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A6CF6B25-6D04-8601-E62A-C784B306FCAE}"/>
                </a:ext>
              </a:extLst>
            </p:cNvPr>
            <p:cNvSpPr/>
            <p:nvPr/>
          </p:nvSpPr>
          <p:spPr>
            <a:xfrm>
              <a:off x="4893928" y="2080935"/>
              <a:ext cx="399129" cy="11541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ts val="850"/>
                </a:lnSpc>
              </a:pPr>
              <a:r>
                <a:rPr lang="en-US" sz="800" dirty="0">
                  <a:solidFill>
                    <a:schemeClr val="tx2"/>
                  </a:solidFill>
                  <a:latin typeface="Oracle Sans" panose="020B0503020204020204" pitchFamily="34" charset="0"/>
                  <a:ea typeface="Arial" charset="0"/>
                  <a:cs typeface="Oracle Sans" panose="020B0503020204020204" pitchFamily="34" charset="0"/>
                </a:rPr>
                <a:t>Logging</a:t>
              </a:r>
            </a:p>
          </p:txBody>
        </p:sp>
      </p:grpSp>
      <p:sp>
        <p:nvSpPr>
          <p:cNvPr id="271" name="Rectangle 270">
            <a:extLst>
              <a:ext uri="{FF2B5EF4-FFF2-40B4-BE49-F238E27FC236}">
                <a16:creationId xmlns:a16="http://schemas.microsoft.com/office/drawing/2014/main" id="{291937DB-A2FA-D09F-2813-20C51805E358}"/>
              </a:ext>
            </a:extLst>
          </p:cNvPr>
          <p:cNvSpPr/>
          <p:nvPr/>
        </p:nvSpPr>
        <p:spPr>
          <a:xfrm>
            <a:off x="8981729" y="1285934"/>
            <a:ext cx="883386" cy="4694014"/>
          </a:xfrm>
          <a:prstGeom prst="rect">
            <a:avLst/>
          </a:prstGeom>
          <a:noFill/>
          <a:ln w="12700" cmpd="sng">
            <a:solidFill>
              <a:srgbClr val="BB501C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900" b="1" dirty="0">
                <a:solidFill>
                  <a:srgbClr val="BB501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Oracle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rgbClr val="BB501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Services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rgbClr val="BB501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</a:t>
            </a:r>
          </a:p>
        </p:txBody>
      </p:sp>
      <p:grpSp>
        <p:nvGrpSpPr>
          <p:cNvPr id="272" name="Graphic 4">
            <a:extLst>
              <a:ext uri="{FF2B5EF4-FFF2-40B4-BE49-F238E27FC236}">
                <a16:creationId xmlns:a16="http://schemas.microsoft.com/office/drawing/2014/main" id="{EC76D175-0F39-A7E5-FF43-CB92AB6974D0}"/>
              </a:ext>
            </a:extLst>
          </p:cNvPr>
          <p:cNvGrpSpPr/>
          <p:nvPr/>
        </p:nvGrpSpPr>
        <p:grpSpPr>
          <a:xfrm>
            <a:off x="9059247" y="5043879"/>
            <a:ext cx="772969" cy="561508"/>
            <a:chOff x="7665944" y="2440806"/>
            <a:chExt cx="772969" cy="561508"/>
          </a:xfrm>
        </p:grpSpPr>
        <p:grpSp>
          <p:nvGrpSpPr>
            <p:cNvPr id="273" name="Graphic 4">
              <a:extLst>
                <a:ext uri="{FF2B5EF4-FFF2-40B4-BE49-F238E27FC236}">
                  <a16:creationId xmlns:a16="http://schemas.microsoft.com/office/drawing/2014/main" id="{6AEA1531-6A85-5F6B-EF4D-1A4FC29363BE}"/>
                </a:ext>
              </a:extLst>
            </p:cNvPr>
            <p:cNvGrpSpPr/>
            <p:nvPr/>
          </p:nvGrpSpPr>
          <p:grpSpPr>
            <a:xfrm>
              <a:off x="7859540" y="2440806"/>
              <a:ext cx="375193" cy="385010"/>
              <a:chOff x="7859540" y="2440806"/>
              <a:chExt cx="375193" cy="385010"/>
            </a:xfrm>
          </p:grpSpPr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A5C9C839-109D-4EF6-EDDC-792C9910428E}"/>
                  </a:ext>
                </a:extLst>
              </p:cNvPr>
              <p:cNvSpPr/>
              <p:nvPr/>
            </p:nvSpPr>
            <p:spPr>
              <a:xfrm>
                <a:off x="7864032" y="2450633"/>
                <a:ext cx="90220" cy="360892"/>
              </a:xfrm>
              <a:custGeom>
                <a:avLst/>
                <a:gdLst>
                  <a:gd name="connsiteX0" fmla="*/ 0 w 90220"/>
                  <a:gd name="connsiteY0" fmla="*/ 282281 h 360892"/>
                  <a:gd name="connsiteX1" fmla="*/ 0 w 90220"/>
                  <a:gd name="connsiteY1" fmla="*/ 77717 h 360892"/>
                  <a:gd name="connsiteX2" fmla="*/ 90220 w 90220"/>
                  <a:gd name="connsiteY2" fmla="*/ 0 h 360892"/>
                  <a:gd name="connsiteX3" fmla="*/ 90220 w 90220"/>
                  <a:gd name="connsiteY3" fmla="*/ 360893 h 360892"/>
                  <a:gd name="connsiteX4" fmla="*/ 0 w 90220"/>
                  <a:gd name="connsiteY4" fmla="*/ 282281 h 360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20" h="360892">
                    <a:moveTo>
                      <a:pt x="0" y="282281"/>
                    </a:moveTo>
                    <a:lnTo>
                      <a:pt x="0" y="77717"/>
                    </a:lnTo>
                    <a:lnTo>
                      <a:pt x="90220" y="0"/>
                    </a:lnTo>
                    <a:lnTo>
                      <a:pt x="90220" y="360893"/>
                    </a:lnTo>
                    <a:lnTo>
                      <a:pt x="0" y="282281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ABF40DC1-F477-A83E-15DF-E0C8C0CD93AA}"/>
                  </a:ext>
                </a:extLst>
              </p:cNvPr>
              <p:cNvSpPr/>
              <p:nvPr/>
            </p:nvSpPr>
            <p:spPr>
              <a:xfrm>
                <a:off x="7859540" y="2440806"/>
                <a:ext cx="99204" cy="381436"/>
              </a:xfrm>
              <a:custGeom>
                <a:avLst/>
                <a:gdLst>
                  <a:gd name="connsiteX0" fmla="*/ 90221 w 99204"/>
                  <a:gd name="connsiteY0" fmla="*/ 19652 h 381436"/>
                  <a:gd name="connsiteX1" fmla="*/ 90221 w 99204"/>
                  <a:gd name="connsiteY1" fmla="*/ 360890 h 381436"/>
                  <a:gd name="connsiteX2" fmla="*/ 8984 w 99204"/>
                  <a:gd name="connsiteY2" fmla="*/ 289428 h 381436"/>
                  <a:gd name="connsiteX3" fmla="*/ 8984 w 99204"/>
                  <a:gd name="connsiteY3" fmla="*/ 89330 h 381436"/>
                  <a:gd name="connsiteX4" fmla="*/ 90221 w 99204"/>
                  <a:gd name="connsiteY4" fmla="*/ 19652 h 381436"/>
                  <a:gd name="connsiteX5" fmla="*/ 99205 w 99204"/>
                  <a:gd name="connsiteY5" fmla="*/ 0 h 381436"/>
                  <a:gd name="connsiteX6" fmla="*/ 83997 w 99204"/>
                  <a:gd name="connsiteY6" fmla="*/ 12506 h 381436"/>
                  <a:gd name="connsiteX7" fmla="*/ 2695 w 99204"/>
                  <a:gd name="connsiteY7" fmla="*/ 83076 h 381436"/>
                  <a:gd name="connsiteX8" fmla="*/ 0 w 99204"/>
                  <a:gd name="connsiteY8" fmla="*/ 85757 h 381436"/>
                  <a:gd name="connsiteX9" fmla="*/ 0 w 99204"/>
                  <a:gd name="connsiteY9" fmla="*/ 89330 h 381436"/>
                  <a:gd name="connsiteX10" fmla="*/ 0 w 99204"/>
                  <a:gd name="connsiteY10" fmla="*/ 289428 h 381436"/>
                  <a:gd name="connsiteX11" fmla="*/ 0 w 99204"/>
                  <a:gd name="connsiteY11" fmla="*/ 293895 h 381436"/>
                  <a:gd name="connsiteX12" fmla="*/ 2695 w 99204"/>
                  <a:gd name="connsiteY12" fmla="*/ 296574 h 381436"/>
                  <a:gd name="connsiteX13" fmla="*/ 83997 w 99204"/>
                  <a:gd name="connsiteY13" fmla="*/ 368038 h 381436"/>
                  <a:gd name="connsiteX14" fmla="*/ 99205 w 99204"/>
                  <a:gd name="connsiteY14" fmla="*/ 381436 h 381436"/>
                  <a:gd name="connsiteX15" fmla="*/ 99205 w 99204"/>
                  <a:gd name="connsiteY15" fmla="*/ 361788 h 381436"/>
                  <a:gd name="connsiteX16" fmla="*/ 99205 w 99204"/>
                  <a:gd name="connsiteY16" fmla="*/ 19652 h 381436"/>
                  <a:gd name="connsiteX17" fmla="*/ 99205 w 99204"/>
                  <a:gd name="connsiteY17" fmla="*/ 0 h 381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9204" h="381436">
                    <a:moveTo>
                      <a:pt x="90221" y="19652"/>
                    </a:moveTo>
                    <a:lnTo>
                      <a:pt x="90221" y="360890"/>
                    </a:lnTo>
                    <a:lnTo>
                      <a:pt x="8984" y="289428"/>
                    </a:lnTo>
                    <a:lnTo>
                      <a:pt x="8984" y="89330"/>
                    </a:lnTo>
                    <a:lnTo>
                      <a:pt x="90221" y="19652"/>
                    </a:lnTo>
                    <a:close/>
                    <a:moveTo>
                      <a:pt x="99205" y="0"/>
                    </a:moveTo>
                    <a:lnTo>
                      <a:pt x="83997" y="12506"/>
                    </a:lnTo>
                    <a:lnTo>
                      <a:pt x="2695" y="83076"/>
                    </a:lnTo>
                    <a:lnTo>
                      <a:pt x="0" y="85757"/>
                    </a:lnTo>
                    <a:lnTo>
                      <a:pt x="0" y="89330"/>
                    </a:lnTo>
                    <a:lnTo>
                      <a:pt x="0" y="289428"/>
                    </a:lnTo>
                    <a:lnTo>
                      <a:pt x="0" y="293895"/>
                    </a:lnTo>
                    <a:lnTo>
                      <a:pt x="2695" y="296574"/>
                    </a:lnTo>
                    <a:lnTo>
                      <a:pt x="83997" y="368038"/>
                    </a:lnTo>
                    <a:lnTo>
                      <a:pt x="99205" y="381436"/>
                    </a:lnTo>
                    <a:lnTo>
                      <a:pt x="99205" y="361788"/>
                    </a:lnTo>
                    <a:lnTo>
                      <a:pt x="99205" y="19652"/>
                    </a:lnTo>
                    <a:lnTo>
                      <a:pt x="992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E5C0A92-EE78-4FEE-0918-28941780F745}"/>
                  </a:ext>
                </a:extLst>
              </p:cNvPr>
              <p:cNvSpPr/>
              <p:nvPr/>
            </p:nvSpPr>
            <p:spPr>
              <a:xfrm>
                <a:off x="8140021" y="2450633"/>
                <a:ext cx="90220" cy="360892"/>
              </a:xfrm>
              <a:custGeom>
                <a:avLst/>
                <a:gdLst>
                  <a:gd name="connsiteX0" fmla="*/ 0 w 90220"/>
                  <a:gd name="connsiteY0" fmla="*/ 0 h 360892"/>
                  <a:gd name="connsiteX1" fmla="*/ 90220 w 90220"/>
                  <a:gd name="connsiteY1" fmla="*/ 77717 h 360892"/>
                  <a:gd name="connsiteX2" fmla="*/ 90220 w 90220"/>
                  <a:gd name="connsiteY2" fmla="*/ 282281 h 360892"/>
                  <a:gd name="connsiteX3" fmla="*/ 0 w 90220"/>
                  <a:gd name="connsiteY3" fmla="*/ 360893 h 360892"/>
                  <a:gd name="connsiteX4" fmla="*/ 0 w 90220"/>
                  <a:gd name="connsiteY4" fmla="*/ 0 h 360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20" h="360892">
                    <a:moveTo>
                      <a:pt x="0" y="0"/>
                    </a:moveTo>
                    <a:lnTo>
                      <a:pt x="90220" y="77717"/>
                    </a:lnTo>
                    <a:lnTo>
                      <a:pt x="90220" y="282281"/>
                    </a:lnTo>
                    <a:lnTo>
                      <a:pt x="0" y="3608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711159C6-0A28-9F7F-D7FF-BAAFB60A35BF}"/>
                  </a:ext>
                </a:extLst>
              </p:cNvPr>
              <p:cNvSpPr/>
              <p:nvPr/>
            </p:nvSpPr>
            <p:spPr>
              <a:xfrm>
                <a:off x="8135593" y="2440806"/>
                <a:ext cx="99140" cy="380544"/>
              </a:xfrm>
              <a:custGeom>
                <a:avLst/>
                <a:gdLst>
                  <a:gd name="connsiteX0" fmla="*/ 8920 w 99140"/>
                  <a:gd name="connsiteY0" fmla="*/ 19652 h 380544"/>
                  <a:gd name="connsiteX1" fmla="*/ 90221 w 99140"/>
                  <a:gd name="connsiteY1" fmla="*/ 89330 h 380544"/>
                  <a:gd name="connsiteX2" fmla="*/ 90221 w 99140"/>
                  <a:gd name="connsiteY2" fmla="*/ 289428 h 380544"/>
                  <a:gd name="connsiteX3" fmla="*/ 8920 w 99140"/>
                  <a:gd name="connsiteY3" fmla="*/ 360890 h 380544"/>
                  <a:gd name="connsiteX4" fmla="*/ 8920 w 99140"/>
                  <a:gd name="connsiteY4" fmla="*/ 19652 h 380544"/>
                  <a:gd name="connsiteX5" fmla="*/ 0 w 99140"/>
                  <a:gd name="connsiteY5" fmla="*/ 0 h 380544"/>
                  <a:gd name="connsiteX6" fmla="*/ 0 w 99140"/>
                  <a:gd name="connsiteY6" fmla="*/ 19652 h 380544"/>
                  <a:gd name="connsiteX7" fmla="*/ 0 w 99140"/>
                  <a:gd name="connsiteY7" fmla="*/ 360890 h 380544"/>
                  <a:gd name="connsiteX8" fmla="*/ 0 w 99140"/>
                  <a:gd name="connsiteY8" fmla="*/ 380544 h 380544"/>
                  <a:gd name="connsiteX9" fmla="*/ 15208 w 99140"/>
                  <a:gd name="connsiteY9" fmla="*/ 367146 h 380544"/>
                  <a:gd name="connsiteX10" fmla="*/ 96510 w 99140"/>
                  <a:gd name="connsiteY10" fmla="*/ 295681 h 380544"/>
                  <a:gd name="connsiteX11" fmla="*/ 99141 w 99140"/>
                  <a:gd name="connsiteY11" fmla="*/ 293001 h 380544"/>
                  <a:gd name="connsiteX12" fmla="*/ 99141 w 99140"/>
                  <a:gd name="connsiteY12" fmla="*/ 288535 h 380544"/>
                  <a:gd name="connsiteX13" fmla="*/ 99141 w 99140"/>
                  <a:gd name="connsiteY13" fmla="*/ 89330 h 380544"/>
                  <a:gd name="connsiteX14" fmla="*/ 99141 w 99140"/>
                  <a:gd name="connsiteY14" fmla="*/ 85757 h 380544"/>
                  <a:gd name="connsiteX15" fmla="*/ 96510 w 99140"/>
                  <a:gd name="connsiteY15" fmla="*/ 83076 h 380544"/>
                  <a:gd name="connsiteX16" fmla="*/ 15208 w 99140"/>
                  <a:gd name="connsiteY16" fmla="*/ 13400 h 380544"/>
                  <a:gd name="connsiteX17" fmla="*/ 0 w 99140"/>
                  <a:gd name="connsiteY17" fmla="*/ 0 h 380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9140" h="380544">
                    <a:moveTo>
                      <a:pt x="8920" y="19652"/>
                    </a:moveTo>
                    <a:lnTo>
                      <a:pt x="90221" y="89330"/>
                    </a:lnTo>
                    <a:lnTo>
                      <a:pt x="90221" y="289428"/>
                    </a:lnTo>
                    <a:lnTo>
                      <a:pt x="8920" y="360890"/>
                    </a:lnTo>
                    <a:lnTo>
                      <a:pt x="8920" y="19652"/>
                    </a:lnTo>
                    <a:close/>
                    <a:moveTo>
                      <a:pt x="0" y="0"/>
                    </a:moveTo>
                    <a:lnTo>
                      <a:pt x="0" y="19652"/>
                    </a:lnTo>
                    <a:lnTo>
                      <a:pt x="0" y="360890"/>
                    </a:lnTo>
                    <a:lnTo>
                      <a:pt x="0" y="380544"/>
                    </a:lnTo>
                    <a:lnTo>
                      <a:pt x="15208" y="367146"/>
                    </a:lnTo>
                    <a:lnTo>
                      <a:pt x="96510" y="295681"/>
                    </a:lnTo>
                    <a:lnTo>
                      <a:pt x="99141" y="293001"/>
                    </a:lnTo>
                    <a:lnTo>
                      <a:pt x="99141" y="288535"/>
                    </a:lnTo>
                    <a:lnTo>
                      <a:pt x="99141" y="89330"/>
                    </a:lnTo>
                    <a:lnTo>
                      <a:pt x="99141" y="85757"/>
                    </a:lnTo>
                    <a:lnTo>
                      <a:pt x="96510" y="83076"/>
                    </a:lnTo>
                    <a:lnTo>
                      <a:pt x="15208" y="13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F7356820-A574-D39D-96F3-CC4CA6DF12E5}"/>
                  </a:ext>
                </a:extLst>
              </p:cNvPr>
              <p:cNvSpPr/>
              <p:nvPr/>
            </p:nvSpPr>
            <p:spPr>
              <a:xfrm>
                <a:off x="7953354" y="2455093"/>
                <a:ext cx="187564" cy="366250"/>
              </a:xfrm>
              <a:custGeom>
                <a:avLst/>
                <a:gdLst>
                  <a:gd name="connsiteX0" fmla="*/ 97344 w 187564"/>
                  <a:gd name="connsiteY0" fmla="*/ 366250 h 366250"/>
                  <a:gd name="connsiteX1" fmla="*/ 93814 w 187564"/>
                  <a:gd name="connsiteY1" fmla="*/ 334096 h 366250"/>
                  <a:gd name="connsiteX2" fmla="*/ 90221 w 187564"/>
                  <a:gd name="connsiteY2" fmla="*/ 366250 h 366250"/>
                  <a:gd name="connsiteX3" fmla="*/ 0 w 187564"/>
                  <a:gd name="connsiteY3" fmla="*/ 366250 h 366250"/>
                  <a:gd name="connsiteX4" fmla="*/ 59870 w 187564"/>
                  <a:gd name="connsiteY4" fmla="*/ 0 h 366250"/>
                  <a:gd name="connsiteX5" fmla="*/ 129492 w 187564"/>
                  <a:gd name="connsiteY5" fmla="*/ 0 h 366250"/>
                  <a:gd name="connsiteX6" fmla="*/ 187565 w 187564"/>
                  <a:gd name="connsiteY6" fmla="*/ 366250 h 366250"/>
                  <a:gd name="connsiteX7" fmla="*/ 97344 w 187564"/>
                  <a:gd name="connsiteY7" fmla="*/ 366250 h 36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7564" h="366250">
                    <a:moveTo>
                      <a:pt x="97344" y="366250"/>
                    </a:moveTo>
                    <a:lnTo>
                      <a:pt x="93814" y="334096"/>
                    </a:lnTo>
                    <a:lnTo>
                      <a:pt x="90221" y="366250"/>
                    </a:lnTo>
                    <a:lnTo>
                      <a:pt x="0" y="366250"/>
                    </a:lnTo>
                    <a:lnTo>
                      <a:pt x="59870" y="0"/>
                    </a:lnTo>
                    <a:lnTo>
                      <a:pt x="129492" y="0"/>
                    </a:lnTo>
                    <a:lnTo>
                      <a:pt x="187565" y="366250"/>
                    </a:lnTo>
                    <a:lnTo>
                      <a:pt x="97344" y="366250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C7F21122-D408-F760-2ECA-6F4DEB26DD63}"/>
                  </a:ext>
                </a:extLst>
              </p:cNvPr>
              <p:cNvSpPr/>
              <p:nvPr/>
            </p:nvSpPr>
            <p:spPr>
              <a:xfrm>
                <a:off x="7948028" y="2450633"/>
                <a:ext cx="198280" cy="375183"/>
              </a:xfrm>
              <a:custGeom>
                <a:avLst/>
                <a:gdLst>
                  <a:gd name="connsiteX0" fmla="*/ 131288 w 198280"/>
                  <a:gd name="connsiteY0" fmla="*/ 8933 h 375183"/>
                  <a:gd name="connsiteX1" fmla="*/ 188463 w 198280"/>
                  <a:gd name="connsiteY1" fmla="*/ 366251 h 375183"/>
                  <a:gd name="connsiteX2" fmla="*/ 107161 w 198280"/>
                  <a:gd name="connsiteY2" fmla="*/ 366251 h 375183"/>
                  <a:gd name="connsiteX3" fmla="*/ 100038 w 198280"/>
                  <a:gd name="connsiteY3" fmla="*/ 294788 h 375183"/>
                  <a:gd name="connsiteX4" fmla="*/ 92852 w 198280"/>
                  <a:gd name="connsiteY4" fmla="*/ 366251 h 375183"/>
                  <a:gd name="connsiteX5" fmla="*/ 11615 w 198280"/>
                  <a:gd name="connsiteY5" fmla="*/ 366251 h 375183"/>
                  <a:gd name="connsiteX6" fmla="*/ 69623 w 198280"/>
                  <a:gd name="connsiteY6" fmla="*/ 8933 h 375183"/>
                  <a:gd name="connsiteX7" fmla="*/ 131288 w 198280"/>
                  <a:gd name="connsiteY7" fmla="*/ 8933 h 375183"/>
                  <a:gd name="connsiteX8" fmla="*/ 139309 w 198280"/>
                  <a:gd name="connsiteY8" fmla="*/ 0 h 375183"/>
                  <a:gd name="connsiteX9" fmla="*/ 131288 w 198280"/>
                  <a:gd name="connsiteY9" fmla="*/ 0 h 375183"/>
                  <a:gd name="connsiteX10" fmla="*/ 68788 w 198280"/>
                  <a:gd name="connsiteY10" fmla="*/ 0 h 375183"/>
                  <a:gd name="connsiteX11" fmla="*/ 60703 w 198280"/>
                  <a:gd name="connsiteY11" fmla="*/ 0 h 375183"/>
                  <a:gd name="connsiteX12" fmla="*/ 59805 w 198280"/>
                  <a:gd name="connsiteY12" fmla="*/ 7146 h 375183"/>
                  <a:gd name="connsiteX13" fmla="*/ 1733 w 198280"/>
                  <a:gd name="connsiteY13" fmla="*/ 364467 h 375183"/>
                  <a:gd name="connsiteX14" fmla="*/ 0 w 198280"/>
                  <a:gd name="connsiteY14" fmla="*/ 375183 h 375183"/>
                  <a:gd name="connsiteX15" fmla="*/ 10716 w 198280"/>
                  <a:gd name="connsiteY15" fmla="*/ 375183 h 375183"/>
                  <a:gd name="connsiteX16" fmla="*/ 91953 w 198280"/>
                  <a:gd name="connsiteY16" fmla="*/ 375183 h 375183"/>
                  <a:gd name="connsiteX17" fmla="*/ 100038 w 198280"/>
                  <a:gd name="connsiteY17" fmla="*/ 375183 h 375183"/>
                  <a:gd name="connsiteX18" fmla="*/ 106263 w 198280"/>
                  <a:gd name="connsiteY18" fmla="*/ 375183 h 375183"/>
                  <a:gd name="connsiteX19" fmla="*/ 187564 w 198280"/>
                  <a:gd name="connsiteY19" fmla="*/ 375183 h 375183"/>
                  <a:gd name="connsiteX20" fmla="*/ 198281 w 198280"/>
                  <a:gd name="connsiteY20" fmla="*/ 375183 h 375183"/>
                  <a:gd name="connsiteX21" fmla="*/ 196484 w 198280"/>
                  <a:gd name="connsiteY21" fmla="*/ 364467 h 375183"/>
                  <a:gd name="connsiteX22" fmla="*/ 139309 w 198280"/>
                  <a:gd name="connsiteY22" fmla="*/ 7146 h 375183"/>
                  <a:gd name="connsiteX23" fmla="*/ 139309 w 198280"/>
                  <a:gd name="connsiteY23" fmla="*/ 0 h 375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280" h="375183">
                    <a:moveTo>
                      <a:pt x="131288" y="8933"/>
                    </a:moveTo>
                    <a:lnTo>
                      <a:pt x="188463" y="366251"/>
                    </a:lnTo>
                    <a:lnTo>
                      <a:pt x="107161" y="366251"/>
                    </a:lnTo>
                    <a:lnTo>
                      <a:pt x="100038" y="294788"/>
                    </a:lnTo>
                    <a:lnTo>
                      <a:pt x="92852" y="366251"/>
                    </a:lnTo>
                    <a:lnTo>
                      <a:pt x="11615" y="366251"/>
                    </a:lnTo>
                    <a:lnTo>
                      <a:pt x="69623" y="8933"/>
                    </a:lnTo>
                    <a:lnTo>
                      <a:pt x="131288" y="8933"/>
                    </a:lnTo>
                    <a:close/>
                    <a:moveTo>
                      <a:pt x="139309" y="0"/>
                    </a:moveTo>
                    <a:lnTo>
                      <a:pt x="131288" y="0"/>
                    </a:lnTo>
                    <a:lnTo>
                      <a:pt x="68788" y="0"/>
                    </a:lnTo>
                    <a:lnTo>
                      <a:pt x="60703" y="0"/>
                    </a:lnTo>
                    <a:lnTo>
                      <a:pt x="59805" y="7146"/>
                    </a:lnTo>
                    <a:lnTo>
                      <a:pt x="1733" y="364467"/>
                    </a:lnTo>
                    <a:lnTo>
                      <a:pt x="0" y="375183"/>
                    </a:lnTo>
                    <a:lnTo>
                      <a:pt x="10716" y="375183"/>
                    </a:lnTo>
                    <a:lnTo>
                      <a:pt x="91953" y="375183"/>
                    </a:lnTo>
                    <a:lnTo>
                      <a:pt x="100038" y="375183"/>
                    </a:lnTo>
                    <a:lnTo>
                      <a:pt x="106263" y="375183"/>
                    </a:lnTo>
                    <a:lnTo>
                      <a:pt x="187564" y="375183"/>
                    </a:lnTo>
                    <a:lnTo>
                      <a:pt x="198281" y="375183"/>
                    </a:lnTo>
                    <a:lnTo>
                      <a:pt x="196484" y="364467"/>
                    </a:lnTo>
                    <a:lnTo>
                      <a:pt x="139309" y="7146"/>
                    </a:lnTo>
                    <a:lnTo>
                      <a:pt x="139309" y="0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3EB21985-5BF6-768F-00FC-121A7D8FE101}"/>
                  </a:ext>
                </a:extLst>
              </p:cNvPr>
              <p:cNvSpPr/>
              <p:nvPr/>
            </p:nvSpPr>
            <p:spPr>
              <a:xfrm>
                <a:off x="7881871" y="2489046"/>
                <a:ext cx="54543" cy="283176"/>
              </a:xfrm>
              <a:custGeom>
                <a:avLst/>
                <a:gdLst>
                  <a:gd name="connsiteX0" fmla="*/ 54543 w 54543"/>
                  <a:gd name="connsiteY0" fmla="*/ 0 h 283176"/>
                  <a:gd name="connsiteX1" fmla="*/ 0 w 54543"/>
                  <a:gd name="connsiteY1" fmla="*/ 47345 h 283176"/>
                  <a:gd name="connsiteX2" fmla="*/ 0 w 54543"/>
                  <a:gd name="connsiteY2" fmla="*/ 235831 h 283176"/>
                  <a:gd name="connsiteX3" fmla="*/ 54543 w 54543"/>
                  <a:gd name="connsiteY3" fmla="*/ 283177 h 283176"/>
                  <a:gd name="connsiteX4" fmla="*/ 54543 w 54543"/>
                  <a:gd name="connsiteY4" fmla="*/ 0 h 28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543" h="283176">
                    <a:moveTo>
                      <a:pt x="54543" y="0"/>
                    </a:moveTo>
                    <a:lnTo>
                      <a:pt x="0" y="47345"/>
                    </a:lnTo>
                    <a:lnTo>
                      <a:pt x="0" y="235831"/>
                    </a:lnTo>
                    <a:lnTo>
                      <a:pt x="54543" y="283177"/>
                    </a:lnTo>
                    <a:lnTo>
                      <a:pt x="545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A5DA22E7-64A7-1E25-3B69-0A98DB950BF4}"/>
                  </a:ext>
                </a:extLst>
              </p:cNvPr>
              <p:cNvSpPr/>
              <p:nvPr/>
            </p:nvSpPr>
            <p:spPr>
              <a:xfrm>
                <a:off x="7868524" y="2460462"/>
                <a:ext cx="81237" cy="342131"/>
              </a:xfrm>
              <a:custGeom>
                <a:avLst/>
                <a:gdLst>
                  <a:gd name="connsiteX0" fmla="*/ 0 w 81237"/>
                  <a:gd name="connsiteY0" fmla="*/ 270669 h 342131"/>
                  <a:gd name="connsiteX1" fmla="*/ 81237 w 81237"/>
                  <a:gd name="connsiteY1" fmla="*/ 342132 h 342131"/>
                  <a:gd name="connsiteX2" fmla="*/ 81237 w 81237"/>
                  <a:gd name="connsiteY2" fmla="*/ 0 h 342131"/>
                  <a:gd name="connsiteX3" fmla="*/ 0 w 81237"/>
                  <a:gd name="connsiteY3" fmla="*/ 69677 h 342131"/>
                  <a:gd name="connsiteX4" fmla="*/ 0 w 81237"/>
                  <a:gd name="connsiteY4" fmla="*/ 270669 h 342131"/>
                  <a:gd name="connsiteX5" fmla="*/ 13348 w 81237"/>
                  <a:gd name="connsiteY5" fmla="*/ 75931 h 342131"/>
                  <a:gd name="connsiteX6" fmla="*/ 67891 w 81237"/>
                  <a:gd name="connsiteY6" fmla="*/ 28586 h 342131"/>
                  <a:gd name="connsiteX7" fmla="*/ 67891 w 81237"/>
                  <a:gd name="connsiteY7" fmla="*/ 311761 h 342131"/>
                  <a:gd name="connsiteX8" fmla="*/ 13348 w 81237"/>
                  <a:gd name="connsiteY8" fmla="*/ 263522 h 342131"/>
                  <a:gd name="connsiteX9" fmla="*/ 13348 w 81237"/>
                  <a:gd name="connsiteY9" fmla="*/ 75931 h 342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237" h="342131">
                    <a:moveTo>
                      <a:pt x="0" y="270669"/>
                    </a:moveTo>
                    <a:lnTo>
                      <a:pt x="81237" y="342132"/>
                    </a:lnTo>
                    <a:lnTo>
                      <a:pt x="81237" y="0"/>
                    </a:lnTo>
                    <a:lnTo>
                      <a:pt x="0" y="69677"/>
                    </a:lnTo>
                    <a:lnTo>
                      <a:pt x="0" y="270669"/>
                    </a:lnTo>
                    <a:close/>
                    <a:moveTo>
                      <a:pt x="13348" y="75931"/>
                    </a:moveTo>
                    <a:lnTo>
                      <a:pt x="67891" y="28586"/>
                    </a:lnTo>
                    <a:lnTo>
                      <a:pt x="67891" y="311761"/>
                    </a:lnTo>
                    <a:lnTo>
                      <a:pt x="13348" y="263522"/>
                    </a:lnTo>
                    <a:lnTo>
                      <a:pt x="13348" y="75931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8EC3FA7E-6B26-3D1F-E08E-01E4A1C06475}"/>
                  </a:ext>
                </a:extLst>
              </p:cNvPr>
              <p:cNvSpPr/>
              <p:nvPr/>
            </p:nvSpPr>
            <p:spPr>
              <a:xfrm>
                <a:off x="8157923" y="2489046"/>
                <a:ext cx="54478" cy="283176"/>
              </a:xfrm>
              <a:custGeom>
                <a:avLst/>
                <a:gdLst>
                  <a:gd name="connsiteX0" fmla="*/ 0 w 54478"/>
                  <a:gd name="connsiteY0" fmla="*/ 283177 h 283176"/>
                  <a:gd name="connsiteX1" fmla="*/ 54479 w 54478"/>
                  <a:gd name="connsiteY1" fmla="*/ 235831 h 283176"/>
                  <a:gd name="connsiteX2" fmla="*/ 54479 w 54478"/>
                  <a:gd name="connsiteY2" fmla="*/ 47345 h 283176"/>
                  <a:gd name="connsiteX3" fmla="*/ 0 w 54478"/>
                  <a:gd name="connsiteY3" fmla="*/ 0 h 283176"/>
                  <a:gd name="connsiteX4" fmla="*/ 0 w 54478"/>
                  <a:gd name="connsiteY4" fmla="*/ 283177 h 28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478" h="283176">
                    <a:moveTo>
                      <a:pt x="0" y="283177"/>
                    </a:moveTo>
                    <a:lnTo>
                      <a:pt x="54479" y="235831"/>
                    </a:lnTo>
                    <a:lnTo>
                      <a:pt x="54479" y="47345"/>
                    </a:lnTo>
                    <a:lnTo>
                      <a:pt x="0" y="0"/>
                    </a:lnTo>
                    <a:lnTo>
                      <a:pt x="0" y="283177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F892C851-0A56-1519-BFDA-F8A2EAB9A4A8}"/>
                  </a:ext>
                </a:extLst>
              </p:cNvPr>
              <p:cNvSpPr/>
              <p:nvPr/>
            </p:nvSpPr>
            <p:spPr>
              <a:xfrm>
                <a:off x="8144512" y="2460462"/>
                <a:ext cx="81301" cy="341239"/>
              </a:xfrm>
              <a:custGeom>
                <a:avLst/>
                <a:gdLst>
                  <a:gd name="connsiteX0" fmla="*/ 0 w 81301"/>
                  <a:gd name="connsiteY0" fmla="*/ 0 h 341239"/>
                  <a:gd name="connsiteX1" fmla="*/ 0 w 81301"/>
                  <a:gd name="connsiteY1" fmla="*/ 341240 h 341239"/>
                  <a:gd name="connsiteX2" fmla="*/ 81302 w 81301"/>
                  <a:gd name="connsiteY2" fmla="*/ 269776 h 341239"/>
                  <a:gd name="connsiteX3" fmla="*/ 81302 w 81301"/>
                  <a:gd name="connsiteY3" fmla="*/ 69677 h 341239"/>
                  <a:gd name="connsiteX4" fmla="*/ 0 w 81301"/>
                  <a:gd name="connsiteY4" fmla="*/ 0 h 341239"/>
                  <a:gd name="connsiteX5" fmla="*/ 67890 w 81301"/>
                  <a:gd name="connsiteY5" fmla="*/ 264416 h 341239"/>
                  <a:gd name="connsiteX6" fmla="*/ 13411 w 81301"/>
                  <a:gd name="connsiteY6" fmla="*/ 312653 h 341239"/>
                  <a:gd name="connsiteX7" fmla="*/ 13411 w 81301"/>
                  <a:gd name="connsiteY7" fmla="*/ 28586 h 341239"/>
                  <a:gd name="connsiteX8" fmla="*/ 67890 w 81301"/>
                  <a:gd name="connsiteY8" fmla="*/ 75931 h 341239"/>
                  <a:gd name="connsiteX9" fmla="*/ 67890 w 81301"/>
                  <a:gd name="connsiteY9" fmla="*/ 264416 h 341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301" h="341239">
                    <a:moveTo>
                      <a:pt x="0" y="0"/>
                    </a:moveTo>
                    <a:lnTo>
                      <a:pt x="0" y="341240"/>
                    </a:lnTo>
                    <a:lnTo>
                      <a:pt x="81302" y="269776"/>
                    </a:lnTo>
                    <a:lnTo>
                      <a:pt x="81302" y="69677"/>
                    </a:lnTo>
                    <a:lnTo>
                      <a:pt x="0" y="0"/>
                    </a:lnTo>
                    <a:close/>
                    <a:moveTo>
                      <a:pt x="67890" y="264416"/>
                    </a:moveTo>
                    <a:lnTo>
                      <a:pt x="13411" y="312653"/>
                    </a:lnTo>
                    <a:lnTo>
                      <a:pt x="13411" y="28586"/>
                    </a:lnTo>
                    <a:lnTo>
                      <a:pt x="67890" y="75931"/>
                    </a:lnTo>
                    <a:lnTo>
                      <a:pt x="67890" y="264416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5AAF14D-21C7-DAD4-3523-973FE7557A81}"/>
                  </a:ext>
                </a:extLst>
              </p:cNvPr>
              <p:cNvSpPr/>
              <p:nvPr/>
            </p:nvSpPr>
            <p:spPr>
              <a:xfrm>
                <a:off x="7973888" y="2472964"/>
                <a:ext cx="146496" cy="330521"/>
              </a:xfrm>
              <a:custGeom>
                <a:avLst/>
                <a:gdLst>
                  <a:gd name="connsiteX0" fmla="*/ 54479 w 146496"/>
                  <a:gd name="connsiteY0" fmla="*/ 0 h 330521"/>
                  <a:gd name="connsiteX1" fmla="*/ 0 w 146496"/>
                  <a:gd name="connsiteY1" fmla="*/ 330522 h 330521"/>
                  <a:gd name="connsiteX2" fmla="*/ 54479 w 146496"/>
                  <a:gd name="connsiteY2" fmla="*/ 330522 h 330521"/>
                  <a:gd name="connsiteX3" fmla="*/ 73280 w 146496"/>
                  <a:gd name="connsiteY3" fmla="*/ 141140 h 330521"/>
                  <a:gd name="connsiteX4" fmla="*/ 92017 w 146496"/>
                  <a:gd name="connsiteY4" fmla="*/ 330522 h 330521"/>
                  <a:gd name="connsiteX5" fmla="*/ 146496 w 146496"/>
                  <a:gd name="connsiteY5" fmla="*/ 330522 h 330521"/>
                  <a:gd name="connsiteX6" fmla="*/ 93814 w 146496"/>
                  <a:gd name="connsiteY6" fmla="*/ 0 h 330521"/>
                  <a:gd name="connsiteX7" fmla="*/ 54479 w 146496"/>
                  <a:gd name="connsiteY7" fmla="*/ 0 h 330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496" h="330521">
                    <a:moveTo>
                      <a:pt x="54479" y="0"/>
                    </a:moveTo>
                    <a:lnTo>
                      <a:pt x="0" y="330522"/>
                    </a:lnTo>
                    <a:lnTo>
                      <a:pt x="54479" y="330522"/>
                    </a:lnTo>
                    <a:lnTo>
                      <a:pt x="73280" y="141140"/>
                    </a:lnTo>
                    <a:lnTo>
                      <a:pt x="92017" y="330522"/>
                    </a:lnTo>
                    <a:lnTo>
                      <a:pt x="146496" y="330522"/>
                    </a:lnTo>
                    <a:lnTo>
                      <a:pt x="93814" y="0"/>
                    </a:lnTo>
                    <a:lnTo>
                      <a:pt x="544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5A6DBF7-EB32-BC60-3A8E-CB626804A9ED}"/>
                  </a:ext>
                </a:extLst>
              </p:cNvPr>
              <p:cNvSpPr/>
              <p:nvPr/>
            </p:nvSpPr>
            <p:spPr>
              <a:xfrm>
                <a:off x="7958745" y="2459563"/>
                <a:ext cx="176847" cy="357321"/>
              </a:xfrm>
              <a:custGeom>
                <a:avLst/>
                <a:gdLst>
                  <a:gd name="connsiteX0" fmla="*/ 58008 w 176847"/>
                  <a:gd name="connsiteY0" fmla="*/ 0 h 357321"/>
                  <a:gd name="connsiteX1" fmla="*/ 0 w 176847"/>
                  <a:gd name="connsiteY1" fmla="*/ 357321 h 357321"/>
                  <a:gd name="connsiteX2" fmla="*/ 81237 w 176847"/>
                  <a:gd name="connsiteY2" fmla="*/ 357321 h 357321"/>
                  <a:gd name="connsiteX3" fmla="*/ 88423 w 176847"/>
                  <a:gd name="connsiteY3" fmla="*/ 285855 h 357321"/>
                  <a:gd name="connsiteX4" fmla="*/ 95547 w 176847"/>
                  <a:gd name="connsiteY4" fmla="*/ 357321 h 357321"/>
                  <a:gd name="connsiteX5" fmla="*/ 176848 w 176847"/>
                  <a:gd name="connsiteY5" fmla="*/ 357321 h 357321"/>
                  <a:gd name="connsiteX6" fmla="*/ 119673 w 176847"/>
                  <a:gd name="connsiteY6" fmla="*/ 0 h 357321"/>
                  <a:gd name="connsiteX7" fmla="*/ 58008 w 176847"/>
                  <a:gd name="connsiteY7" fmla="*/ 0 h 357321"/>
                  <a:gd name="connsiteX8" fmla="*/ 107161 w 176847"/>
                  <a:gd name="connsiteY8" fmla="*/ 343916 h 357321"/>
                  <a:gd name="connsiteX9" fmla="*/ 88423 w 176847"/>
                  <a:gd name="connsiteY9" fmla="*/ 154540 h 357321"/>
                  <a:gd name="connsiteX10" fmla="*/ 69623 w 176847"/>
                  <a:gd name="connsiteY10" fmla="*/ 343916 h 357321"/>
                  <a:gd name="connsiteX11" fmla="*/ 15144 w 176847"/>
                  <a:gd name="connsiteY11" fmla="*/ 343916 h 357321"/>
                  <a:gd name="connsiteX12" fmla="*/ 69623 w 176847"/>
                  <a:gd name="connsiteY12" fmla="*/ 13400 h 357321"/>
                  <a:gd name="connsiteX13" fmla="*/ 109856 w 176847"/>
                  <a:gd name="connsiteY13" fmla="*/ 13400 h 357321"/>
                  <a:gd name="connsiteX14" fmla="*/ 162538 w 176847"/>
                  <a:gd name="connsiteY14" fmla="*/ 343916 h 357321"/>
                  <a:gd name="connsiteX15" fmla="*/ 107161 w 176847"/>
                  <a:gd name="connsiteY15" fmla="*/ 343916 h 357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847" h="357321">
                    <a:moveTo>
                      <a:pt x="58008" y="0"/>
                    </a:moveTo>
                    <a:lnTo>
                      <a:pt x="0" y="357321"/>
                    </a:lnTo>
                    <a:lnTo>
                      <a:pt x="81237" y="357321"/>
                    </a:lnTo>
                    <a:lnTo>
                      <a:pt x="88423" y="285855"/>
                    </a:lnTo>
                    <a:lnTo>
                      <a:pt x="95547" y="357321"/>
                    </a:lnTo>
                    <a:lnTo>
                      <a:pt x="176848" y="357321"/>
                    </a:lnTo>
                    <a:lnTo>
                      <a:pt x="119673" y="0"/>
                    </a:lnTo>
                    <a:cubicBezTo>
                      <a:pt x="120572" y="0"/>
                      <a:pt x="58008" y="0"/>
                      <a:pt x="58008" y="0"/>
                    </a:cubicBezTo>
                    <a:close/>
                    <a:moveTo>
                      <a:pt x="107161" y="343916"/>
                    </a:moveTo>
                    <a:lnTo>
                      <a:pt x="88423" y="154540"/>
                    </a:lnTo>
                    <a:lnTo>
                      <a:pt x="69623" y="343916"/>
                    </a:lnTo>
                    <a:lnTo>
                      <a:pt x="15144" y="343916"/>
                    </a:lnTo>
                    <a:lnTo>
                      <a:pt x="69623" y="13400"/>
                    </a:lnTo>
                    <a:lnTo>
                      <a:pt x="109856" y="13400"/>
                    </a:lnTo>
                    <a:lnTo>
                      <a:pt x="162538" y="343916"/>
                    </a:lnTo>
                    <a:lnTo>
                      <a:pt x="107161" y="343916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</p:grp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19765A2B-9790-D8B4-A7A0-D99F777444BE}"/>
                </a:ext>
              </a:extLst>
            </p:cNvPr>
            <p:cNvSpPr txBox="1"/>
            <p:nvPr/>
          </p:nvSpPr>
          <p:spPr>
            <a:xfrm>
              <a:off x="7665944" y="2785332"/>
              <a:ext cx="772969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API Gateway</a:t>
              </a:r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756A8D0-5332-3B37-FA91-484B27CCCA9A}"/>
              </a:ext>
            </a:extLst>
          </p:cNvPr>
          <p:cNvCxnSpPr>
            <a:cxnSpLocks/>
          </p:cNvCxnSpPr>
          <p:nvPr/>
        </p:nvCxnSpPr>
        <p:spPr>
          <a:xfrm>
            <a:off x="4895180" y="2746530"/>
            <a:ext cx="822584" cy="0"/>
          </a:xfrm>
          <a:prstGeom prst="straightConnector1">
            <a:avLst/>
          </a:prstGeom>
          <a:ln w="12700">
            <a:solidFill>
              <a:srgbClr val="312D2A"/>
            </a:solidFill>
            <a:miter lim="800000"/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4B315020-3063-AB73-B24A-B7A7FB98E391}"/>
              </a:ext>
            </a:extLst>
          </p:cNvPr>
          <p:cNvSpPr/>
          <p:nvPr/>
        </p:nvSpPr>
        <p:spPr>
          <a:xfrm>
            <a:off x="7571761" y="2596308"/>
            <a:ext cx="182880" cy="1828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racle Sans"/>
                <a:ea typeface="+mn-ea"/>
                <a:cs typeface="+mn-cs"/>
              </a:rPr>
              <a:t>6</a:t>
            </a:r>
          </a:p>
        </p:txBody>
      </p:sp>
      <p:grpSp>
        <p:nvGrpSpPr>
          <p:cNvPr id="167" name="Graphic 4">
            <a:extLst>
              <a:ext uri="{FF2B5EF4-FFF2-40B4-BE49-F238E27FC236}">
                <a16:creationId xmlns:a16="http://schemas.microsoft.com/office/drawing/2014/main" id="{1B397F21-B024-56DB-1293-8FEED3EAE075}"/>
              </a:ext>
            </a:extLst>
          </p:cNvPr>
          <p:cNvGrpSpPr/>
          <p:nvPr/>
        </p:nvGrpSpPr>
        <p:grpSpPr>
          <a:xfrm>
            <a:off x="5490414" y="3457482"/>
            <a:ext cx="1531084" cy="1344318"/>
            <a:chOff x="3448068" y="3781925"/>
            <a:chExt cx="1840131" cy="1643997"/>
          </a:xfrm>
        </p:grpSpPr>
        <p:grpSp>
          <p:nvGrpSpPr>
            <p:cNvPr id="168" name="Graphic 4">
              <a:extLst>
                <a:ext uri="{FF2B5EF4-FFF2-40B4-BE49-F238E27FC236}">
                  <a16:creationId xmlns:a16="http://schemas.microsoft.com/office/drawing/2014/main" id="{50185411-CF96-0BDD-BC38-B9B7213E4D8B}"/>
                </a:ext>
              </a:extLst>
            </p:cNvPr>
            <p:cNvGrpSpPr/>
            <p:nvPr/>
          </p:nvGrpSpPr>
          <p:grpSpPr>
            <a:xfrm>
              <a:off x="3997692" y="3781925"/>
              <a:ext cx="385009" cy="356134"/>
              <a:chOff x="3997692" y="3781925"/>
              <a:chExt cx="385009" cy="356134"/>
            </a:xfrm>
          </p:grpSpPr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58CB50E4-9DE5-BBE2-8970-201DAF924CD0}"/>
                  </a:ext>
                </a:extLst>
              </p:cNvPr>
              <p:cNvSpPr/>
              <p:nvPr/>
            </p:nvSpPr>
            <p:spPr>
              <a:xfrm>
                <a:off x="3997692" y="3781925"/>
                <a:ext cx="385009" cy="356134"/>
              </a:xfrm>
              <a:custGeom>
                <a:avLst/>
                <a:gdLst>
                  <a:gd name="connsiteX0" fmla="*/ 194155 w 385010"/>
                  <a:gd name="connsiteY0" fmla="*/ 194956 h 356134"/>
                  <a:gd name="connsiteX1" fmla="*/ 317358 w 385010"/>
                  <a:gd name="connsiteY1" fmla="*/ 194956 h 356134"/>
                  <a:gd name="connsiteX2" fmla="*/ 349076 w 385010"/>
                  <a:gd name="connsiteY2" fmla="*/ 214143 h 356134"/>
                  <a:gd name="connsiteX3" fmla="*/ 385011 w 385010"/>
                  <a:gd name="connsiteY3" fmla="*/ 178067 h 356134"/>
                  <a:gd name="connsiteX4" fmla="*/ 349076 w 385010"/>
                  <a:gd name="connsiteY4" fmla="*/ 141992 h 356134"/>
                  <a:gd name="connsiteX5" fmla="*/ 317358 w 385010"/>
                  <a:gd name="connsiteY5" fmla="*/ 161178 h 356134"/>
                  <a:gd name="connsiteX6" fmla="*/ 194155 w 385010"/>
                  <a:gd name="connsiteY6" fmla="*/ 161178 h 356134"/>
                  <a:gd name="connsiteX7" fmla="*/ 191864 w 385010"/>
                  <a:gd name="connsiteY7" fmla="*/ 161178 h 356134"/>
                  <a:gd name="connsiteX8" fmla="*/ 191864 w 385010"/>
                  <a:gd name="connsiteY8" fmla="*/ 150712 h 356134"/>
                  <a:gd name="connsiteX9" fmla="*/ 194155 w 385010"/>
                  <a:gd name="connsiteY9" fmla="*/ 150712 h 356134"/>
                  <a:gd name="connsiteX10" fmla="*/ 271708 w 385010"/>
                  <a:gd name="connsiteY10" fmla="*/ 150712 h 356134"/>
                  <a:gd name="connsiteX11" fmla="*/ 275469 w 385010"/>
                  <a:gd name="connsiteY11" fmla="*/ 150712 h 356134"/>
                  <a:gd name="connsiteX12" fmla="*/ 278125 w 385010"/>
                  <a:gd name="connsiteY12" fmla="*/ 148056 h 356134"/>
                  <a:gd name="connsiteX13" fmla="*/ 304986 w 385010"/>
                  <a:gd name="connsiteY13" fmla="*/ 121156 h 356134"/>
                  <a:gd name="connsiteX14" fmla="*/ 315709 w 385010"/>
                  <a:gd name="connsiteY14" fmla="*/ 122812 h 356134"/>
                  <a:gd name="connsiteX15" fmla="*/ 351643 w 385010"/>
                  <a:gd name="connsiteY15" fmla="*/ 86736 h 356134"/>
                  <a:gd name="connsiteX16" fmla="*/ 315709 w 385010"/>
                  <a:gd name="connsiteY16" fmla="*/ 50667 h 356134"/>
                  <a:gd name="connsiteX17" fmla="*/ 279774 w 385010"/>
                  <a:gd name="connsiteY17" fmla="*/ 86736 h 356134"/>
                  <a:gd name="connsiteX18" fmla="*/ 281334 w 385010"/>
                  <a:gd name="connsiteY18" fmla="*/ 97202 h 356134"/>
                  <a:gd name="connsiteX19" fmla="*/ 261531 w 385010"/>
                  <a:gd name="connsiteY19" fmla="*/ 117030 h 356134"/>
                  <a:gd name="connsiteX20" fmla="*/ 194155 w 385010"/>
                  <a:gd name="connsiteY20" fmla="*/ 117030 h 356134"/>
                  <a:gd name="connsiteX21" fmla="*/ 191864 w 385010"/>
                  <a:gd name="connsiteY21" fmla="*/ 117030 h 356134"/>
                  <a:gd name="connsiteX22" fmla="*/ 191864 w 385010"/>
                  <a:gd name="connsiteY22" fmla="*/ 96195 h 356134"/>
                  <a:gd name="connsiteX23" fmla="*/ 200661 w 385010"/>
                  <a:gd name="connsiteY23" fmla="*/ 87385 h 356134"/>
                  <a:gd name="connsiteX24" fmla="*/ 217717 w 385010"/>
                  <a:gd name="connsiteY24" fmla="*/ 70309 h 356134"/>
                  <a:gd name="connsiteX25" fmla="*/ 228439 w 385010"/>
                  <a:gd name="connsiteY25" fmla="*/ 71958 h 356134"/>
                  <a:gd name="connsiteX26" fmla="*/ 264374 w 385010"/>
                  <a:gd name="connsiteY26" fmla="*/ 35889 h 356134"/>
                  <a:gd name="connsiteX27" fmla="*/ 228350 w 385010"/>
                  <a:gd name="connsiteY27" fmla="*/ 0 h 356134"/>
                  <a:gd name="connsiteX28" fmla="*/ 195900 w 385010"/>
                  <a:gd name="connsiteY28" fmla="*/ 20835 h 356134"/>
                  <a:gd name="connsiteX29" fmla="*/ 195900 w 385010"/>
                  <a:gd name="connsiteY29" fmla="*/ 20560 h 356134"/>
                  <a:gd name="connsiteX30" fmla="*/ 192139 w 385010"/>
                  <a:gd name="connsiteY30" fmla="*/ 28176 h 356134"/>
                  <a:gd name="connsiteX31" fmla="*/ 189387 w 385010"/>
                  <a:gd name="connsiteY31" fmla="*/ 20925 h 356134"/>
                  <a:gd name="connsiteX32" fmla="*/ 189297 w 385010"/>
                  <a:gd name="connsiteY32" fmla="*/ 20649 h 356134"/>
                  <a:gd name="connsiteX33" fmla="*/ 159869 w 385010"/>
                  <a:gd name="connsiteY33" fmla="*/ 186 h 356134"/>
                  <a:gd name="connsiteX34" fmla="*/ 157213 w 385010"/>
                  <a:gd name="connsiteY34" fmla="*/ 186 h 356134"/>
                  <a:gd name="connsiteX35" fmla="*/ 128703 w 385010"/>
                  <a:gd name="connsiteY35" fmla="*/ 5416 h 356134"/>
                  <a:gd name="connsiteX36" fmla="*/ 87821 w 385010"/>
                  <a:gd name="connsiteY36" fmla="*/ 37635 h 356134"/>
                  <a:gd name="connsiteX37" fmla="*/ 19251 w 385010"/>
                  <a:gd name="connsiteY37" fmla="*/ 120239 h 356134"/>
                  <a:gd name="connsiteX38" fmla="*/ 19340 w 385010"/>
                  <a:gd name="connsiteY38" fmla="*/ 124557 h 356134"/>
                  <a:gd name="connsiteX39" fmla="*/ 0 w 385010"/>
                  <a:gd name="connsiteY39" fmla="*/ 178157 h 356134"/>
                  <a:gd name="connsiteX40" fmla="*/ 19340 w 385010"/>
                  <a:gd name="connsiteY40" fmla="*/ 231853 h 356134"/>
                  <a:gd name="connsiteX41" fmla="*/ 19251 w 385010"/>
                  <a:gd name="connsiteY41" fmla="*/ 235896 h 356134"/>
                  <a:gd name="connsiteX42" fmla="*/ 87359 w 385010"/>
                  <a:gd name="connsiteY42" fmla="*/ 318410 h 356134"/>
                  <a:gd name="connsiteX43" fmla="*/ 157213 w 385010"/>
                  <a:gd name="connsiteY43" fmla="*/ 356135 h 356134"/>
                  <a:gd name="connsiteX44" fmla="*/ 159414 w 385010"/>
                  <a:gd name="connsiteY44" fmla="*/ 356135 h 356134"/>
                  <a:gd name="connsiteX45" fmla="*/ 191588 w 385010"/>
                  <a:gd name="connsiteY45" fmla="*/ 325109 h 356134"/>
                  <a:gd name="connsiteX46" fmla="*/ 192961 w 385010"/>
                  <a:gd name="connsiteY46" fmla="*/ 325109 h 356134"/>
                  <a:gd name="connsiteX47" fmla="*/ 228439 w 385010"/>
                  <a:gd name="connsiteY47" fmla="*/ 356135 h 356134"/>
                  <a:gd name="connsiteX48" fmla="*/ 264374 w 385010"/>
                  <a:gd name="connsiteY48" fmla="*/ 320059 h 356134"/>
                  <a:gd name="connsiteX49" fmla="*/ 228439 w 385010"/>
                  <a:gd name="connsiteY49" fmla="*/ 283990 h 356134"/>
                  <a:gd name="connsiteX50" fmla="*/ 217717 w 385010"/>
                  <a:gd name="connsiteY50" fmla="*/ 285639 h 356134"/>
                  <a:gd name="connsiteX51" fmla="*/ 200661 w 385010"/>
                  <a:gd name="connsiteY51" fmla="*/ 268571 h 356134"/>
                  <a:gd name="connsiteX52" fmla="*/ 191864 w 385010"/>
                  <a:gd name="connsiteY52" fmla="*/ 259760 h 356134"/>
                  <a:gd name="connsiteX53" fmla="*/ 191864 w 385010"/>
                  <a:gd name="connsiteY53" fmla="*/ 239104 h 356134"/>
                  <a:gd name="connsiteX54" fmla="*/ 194155 w 385010"/>
                  <a:gd name="connsiteY54" fmla="*/ 239104 h 356134"/>
                  <a:gd name="connsiteX55" fmla="*/ 261531 w 385010"/>
                  <a:gd name="connsiteY55" fmla="*/ 239104 h 356134"/>
                  <a:gd name="connsiteX56" fmla="*/ 281700 w 385010"/>
                  <a:gd name="connsiteY56" fmla="*/ 259388 h 356134"/>
                  <a:gd name="connsiteX57" fmla="*/ 280602 w 385010"/>
                  <a:gd name="connsiteY57" fmla="*/ 268295 h 356134"/>
                  <a:gd name="connsiteX58" fmla="*/ 316536 w 385010"/>
                  <a:gd name="connsiteY58" fmla="*/ 304364 h 356134"/>
                  <a:gd name="connsiteX59" fmla="*/ 352471 w 385010"/>
                  <a:gd name="connsiteY59" fmla="*/ 268295 h 356134"/>
                  <a:gd name="connsiteX60" fmla="*/ 316536 w 385010"/>
                  <a:gd name="connsiteY60" fmla="*/ 232219 h 356134"/>
                  <a:gd name="connsiteX61" fmla="*/ 304345 w 385010"/>
                  <a:gd name="connsiteY61" fmla="*/ 234330 h 356134"/>
                  <a:gd name="connsiteX62" fmla="*/ 278125 w 385010"/>
                  <a:gd name="connsiteY62" fmla="*/ 207989 h 356134"/>
                  <a:gd name="connsiteX63" fmla="*/ 275469 w 385010"/>
                  <a:gd name="connsiteY63" fmla="*/ 205326 h 356134"/>
                  <a:gd name="connsiteX64" fmla="*/ 271708 w 385010"/>
                  <a:gd name="connsiteY64" fmla="*/ 205326 h 356134"/>
                  <a:gd name="connsiteX65" fmla="*/ 194155 w 385010"/>
                  <a:gd name="connsiteY65" fmla="*/ 205326 h 356134"/>
                  <a:gd name="connsiteX66" fmla="*/ 191864 w 385010"/>
                  <a:gd name="connsiteY66" fmla="*/ 205326 h 356134"/>
                  <a:gd name="connsiteX67" fmla="*/ 191864 w 385010"/>
                  <a:gd name="connsiteY67" fmla="*/ 194867 h 356134"/>
                  <a:gd name="connsiteX68" fmla="*/ 194155 w 385010"/>
                  <a:gd name="connsiteY68" fmla="*/ 194867 h 356134"/>
                  <a:gd name="connsiteX69" fmla="*/ 194155 w 385010"/>
                  <a:gd name="connsiteY69" fmla="*/ 194956 h 356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385010" h="356134">
                    <a:moveTo>
                      <a:pt x="194155" y="194956"/>
                    </a:moveTo>
                    <a:lnTo>
                      <a:pt x="317358" y="194956"/>
                    </a:lnTo>
                    <a:cubicBezTo>
                      <a:pt x="323499" y="206520"/>
                      <a:pt x="335691" y="214143"/>
                      <a:pt x="349076" y="214143"/>
                    </a:cubicBezTo>
                    <a:cubicBezTo>
                      <a:pt x="368879" y="214143"/>
                      <a:pt x="385011" y="197985"/>
                      <a:pt x="385011" y="178067"/>
                    </a:cubicBezTo>
                    <a:cubicBezTo>
                      <a:pt x="385011" y="158149"/>
                      <a:pt x="368879" y="141992"/>
                      <a:pt x="349076" y="141992"/>
                    </a:cubicBezTo>
                    <a:cubicBezTo>
                      <a:pt x="335691" y="141992"/>
                      <a:pt x="323499" y="149615"/>
                      <a:pt x="317358" y="161178"/>
                    </a:cubicBezTo>
                    <a:lnTo>
                      <a:pt x="194155" y="161178"/>
                    </a:lnTo>
                    <a:lnTo>
                      <a:pt x="191864" y="161178"/>
                    </a:lnTo>
                    <a:lnTo>
                      <a:pt x="191864" y="150712"/>
                    </a:lnTo>
                    <a:lnTo>
                      <a:pt x="194155" y="150712"/>
                    </a:lnTo>
                    <a:lnTo>
                      <a:pt x="271708" y="150712"/>
                    </a:lnTo>
                    <a:lnTo>
                      <a:pt x="275469" y="150712"/>
                    </a:lnTo>
                    <a:lnTo>
                      <a:pt x="278125" y="148056"/>
                    </a:lnTo>
                    <a:lnTo>
                      <a:pt x="304986" y="121156"/>
                    </a:lnTo>
                    <a:cubicBezTo>
                      <a:pt x="308464" y="122260"/>
                      <a:pt x="312045" y="122812"/>
                      <a:pt x="315709" y="122812"/>
                    </a:cubicBezTo>
                    <a:cubicBezTo>
                      <a:pt x="335511" y="122812"/>
                      <a:pt x="351643" y="106654"/>
                      <a:pt x="351643" y="86736"/>
                    </a:cubicBezTo>
                    <a:cubicBezTo>
                      <a:pt x="351643" y="66819"/>
                      <a:pt x="335511" y="50667"/>
                      <a:pt x="315709" y="50667"/>
                    </a:cubicBezTo>
                    <a:cubicBezTo>
                      <a:pt x="295906" y="50667"/>
                      <a:pt x="279774" y="66819"/>
                      <a:pt x="279774" y="86736"/>
                    </a:cubicBezTo>
                    <a:cubicBezTo>
                      <a:pt x="279774" y="90317"/>
                      <a:pt x="280326" y="93808"/>
                      <a:pt x="281334" y="97202"/>
                    </a:cubicBezTo>
                    <a:lnTo>
                      <a:pt x="261531" y="117030"/>
                    </a:lnTo>
                    <a:lnTo>
                      <a:pt x="194155" y="117030"/>
                    </a:lnTo>
                    <a:lnTo>
                      <a:pt x="191864" y="117030"/>
                    </a:lnTo>
                    <a:lnTo>
                      <a:pt x="191864" y="96195"/>
                    </a:lnTo>
                    <a:lnTo>
                      <a:pt x="200661" y="87385"/>
                    </a:lnTo>
                    <a:lnTo>
                      <a:pt x="217717" y="70309"/>
                    </a:lnTo>
                    <a:cubicBezTo>
                      <a:pt x="221195" y="71413"/>
                      <a:pt x="224776" y="71958"/>
                      <a:pt x="228439" y="71958"/>
                    </a:cubicBezTo>
                    <a:cubicBezTo>
                      <a:pt x="248242" y="71958"/>
                      <a:pt x="264374" y="55807"/>
                      <a:pt x="264374" y="35889"/>
                    </a:cubicBezTo>
                    <a:cubicBezTo>
                      <a:pt x="264374" y="15972"/>
                      <a:pt x="248146" y="0"/>
                      <a:pt x="228350" y="0"/>
                    </a:cubicBezTo>
                    <a:cubicBezTo>
                      <a:pt x="213957" y="0"/>
                      <a:pt x="201579" y="8534"/>
                      <a:pt x="195900" y="20835"/>
                    </a:cubicBezTo>
                    <a:lnTo>
                      <a:pt x="195900" y="20560"/>
                    </a:lnTo>
                    <a:lnTo>
                      <a:pt x="192139" y="28176"/>
                    </a:lnTo>
                    <a:lnTo>
                      <a:pt x="189387" y="20925"/>
                    </a:lnTo>
                    <a:cubicBezTo>
                      <a:pt x="189387" y="20835"/>
                      <a:pt x="189297" y="20746"/>
                      <a:pt x="189297" y="20649"/>
                    </a:cubicBezTo>
                    <a:cubicBezTo>
                      <a:pt x="184439" y="8907"/>
                      <a:pt x="173255" y="642"/>
                      <a:pt x="159869" y="186"/>
                    </a:cubicBezTo>
                    <a:cubicBezTo>
                      <a:pt x="158952" y="186"/>
                      <a:pt x="158130" y="186"/>
                      <a:pt x="157213" y="186"/>
                    </a:cubicBezTo>
                    <a:cubicBezTo>
                      <a:pt x="147587" y="186"/>
                      <a:pt x="137962" y="1925"/>
                      <a:pt x="128703" y="5416"/>
                    </a:cubicBezTo>
                    <a:cubicBezTo>
                      <a:pt x="112109" y="11563"/>
                      <a:pt x="97722" y="22947"/>
                      <a:pt x="87821" y="37635"/>
                    </a:cubicBezTo>
                    <a:cubicBezTo>
                      <a:pt x="48402" y="44886"/>
                      <a:pt x="19251" y="79671"/>
                      <a:pt x="19251" y="120239"/>
                    </a:cubicBezTo>
                    <a:cubicBezTo>
                      <a:pt x="19251" y="121618"/>
                      <a:pt x="19251" y="123088"/>
                      <a:pt x="19340" y="124557"/>
                    </a:cubicBezTo>
                    <a:cubicBezTo>
                      <a:pt x="6872" y="139515"/>
                      <a:pt x="0" y="158425"/>
                      <a:pt x="0" y="178157"/>
                    </a:cubicBezTo>
                    <a:cubicBezTo>
                      <a:pt x="0" y="197895"/>
                      <a:pt x="6872" y="216799"/>
                      <a:pt x="19340" y="231853"/>
                    </a:cubicBezTo>
                    <a:cubicBezTo>
                      <a:pt x="19251" y="233233"/>
                      <a:pt x="19251" y="234516"/>
                      <a:pt x="19251" y="235896"/>
                    </a:cubicBezTo>
                    <a:cubicBezTo>
                      <a:pt x="19251" y="276187"/>
                      <a:pt x="48216" y="310883"/>
                      <a:pt x="87359" y="318410"/>
                    </a:cubicBezTo>
                    <a:cubicBezTo>
                      <a:pt x="102946" y="342088"/>
                      <a:pt x="128703" y="356135"/>
                      <a:pt x="157213" y="356135"/>
                    </a:cubicBezTo>
                    <a:cubicBezTo>
                      <a:pt x="157944" y="356135"/>
                      <a:pt x="158682" y="356135"/>
                      <a:pt x="159414" y="356135"/>
                    </a:cubicBezTo>
                    <a:cubicBezTo>
                      <a:pt x="176553" y="355673"/>
                      <a:pt x="190394" y="341909"/>
                      <a:pt x="191588" y="325109"/>
                    </a:cubicBezTo>
                    <a:lnTo>
                      <a:pt x="192961" y="325109"/>
                    </a:lnTo>
                    <a:cubicBezTo>
                      <a:pt x="195438" y="342550"/>
                      <a:pt x="210286" y="356135"/>
                      <a:pt x="228439" y="356135"/>
                    </a:cubicBezTo>
                    <a:cubicBezTo>
                      <a:pt x="248242" y="356135"/>
                      <a:pt x="264374" y="339977"/>
                      <a:pt x="264374" y="320059"/>
                    </a:cubicBezTo>
                    <a:cubicBezTo>
                      <a:pt x="264374" y="300141"/>
                      <a:pt x="248242" y="283990"/>
                      <a:pt x="228439" y="283990"/>
                    </a:cubicBezTo>
                    <a:cubicBezTo>
                      <a:pt x="224776" y="283990"/>
                      <a:pt x="221195" y="284542"/>
                      <a:pt x="217717" y="285639"/>
                    </a:cubicBezTo>
                    <a:lnTo>
                      <a:pt x="200661" y="268571"/>
                    </a:lnTo>
                    <a:lnTo>
                      <a:pt x="191864" y="259760"/>
                    </a:lnTo>
                    <a:lnTo>
                      <a:pt x="191864" y="239104"/>
                    </a:lnTo>
                    <a:lnTo>
                      <a:pt x="194155" y="239104"/>
                    </a:lnTo>
                    <a:lnTo>
                      <a:pt x="261531" y="239104"/>
                    </a:lnTo>
                    <a:lnTo>
                      <a:pt x="281700" y="259388"/>
                    </a:lnTo>
                    <a:cubicBezTo>
                      <a:pt x="280968" y="262327"/>
                      <a:pt x="280602" y="265266"/>
                      <a:pt x="280602" y="268295"/>
                    </a:cubicBezTo>
                    <a:cubicBezTo>
                      <a:pt x="280602" y="288123"/>
                      <a:pt x="296734" y="304364"/>
                      <a:pt x="316536" y="304364"/>
                    </a:cubicBezTo>
                    <a:cubicBezTo>
                      <a:pt x="336332" y="304364"/>
                      <a:pt x="352471" y="288213"/>
                      <a:pt x="352471" y="268295"/>
                    </a:cubicBezTo>
                    <a:cubicBezTo>
                      <a:pt x="352471" y="248377"/>
                      <a:pt x="336332" y="232219"/>
                      <a:pt x="316536" y="232219"/>
                    </a:cubicBezTo>
                    <a:cubicBezTo>
                      <a:pt x="312410" y="232219"/>
                      <a:pt x="308285" y="232957"/>
                      <a:pt x="304345" y="234330"/>
                    </a:cubicBezTo>
                    <a:lnTo>
                      <a:pt x="278125" y="207989"/>
                    </a:lnTo>
                    <a:lnTo>
                      <a:pt x="275469" y="205326"/>
                    </a:lnTo>
                    <a:lnTo>
                      <a:pt x="271708" y="205326"/>
                    </a:lnTo>
                    <a:lnTo>
                      <a:pt x="194155" y="205326"/>
                    </a:lnTo>
                    <a:lnTo>
                      <a:pt x="191864" y="205326"/>
                    </a:lnTo>
                    <a:lnTo>
                      <a:pt x="191864" y="194867"/>
                    </a:lnTo>
                    <a:lnTo>
                      <a:pt x="194155" y="194867"/>
                    </a:lnTo>
                    <a:lnTo>
                      <a:pt x="194155" y="194956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 dirty="0"/>
              </a:p>
            </p:txBody>
          </p:sp>
          <p:grpSp>
            <p:nvGrpSpPr>
              <p:cNvPr id="173" name="Graphic 4">
                <a:extLst>
                  <a:ext uri="{FF2B5EF4-FFF2-40B4-BE49-F238E27FC236}">
                    <a16:creationId xmlns:a16="http://schemas.microsoft.com/office/drawing/2014/main" id="{C3EBACB9-7774-4DA1-1722-9470036BA56B}"/>
                  </a:ext>
                </a:extLst>
              </p:cNvPr>
              <p:cNvGrpSpPr/>
              <p:nvPr/>
            </p:nvGrpSpPr>
            <p:grpSpPr>
              <a:xfrm>
                <a:off x="4006862" y="3791103"/>
                <a:ext cx="366671" cy="337781"/>
                <a:chOff x="4006862" y="3791103"/>
                <a:chExt cx="366671" cy="337781"/>
              </a:xfrm>
              <a:solidFill>
                <a:srgbClr val="2C5967"/>
              </a:solidFill>
            </p:grpSpPr>
            <p:sp>
              <p:nvSpPr>
                <p:cNvPr id="174" name="Freeform: Shape 173">
                  <a:extLst>
                    <a:ext uri="{FF2B5EF4-FFF2-40B4-BE49-F238E27FC236}">
                      <a16:creationId xmlns:a16="http://schemas.microsoft.com/office/drawing/2014/main" id="{CB72F59E-7396-5F91-4162-533CD8BC420B}"/>
                    </a:ext>
                  </a:extLst>
                </p:cNvPr>
                <p:cNvSpPr/>
                <p:nvPr/>
              </p:nvSpPr>
              <p:spPr>
                <a:xfrm>
                  <a:off x="4191757" y="3791103"/>
                  <a:ext cx="61050" cy="71778"/>
                </a:xfrm>
                <a:custGeom>
                  <a:avLst/>
                  <a:gdLst>
                    <a:gd name="connsiteX0" fmla="*/ 21452 w 61050"/>
                    <a:gd name="connsiteY0" fmla="*/ 50391 h 71778"/>
                    <a:gd name="connsiteX1" fmla="*/ 34285 w 61050"/>
                    <a:gd name="connsiteY1" fmla="*/ 53696 h 71778"/>
                    <a:gd name="connsiteX2" fmla="*/ 61050 w 61050"/>
                    <a:gd name="connsiteY2" fmla="*/ 26803 h 71778"/>
                    <a:gd name="connsiteX3" fmla="*/ 34285 w 61050"/>
                    <a:gd name="connsiteY3" fmla="*/ 0 h 71778"/>
                    <a:gd name="connsiteX4" fmla="*/ 7514 w 61050"/>
                    <a:gd name="connsiteY4" fmla="*/ 26900 h 71778"/>
                    <a:gd name="connsiteX5" fmla="*/ 10633 w 61050"/>
                    <a:gd name="connsiteY5" fmla="*/ 39470 h 71778"/>
                    <a:gd name="connsiteX6" fmla="*/ 0 w 61050"/>
                    <a:gd name="connsiteY6" fmla="*/ 50116 h 71778"/>
                    <a:gd name="connsiteX7" fmla="*/ 0 w 61050"/>
                    <a:gd name="connsiteY7" fmla="*/ 71779 h 71778"/>
                    <a:gd name="connsiteX8" fmla="*/ 21452 w 61050"/>
                    <a:gd name="connsiteY8" fmla="*/ 50391 h 71778"/>
                    <a:gd name="connsiteX9" fmla="*/ 34285 w 61050"/>
                    <a:gd name="connsiteY9" fmla="*/ 15330 h 71778"/>
                    <a:gd name="connsiteX10" fmla="*/ 45739 w 61050"/>
                    <a:gd name="connsiteY10" fmla="*/ 26803 h 71778"/>
                    <a:gd name="connsiteX11" fmla="*/ 34285 w 61050"/>
                    <a:gd name="connsiteY11" fmla="*/ 38276 h 71778"/>
                    <a:gd name="connsiteX12" fmla="*/ 22825 w 61050"/>
                    <a:gd name="connsiteY12" fmla="*/ 26803 h 71778"/>
                    <a:gd name="connsiteX13" fmla="*/ 34285 w 61050"/>
                    <a:gd name="connsiteY13" fmla="*/ 15330 h 71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1050" h="71778">
                      <a:moveTo>
                        <a:pt x="21452" y="50391"/>
                      </a:moveTo>
                      <a:cubicBezTo>
                        <a:pt x="25302" y="52503"/>
                        <a:pt x="29697" y="53696"/>
                        <a:pt x="34285" y="53696"/>
                      </a:cubicBezTo>
                      <a:cubicBezTo>
                        <a:pt x="49044" y="53696"/>
                        <a:pt x="61050" y="41671"/>
                        <a:pt x="61050" y="26803"/>
                      </a:cubicBezTo>
                      <a:cubicBezTo>
                        <a:pt x="61050" y="11935"/>
                        <a:pt x="49044" y="0"/>
                        <a:pt x="34285" y="0"/>
                      </a:cubicBezTo>
                      <a:cubicBezTo>
                        <a:pt x="19527" y="0"/>
                        <a:pt x="7514" y="12025"/>
                        <a:pt x="7514" y="26900"/>
                      </a:cubicBezTo>
                      <a:cubicBezTo>
                        <a:pt x="7514" y="31488"/>
                        <a:pt x="8708" y="35710"/>
                        <a:pt x="10633" y="39470"/>
                      </a:cubicBezTo>
                      <a:lnTo>
                        <a:pt x="0" y="50116"/>
                      </a:lnTo>
                      <a:lnTo>
                        <a:pt x="0" y="71779"/>
                      </a:lnTo>
                      <a:lnTo>
                        <a:pt x="21452" y="50391"/>
                      </a:lnTo>
                      <a:close/>
                      <a:moveTo>
                        <a:pt x="34285" y="15330"/>
                      </a:moveTo>
                      <a:cubicBezTo>
                        <a:pt x="40606" y="15330"/>
                        <a:pt x="45739" y="20470"/>
                        <a:pt x="45739" y="26803"/>
                      </a:cubicBezTo>
                      <a:cubicBezTo>
                        <a:pt x="45739" y="33137"/>
                        <a:pt x="40606" y="38276"/>
                        <a:pt x="34285" y="38276"/>
                      </a:cubicBezTo>
                      <a:cubicBezTo>
                        <a:pt x="27958" y="38276"/>
                        <a:pt x="22825" y="33137"/>
                        <a:pt x="22825" y="26803"/>
                      </a:cubicBezTo>
                      <a:cubicBezTo>
                        <a:pt x="22825" y="20470"/>
                        <a:pt x="27958" y="15330"/>
                        <a:pt x="34285" y="15330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CD87A5CE-607D-E602-DC9F-7F8B4CB4161C}"/>
                    </a:ext>
                  </a:extLst>
                </p:cNvPr>
                <p:cNvSpPr/>
                <p:nvPr/>
              </p:nvSpPr>
              <p:spPr>
                <a:xfrm>
                  <a:off x="4191847" y="4057009"/>
                  <a:ext cx="61049" cy="71778"/>
                </a:xfrm>
                <a:custGeom>
                  <a:avLst/>
                  <a:gdLst>
                    <a:gd name="connsiteX0" fmla="*/ 34195 w 61049"/>
                    <a:gd name="connsiteY0" fmla="*/ 18083 h 71778"/>
                    <a:gd name="connsiteX1" fmla="*/ 21362 w 61049"/>
                    <a:gd name="connsiteY1" fmla="*/ 21387 h 71778"/>
                    <a:gd name="connsiteX2" fmla="*/ 0 w 61049"/>
                    <a:gd name="connsiteY2" fmla="*/ 0 h 71778"/>
                    <a:gd name="connsiteX3" fmla="*/ 0 w 61049"/>
                    <a:gd name="connsiteY3" fmla="*/ 21663 h 71778"/>
                    <a:gd name="connsiteX4" fmla="*/ 10633 w 61049"/>
                    <a:gd name="connsiteY4" fmla="*/ 32309 h 71778"/>
                    <a:gd name="connsiteX5" fmla="*/ 7521 w 61049"/>
                    <a:gd name="connsiteY5" fmla="*/ 44886 h 71778"/>
                    <a:gd name="connsiteX6" fmla="*/ 34285 w 61049"/>
                    <a:gd name="connsiteY6" fmla="*/ 71779 h 71778"/>
                    <a:gd name="connsiteX7" fmla="*/ 61050 w 61049"/>
                    <a:gd name="connsiteY7" fmla="*/ 44886 h 71778"/>
                    <a:gd name="connsiteX8" fmla="*/ 34195 w 61049"/>
                    <a:gd name="connsiteY8" fmla="*/ 18083 h 71778"/>
                    <a:gd name="connsiteX9" fmla="*/ 34195 w 61049"/>
                    <a:gd name="connsiteY9" fmla="*/ 56449 h 71778"/>
                    <a:gd name="connsiteX10" fmla="*/ 22735 w 61049"/>
                    <a:gd name="connsiteY10" fmla="*/ 44976 h 71778"/>
                    <a:gd name="connsiteX11" fmla="*/ 34195 w 61049"/>
                    <a:gd name="connsiteY11" fmla="*/ 33502 h 71778"/>
                    <a:gd name="connsiteX12" fmla="*/ 45649 w 61049"/>
                    <a:gd name="connsiteY12" fmla="*/ 44976 h 71778"/>
                    <a:gd name="connsiteX13" fmla="*/ 34195 w 61049"/>
                    <a:gd name="connsiteY13" fmla="*/ 56449 h 71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1049" h="71778">
                      <a:moveTo>
                        <a:pt x="34195" y="18083"/>
                      </a:moveTo>
                      <a:cubicBezTo>
                        <a:pt x="29517" y="18083"/>
                        <a:pt x="25116" y="19276"/>
                        <a:pt x="21362" y="21387"/>
                      </a:cubicBezTo>
                      <a:lnTo>
                        <a:pt x="0" y="0"/>
                      </a:lnTo>
                      <a:lnTo>
                        <a:pt x="0" y="21663"/>
                      </a:lnTo>
                      <a:lnTo>
                        <a:pt x="10633" y="32309"/>
                      </a:lnTo>
                      <a:cubicBezTo>
                        <a:pt x="8618" y="36076"/>
                        <a:pt x="7521" y="40388"/>
                        <a:pt x="7521" y="44886"/>
                      </a:cubicBezTo>
                      <a:cubicBezTo>
                        <a:pt x="7521" y="59664"/>
                        <a:pt x="19526" y="71779"/>
                        <a:pt x="34285" y="71779"/>
                      </a:cubicBezTo>
                      <a:cubicBezTo>
                        <a:pt x="49044" y="71779"/>
                        <a:pt x="61050" y="59754"/>
                        <a:pt x="61050" y="44886"/>
                      </a:cubicBezTo>
                      <a:cubicBezTo>
                        <a:pt x="61050" y="30018"/>
                        <a:pt x="48954" y="18083"/>
                        <a:pt x="34195" y="18083"/>
                      </a:cubicBezTo>
                      <a:close/>
                      <a:moveTo>
                        <a:pt x="34195" y="56449"/>
                      </a:moveTo>
                      <a:cubicBezTo>
                        <a:pt x="27868" y="56449"/>
                        <a:pt x="22735" y="51309"/>
                        <a:pt x="22735" y="44976"/>
                      </a:cubicBezTo>
                      <a:cubicBezTo>
                        <a:pt x="22735" y="38642"/>
                        <a:pt x="27868" y="33502"/>
                        <a:pt x="34195" y="33502"/>
                      </a:cubicBezTo>
                      <a:cubicBezTo>
                        <a:pt x="40516" y="33502"/>
                        <a:pt x="45649" y="38642"/>
                        <a:pt x="45649" y="44976"/>
                      </a:cubicBezTo>
                      <a:cubicBezTo>
                        <a:pt x="45649" y="51309"/>
                        <a:pt x="40516" y="56449"/>
                        <a:pt x="34195" y="56449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D009DCE7-3E86-F2D5-9759-AC64B07F38B6}"/>
                    </a:ext>
                  </a:extLst>
                </p:cNvPr>
                <p:cNvSpPr/>
                <p:nvPr/>
              </p:nvSpPr>
              <p:spPr>
                <a:xfrm>
                  <a:off x="4006862" y="3791166"/>
                  <a:ext cx="173524" cy="337718"/>
                </a:xfrm>
                <a:custGeom>
                  <a:avLst/>
                  <a:gdLst>
                    <a:gd name="connsiteX0" fmla="*/ 173434 w 173524"/>
                    <a:gd name="connsiteY0" fmla="*/ 251438 h 337718"/>
                    <a:gd name="connsiteX1" fmla="*/ 173434 w 173524"/>
                    <a:gd name="connsiteY1" fmla="*/ 24173 h 337718"/>
                    <a:gd name="connsiteX2" fmla="*/ 150334 w 173524"/>
                    <a:gd name="connsiteY2" fmla="*/ 33 h 337718"/>
                    <a:gd name="connsiteX3" fmla="*/ 122741 w 173524"/>
                    <a:gd name="connsiteY3" fmla="*/ 4621 h 337718"/>
                    <a:gd name="connsiteX4" fmla="*/ 84151 w 173524"/>
                    <a:gd name="connsiteY4" fmla="*/ 36654 h 337718"/>
                    <a:gd name="connsiteX5" fmla="*/ 19251 w 173524"/>
                    <a:gd name="connsiteY5" fmla="*/ 110909 h 337718"/>
                    <a:gd name="connsiteX6" fmla="*/ 19706 w 173524"/>
                    <a:gd name="connsiteY6" fmla="*/ 118346 h 337718"/>
                    <a:gd name="connsiteX7" fmla="*/ 0 w 173524"/>
                    <a:gd name="connsiteY7" fmla="*/ 168918 h 337718"/>
                    <a:gd name="connsiteX8" fmla="*/ 19616 w 173524"/>
                    <a:gd name="connsiteY8" fmla="*/ 219495 h 337718"/>
                    <a:gd name="connsiteX9" fmla="*/ 19251 w 173524"/>
                    <a:gd name="connsiteY9" fmla="*/ 226656 h 337718"/>
                    <a:gd name="connsiteX10" fmla="*/ 83785 w 173524"/>
                    <a:gd name="connsiteY10" fmla="*/ 300726 h 337718"/>
                    <a:gd name="connsiteX11" fmla="*/ 148043 w 173524"/>
                    <a:gd name="connsiteY11" fmla="*/ 337719 h 337718"/>
                    <a:gd name="connsiteX12" fmla="*/ 149968 w 173524"/>
                    <a:gd name="connsiteY12" fmla="*/ 337719 h 337718"/>
                    <a:gd name="connsiteX13" fmla="*/ 173524 w 173524"/>
                    <a:gd name="connsiteY13" fmla="*/ 313579 h 337718"/>
                    <a:gd name="connsiteX14" fmla="*/ 173434 w 173524"/>
                    <a:gd name="connsiteY14" fmla="*/ 251438 h 337718"/>
                    <a:gd name="connsiteX15" fmla="*/ 149878 w 173524"/>
                    <a:gd name="connsiteY15" fmla="*/ 15452 h 337718"/>
                    <a:gd name="connsiteX16" fmla="*/ 158220 w 173524"/>
                    <a:gd name="connsiteY16" fmla="*/ 24263 h 337718"/>
                    <a:gd name="connsiteX17" fmla="*/ 158220 w 173524"/>
                    <a:gd name="connsiteY17" fmla="*/ 89342 h 337718"/>
                    <a:gd name="connsiteX18" fmla="*/ 158220 w 173524"/>
                    <a:gd name="connsiteY18" fmla="*/ 117153 h 337718"/>
                    <a:gd name="connsiteX19" fmla="*/ 110183 w 173524"/>
                    <a:gd name="connsiteY19" fmla="*/ 117153 h 337718"/>
                    <a:gd name="connsiteX20" fmla="*/ 105416 w 173524"/>
                    <a:gd name="connsiteY20" fmla="*/ 112379 h 337718"/>
                    <a:gd name="connsiteX21" fmla="*/ 108534 w 173524"/>
                    <a:gd name="connsiteY21" fmla="*/ 99898 h 337718"/>
                    <a:gd name="connsiteX22" fmla="*/ 81763 w 173524"/>
                    <a:gd name="connsiteY22" fmla="*/ 73005 h 337718"/>
                    <a:gd name="connsiteX23" fmla="*/ 54999 w 173524"/>
                    <a:gd name="connsiteY23" fmla="*/ 99898 h 337718"/>
                    <a:gd name="connsiteX24" fmla="*/ 81763 w 173524"/>
                    <a:gd name="connsiteY24" fmla="*/ 126791 h 337718"/>
                    <a:gd name="connsiteX25" fmla="*/ 94783 w 173524"/>
                    <a:gd name="connsiteY25" fmla="*/ 123396 h 337718"/>
                    <a:gd name="connsiteX26" fmla="*/ 103953 w 173524"/>
                    <a:gd name="connsiteY26" fmla="*/ 132573 h 337718"/>
                    <a:gd name="connsiteX27" fmla="*/ 158310 w 173524"/>
                    <a:gd name="connsiteY27" fmla="*/ 132573 h 337718"/>
                    <a:gd name="connsiteX28" fmla="*/ 158310 w 173524"/>
                    <a:gd name="connsiteY28" fmla="*/ 161391 h 337718"/>
                    <a:gd name="connsiteX29" fmla="*/ 86441 w 173524"/>
                    <a:gd name="connsiteY29" fmla="*/ 161391 h 337718"/>
                    <a:gd name="connsiteX30" fmla="*/ 60774 w 173524"/>
                    <a:gd name="connsiteY30" fmla="*/ 142211 h 337718"/>
                    <a:gd name="connsiteX31" fmla="*/ 34009 w 173524"/>
                    <a:gd name="connsiteY31" fmla="*/ 169104 h 337718"/>
                    <a:gd name="connsiteX32" fmla="*/ 60774 w 173524"/>
                    <a:gd name="connsiteY32" fmla="*/ 195997 h 337718"/>
                    <a:gd name="connsiteX33" fmla="*/ 86441 w 173524"/>
                    <a:gd name="connsiteY33" fmla="*/ 176817 h 337718"/>
                    <a:gd name="connsiteX34" fmla="*/ 158310 w 173524"/>
                    <a:gd name="connsiteY34" fmla="*/ 176817 h 337718"/>
                    <a:gd name="connsiteX35" fmla="*/ 158310 w 173524"/>
                    <a:gd name="connsiteY35" fmla="*/ 205635 h 337718"/>
                    <a:gd name="connsiteX36" fmla="*/ 103953 w 173524"/>
                    <a:gd name="connsiteY36" fmla="*/ 205635 h 337718"/>
                    <a:gd name="connsiteX37" fmla="*/ 95977 w 173524"/>
                    <a:gd name="connsiteY37" fmla="*/ 213617 h 337718"/>
                    <a:gd name="connsiteX38" fmla="*/ 81763 w 173524"/>
                    <a:gd name="connsiteY38" fmla="*/ 209491 h 337718"/>
                    <a:gd name="connsiteX39" fmla="*/ 54999 w 173524"/>
                    <a:gd name="connsiteY39" fmla="*/ 236384 h 337718"/>
                    <a:gd name="connsiteX40" fmla="*/ 81763 w 173524"/>
                    <a:gd name="connsiteY40" fmla="*/ 263277 h 337718"/>
                    <a:gd name="connsiteX41" fmla="*/ 108534 w 173524"/>
                    <a:gd name="connsiteY41" fmla="*/ 236384 h 337718"/>
                    <a:gd name="connsiteX42" fmla="*/ 106057 w 173524"/>
                    <a:gd name="connsiteY42" fmla="*/ 225187 h 337718"/>
                    <a:gd name="connsiteX43" fmla="*/ 110183 w 173524"/>
                    <a:gd name="connsiteY43" fmla="*/ 221054 h 337718"/>
                    <a:gd name="connsiteX44" fmla="*/ 158220 w 173524"/>
                    <a:gd name="connsiteY44" fmla="*/ 221054 h 337718"/>
                    <a:gd name="connsiteX45" fmla="*/ 158220 w 173524"/>
                    <a:gd name="connsiteY45" fmla="*/ 313855 h 337718"/>
                    <a:gd name="connsiteX46" fmla="*/ 149512 w 173524"/>
                    <a:gd name="connsiteY46" fmla="*/ 322665 h 337718"/>
                    <a:gd name="connsiteX47" fmla="*/ 147953 w 173524"/>
                    <a:gd name="connsiteY47" fmla="*/ 322665 h 337718"/>
                    <a:gd name="connsiteX48" fmla="*/ 95239 w 173524"/>
                    <a:gd name="connsiteY48" fmla="*/ 290356 h 337718"/>
                    <a:gd name="connsiteX49" fmla="*/ 93314 w 173524"/>
                    <a:gd name="connsiteY49" fmla="*/ 286589 h 337718"/>
                    <a:gd name="connsiteX50" fmla="*/ 89098 w 173524"/>
                    <a:gd name="connsiteY50" fmla="*/ 286224 h 337718"/>
                    <a:gd name="connsiteX51" fmla="*/ 34555 w 173524"/>
                    <a:gd name="connsiteY51" fmla="*/ 226932 h 337718"/>
                    <a:gd name="connsiteX52" fmla="*/ 35293 w 173524"/>
                    <a:gd name="connsiteY52" fmla="*/ 218115 h 337718"/>
                    <a:gd name="connsiteX53" fmla="*/ 35838 w 173524"/>
                    <a:gd name="connsiteY53" fmla="*/ 214265 h 337718"/>
                    <a:gd name="connsiteX54" fmla="*/ 33092 w 173524"/>
                    <a:gd name="connsiteY54" fmla="*/ 211506 h 337718"/>
                    <a:gd name="connsiteX55" fmla="*/ 15304 w 173524"/>
                    <a:gd name="connsiteY55" fmla="*/ 169104 h 337718"/>
                    <a:gd name="connsiteX56" fmla="*/ 33092 w 173524"/>
                    <a:gd name="connsiteY56" fmla="*/ 126695 h 337718"/>
                    <a:gd name="connsiteX57" fmla="*/ 35838 w 173524"/>
                    <a:gd name="connsiteY57" fmla="*/ 123942 h 337718"/>
                    <a:gd name="connsiteX58" fmla="*/ 35293 w 173524"/>
                    <a:gd name="connsiteY58" fmla="*/ 120092 h 337718"/>
                    <a:gd name="connsiteX59" fmla="*/ 34555 w 173524"/>
                    <a:gd name="connsiteY59" fmla="*/ 111185 h 337718"/>
                    <a:gd name="connsiteX60" fmla="*/ 89374 w 173524"/>
                    <a:gd name="connsiteY60" fmla="*/ 51894 h 337718"/>
                    <a:gd name="connsiteX61" fmla="*/ 93589 w 173524"/>
                    <a:gd name="connsiteY61" fmla="*/ 51618 h 337718"/>
                    <a:gd name="connsiteX62" fmla="*/ 95611 w 173524"/>
                    <a:gd name="connsiteY62" fmla="*/ 47851 h 337718"/>
                    <a:gd name="connsiteX63" fmla="*/ 128061 w 173524"/>
                    <a:gd name="connsiteY63" fmla="*/ 19309 h 337718"/>
                    <a:gd name="connsiteX64" fmla="*/ 149878 w 173524"/>
                    <a:gd name="connsiteY64" fmla="*/ 15452 h 337718"/>
                    <a:gd name="connsiteX65" fmla="*/ 81673 w 173524"/>
                    <a:gd name="connsiteY65" fmla="*/ 111371 h 337718"/>
                    <a:gd name="connsiteX66" fmla="*/ 70213 w 173524"/>
                    <a:gd name="connsiteY66" fmla="*/ 99898 h 337718"/>
                    <a:gd name="connsiteX67" fmla="*/ 81673 w 173524"/>
                    <a:gd name="connsiteY67" fmla="*/ 88425 h 337718"/>
                    <a:gd name="connsiteX68" fmla="*/ 93134 w 173524"/>
                    <a:gd name="connsiteY68" fmla="*/ 99898 h 337718"/>
                    <a:gd name="connsiteX69" fmla="*/ 81673 w 173524"/>
                    <a:gd name="connsiteY69" fmla="*/ 111371 h 337718"/>
                    <a:gd name="connsiteX70" fmla="*/ 72048 w 173524"/>
                    <a:gd name="connsiteY70" fmla="*/ 168918 h 337718"/>
                    <a:gd name="connsiteX71" fmla="*/ 60588 w 173524"/>
                    <a:gd name="connsiteY71" fmla="*/ 180391 h 337718"/>
                    <a:gd name="connsiteX72" fmla="*/ 49134 w 173524"/>
                    <a:gd name="connsiteY72" fmla="*/ 168918 h 337718"/>
                    <a:gd name="connsiteX73" fmla="*/ 60588 w 173524"/>
                    <a:gd name="connsiteY73" fmla="*/ 157444 h 337718"/>
                    <a:gd name="connsiteX74" fmla="*/ 72048 w 173524"/>
                    <a:gd name="connsiteY74" fmla="*/ 168918 h 337718"/>
                    <a:gd name="connsiteX75" fmla="*/ 93134 w 173524"/>
                    <a:gd name="connsiteY75" fmla="*/ 236018 h 337718"/>
                    <a:gd name="connsiteX76" fmla="*/ 81673 w 173524"/>
                    <a:gd name="connsiteY76" fmla="*/ 247492 h 337718"/>
                    <a:gd name="connsiteX77" fmla="*/ 70213 w 173524"/>
                    <a:gd name="connsiteY77" fmla="*/ 236018 h 337718"/>
                    <a:gd name="connsiteX78" fmla="*/ 81673 w 173524"/>
                    <a:gd name="connsiteY78" fmla="*/ 224545 h 337718"/>
                    <a:gd name="connsiteX79" fmla="*/ 93134 w 173524"/>
                    <a:gd name="connsiteY79" fmla="*/ 236018 h 3377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173524" h="337718">
                      <a:moveTo>
                        <a:pt x="173434" y="251438"/>
                      </a:moveTo>
                      <a:lnTo>
                        <a:pt x="173434" y="24173"/>
                      </a:lnTo>
                      <a:cubicBezTo>
                        <a:pt x="173434" y="11044"/>
                        <a:pt x="163257" y="488"/>
                        <a:pt x="150334" y="33"/>
                      </a:cubicBezTo>
                      <a:cubicBezTo>
                        <a:pt x="140984" y="-243"/>
                        <a:pt x="131725" y="1226"/>
                        <a:pt x="122741" y="4621"/>
                      </a:cubicBezTo>
                      <a:cubicBezTo>
                        <a:pt x="106610" y="10588"/>
                        <a:pt x="93044" y="21965"/>
                        <a:pt x="84151" y="36654"/>
                      </a:cubicBezTo>
                      <a:cubicBezTo>
                        <a:pt x="47388" y="41614"/>
                        <a:pt x="19251" y="73371"/>
                        <a:pt x="19251" y="110909"/>
                      </a:cubicBezTo>
                      <a:cubicBezTo>
                        <a:pt x="19251" y="113296"/>
                        <a:pt x="19340" y="115683"/>
                        <a:pt x="19706" y="118346"/>
                      </a:cubicBezTo>
                      <a:cubicBezTo>
                        <a:pt x="6962" y="132111"/>
                        <a:pt x="0" y="150013"/>
                        <a:pt x="0" y="168918"/>
                      </a:cubicBezTo>
                      <a:cubicBezTo>
                        <a:pt x="0" y="187828"/>
                        <a:pt x="6962" y="205635"/>
                        <a:pt x="19616" y="219495"/>
                      </a:cubicBezTo>
                      <a:cubicBezTo>
                        <a:pt x="19340" y="221972"/>
                        <a:pt x="19251" y="224359"/>
                        <a:pt x="19251" y="226656"/>
                      </a:cubicBezTo>
                      <a:cubicBezTo>
                        <a:pt x="19251" y="264009"/>
                        <a:pt x="47298" y="295772"/>
                        <a:pt x="83785" y="300726"/>
                      </a:cubicBezTo>
                      <a:cubicBezTo>
                        <a:pt x="97164" y="323583"/>
                        <a:pt x="121458" y="337719"/>
                        <a:pt x="148043" y="337719"/>
                      </a:cubicBezTo>
                      <a:cubicBezTo>
                        <a:pt x="148684" y="337719"/>
                        <a:pt x="149326" y="337719"/>
                        <a:pt x="149968" y="337719"/>
                      </a:cubicBezTo>
                      <a:cubicBezTo>
                        <a:pt x="162988" y="337347"/>
                        <a:pt x="173524" y="326522"/>
                        <a:pt x="173524" y="313579"/>
                      </a:cubicBezTo>
                      <a:lnTo>
                        <a:pt x="173434" y="251438"/>
                      </a:lnTo>
                      <a:close/>
                      <a:moveTo>
                        <a:pt x="149878" y="15452"/>
                      </a:moveTo>
                      <a:cubicBezTo>
                        <a:pt x="154460" y="15632"/>
                        <a:pt x="158220" y="19585"/>
                        <a:pt x="158220" y="24263"/>
                      </a:cubicBezTo>
                      <a:lnTo>
                        <a:pt x="158220" y="89342"/>
                      </a:lnTo>
                      <a:lnTo>
                        <a:pt x="158220" y="117153"/>
                      </a:lnTo>
                      <a:lnTo>
                        <a:pt x="110183" y="117153"/>
                      </a:lnTo>
                      <a:lnTo>
                        <a:pt x="105416" y="112379"/>
                      </a:lnTo>
                      <a:cubicBezTo>
                        <a:pt x="107341" y="108618"/>
                        <a:pt x="108534" y="104396"/>
                        <a:pt x="108534" y="99898"/>
                      </a:cubicBezTo>
                      <a:cubicBezTo>
                        <a:pt x="108534" y="85120"/>
                        <a:pt x="96522" y="73005"/>
                        <a:pt x="81763" y="73005"/>
                      </a:cubicBezTo>
                      <a:cubicBezTo>
                        <a:pt x="67004" y="73005"/>
                        <a:pt x="54999" y="85024"/>
                        <a:pt x="54999" y="99898"/>
                      </a:cubicBezTo>
                      <a:cubicBezTo>
                        <a:pt x="54999" y="114766"/>
                        <a:pt x="67004" y="126791"/>
                        <a:pt x="81763" y="126791"/>
                      </a:cubicBezTo>
                      <a:cubicBezTo>
                        <a:pt x="86441" y="126791"/>
                        <a:pt x="90933" y="125507"/>
                        <a:pt x="94783" y="123396"/>
                      </a:cubicBezTo>
                      <a:lnTo>
                        <a:pt x="103953" y="132573"/>
                      </a:lnTo>
                      <a:lnTo>
                        <a:pt x="158310" y="132573"/>
                      </a:lnTo>
                      <a:lnTo>
                        <a:pt x="158310" y="161391"/>
                      </a:lnTo>
                      <a:lnTo>
                        <a:pt x="86441" y="161391"/>
                      </a:lnTo>
                      <a:cubicBezTo>
                        <a:pt x="83143" y="150289"/>
                        <a:pt x="72876" y="142211"/>
                        <a:pt x="60774" y="142211"/>
                      </a:cubicBezTo>
                      <a:cubicBezTo>
                        <a:pt x="46015" y="142211"/>
                        <a:pt x="34009" y="154236"/>
                        <a:pt x="34009" y="169104"/>
                      </a:cubicBezTo>
                      <a:cubicBezTo>
                        <a:pt x="34009" y="183882"/>
                        <a:pt x="46015" y="195997"/>
                        <a:pt x="60774" y="195997"/>
                      </a:cubicBezTo>
                      <a:cubicBezTo>
                        <a:pt x="72876" y="195997"/>
                        <a:pt x="83143" y="187918"/>
                        <a:pt x="86441" y="176817"/>
                      </a:cubicBezTo>
                      <a:lnTo>
                        <a:pt x="158310" y="176817"/>
                      </a:lnTo>
                      <a:lnTo>
                        <a:pt x="158310" y="205635"/>
                      </a:lnTo>
                      <a:lnTo>
                        <a:pt x="103953" y="205635"/>
                      </a:lnTo>
                      <a:lnTo>
                        <a:pt x="95977" y="213617"/>
                      </a:lnTo>
                      <a:cubicBezTo>
                        <a:pt x="91850" y="211050"/>
                        <a:pt x="86993" y="209491"/>
                        <a:pt x="81763" y="209491"/>
                      </a:cubicBezTo>
                      <a:cubicBezTo>
                        <a:pt x="67004" y="209491"/>
                        <a:pt x="54999" y="221516"/>
                        <a:pt x="54999" y="236384"/>
                      </a:cubicBezTo>
                      <a:cubicBezTo>
                        <a:pt x="54999" y="251162"/>
                        <a:pt x="67004" y="263277"/>
                        <a:pt x="81763" y="263277"/>
                      </a:cubicBezTo>
                      <a:cubicBezTo>
                        <a:pt x="96522" y="263277"/>
                        <a:pt x="108534" y="251252"/>
                        <a:pt x="108534" y="236384"/>
                      </a:cubicBezTo>
                      <a:cubicBezTo>
                        <a:pt x="108534" y="232348"/>
                        <a:pt x="107617" y="228581"/>
                        <a:pt x="106057" y="225187"/>
                      </a:cubicBezTo>
                      <a:lnTo>
                        <a:pt x="110183" y="221054"/>
                      </a:lnTo>
                      <a:lnTo>
                        <a:pt x="158220" y="221054"/>
                      </a:lnTo>
                      <a:lnTo>
                        <a:pt x="158220" y="313855"/>
                      </a:lnTo>
                      <a:cubicBezTo>
                        <a:pt x="158220" y="318622"/>
                        <a:pt x="154370" y="322569"/>
                        <a:pt x="149512" y="322665"/>
                      </a:cubicBezTo>
                      <a:cubicBezTo>
                        <a:pt x="148961" y="322665"/>
                        <a:pt x="148498" y="322665"/>
                        <a:pt x="147953" y="322665"/>
                      </a:cubicBezTo>
                      <a:cubicBezTo>
                        <a:pt x="125674" y="322665"/>
                        <a:pt x="105505" y="310274"/>
                        <a:pt x="95239" y="290356"/>
                      </a:cubicBezTo>
                      <a:lnTo>
                        <a:pt x="93314" y="286589"/>
                      </a:lnTo>
                      <a:lnTo>
                        <a:pt x="89098" y="286224"/>
                      </a:lnTo>
                      <a:cubicBezTo>
                        <a:pt x="58483" y="283747"/>
                        <a:pt x="34555" y="257771"/>
                        <a:pt x="34555" y="226932"/>
                      </a:cubicBezTo>
                      <a:cubicBezTo>
                        <a:pt x="34555" y="224269"/>
                        <a:pt x="34830" y="221516"/>
                        <a:pt x="35293" y="218115"/>
                      </a:cubicBezTo>
                      <a:lnTo>
                        <a:pt x="35838" y="214265"/>
                      </a:lnTo>
                      <a:lnTo>
                        <a:pt x="33092" y="211506"/>
                      </a:lnTo>
                      <a:cubicBezTo>
                        <a:pt x="21631" y="200219"/>
                        <a:pt x="15304" y="185165"/>
                        <a:pt x="15304" y="169104"/>
                      </a:cubicBezTo>
                      <a:cubicBezTo>
                        <a:pt x="15304" y="153042"/>
                        <a:pt x="21631" y="137988"/>
                        <a:pt x="33092" y="126695"/>
                      </a:cubicBezTo>
                      <a:lnTo>
                        <a:pt x="35838" y="123942"/>
                      </a:lnTo>
                      <a:lnTo>
                        <a:pt x="35293" y="120092"/>
                      </a:lnTo>
                      <a:cubicBezTo>
                        <a:pt x="34741" y="116691"/>
                        <a:pt x="34555" y="113848"/>
                        <a:pt x="34555" y="111185"/>
                      </a:cubicBezTo>
                      <a:cubicBezTo>
                        <a:pt x="34555" y="80256"/>
                        <a:pt x="58663" y="54184"/>
                        <a:pt x="89374" y="51894"/>
                      </a:cubicBezTo>
                      <a:lnTo>
                        <a:pt x="93589" y="51618"/>
                      </a:lnTo>
                      <a:lnTo>
                        <a:pt x="95611" y="47851"/>
                      </a:lnTo>
                      <a:cubicBezTo>
                        <a:pt x="102669" y="34632"/>
                        <a:pt x="114220" y="24539"/>
                        <a:pt x="128061" y="19309"/>
                      </a:cubicBezTo>
                      <a:lnTo>
                        <a:pt x="149878" y="15452"/>
                      </a:lnTo>
                      <a:close/>
                      <a:moveTo>
                        <a:pt x="81673" y="111371"/>
                      </a:moveTo>
                      <a:cubicBezTo>
                        <a:pt x="75347" y="111371"/>
                        <a:pt x="70213" y="106231"/>
                        <a:pt x="70213" y="99898"/>
                      </a:cubicBezTo>
                      <a:cubicBezTo>
                        <a:pt x="70213" y="93564"/>
                        <a:pt x="75347" y="88425"/>
                        <a:pt x="81673" y="88425"/>
                      </a:cubicBezTo>
                      <a:cubicBezTo>
                        <a:pt x="88001" y="88425"/>
                        <a:pt x="93134" y="93564"/>
                        <a:pt x="93134" y="99898"/>
                      </a:cubicBezTo>
                      <a:cubicBezTo>
                        <a:pt x="93134" y="106135"/>
                        <a:pt x="88001" y="111371"/>
                        <a:pt x="81673" y="111371"/>
                      </a:cubicBezTo>
                      <a:close/>
                      <a:moveTo>
                        <a:pt x="72048" y="168918"/>
                      </a:moveTo>
                      <a:cubicBezTo>
                        <a:pt x="72048" y="175251"/>
                        <a:pt x="66915" y="180391"/>
                        <a:pt x="60588" y="180391"/>
                      </a:cubicBezTo>
                      <a:cubicBezTo>
                        <a:pt x="54267" y="180391"/>
                        <a:pt x="49134" y="175251"/>
                        <a:pt x="49134" y="168918"/>
                      </a:cubicBezTo>
                      <a:cubicBezTo>
                        <a:pt x="49134" y="162584"/>
                        <a:pt x="54267" y="157444"/>
                        <a:pt x="60588" y="157444"/>
                      </a:cubicBezTo>
                      <a:cubicBezTo>
                        <a:pt x="66915" y="157444"/>
                        <a:pt x="72048" y="162584"/>
                        <a:pt x="72048" y="168918"/>
                      </a:cubicBezTo>
                      <a:close/>
                      <a:moveTo>
                        <a:pt x="93134" y="236018"/>
                      </a:moveTo>
                      <a:cubicBezTo>
                        <a:pt x="93134" y="242352"/>
                        <a:pt x="88001" y="247492"/>
                        <a:pt x="81673" y="247492"/>
                      </a:cubicBezTo>
                      <a:cubicBezTo>
                        <a:pt x="75347" y="247492"/>
                        <a:pt x="70213" y="242352"/>
                        <a:pt x="70213" y="236018"/>
                      </a:cubicBezTo>
                      <a:cubicBezTo>
                        <a:pt x="70213" y="229685"/>
                        <a:pt x="75347" y="224545"/>
                        <a:pt x="81673" y="224545"/>
                      </a:cubicBezTo>
                      <a:cubicBezTo>
                        <a:pt x="88001" y="224545"/>
                        <a:pt x="93134" y="229685"/>
                        <a:pt x="93134" y="236018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DE3753BB-446B-D30B-0223-2ED6DAA019B9}"/>
                    </a:ext>
                  </a:extLst>
                </p:cNvPr>
                <p:cNvSpPr/>
                <p:nvPr/>
              </p:nvSpPr>
              <p:spPr>
                <a:xfrm>
                  <a:off x="4191847" y="3841769"/>
                  <a:ext cx="148318" cy="81782"/>
                </a:xfrm>
                <a:custGeom>
                  <a:avLst/>
                  <a:gdLst>
                    <a:gd name="connsiteX0" fmla="*/ 0 w 148318"/>
                    <a:gd name="connsiteY0" fmla="*/ 66459 h 81782"/>
                    <a:gd name="connsiteX1" fmla="*/ 0 w 148318"/>
                    <a:gd name="connsiteY1" fmla="*/ 81783 h 81782"/>
                    <a:gd name="connsiteX2" fmla="*/ 77554 w 148318"/>
                    <a:gd name="connsiteY2" fmla="*/ 81783 h 81782"/>
                    <a:gd name="connsiteX3" fmla="*/ 108721 w 148318"/>
                    <a:gd name="connsiteY3" fmla="*/ 50488 h 81782"/>
                    <a:gd name="connsiteX4" fmla="*/ 121554 w 148318"/>
                    <a:gd name="connsiteY4" fmla="*/ 53793 h 81782"/>
                    <a:gd name="connsiteX5" fmla="*/ 148319 w 148318"/>
                    <a:gd name="connsiteY5" fmla="*/ 26900 h 81782"/>
                    <a:gd name="connsiteX6" fmla="*/ 121554 w 148318"/>
                    <a:gd name="connsiteY6" fmla="*/ 0 h 81782"/>
                    <a:gd name="connsiteX7" fmla="*/ 94789 w 148318"/>
                    <a:gd name="connsiteY7" fmla="*/ 26900 h 81782"/>
                    <a:gd name="connsiteX8" fmla="*/ 97901 w 148318"/>
                    <a:gd name="connsiteY8" fmla="*/ 39470 h 81782"/>
                    <a:gd name="connsiteX9" fmla="*/ 71137 w 148318"/>
                    <a:gd name="connsiteY9" fmla="*/ 66273 h 81782"/>
                    <a:gd name="connsiteX10" fmla="*/ 0 w 148318"/>
                    <a:gd name="connsiteY10" fmla="*/ 66273 h 81782"/>
                    <a:gd name="connsiteX11" fmla="*/ 0 w 148318"/>
                    <a:gd name="connsiteY11" fmla="*/ 66459 h 81782"/>
                    <a:gd name="connsiteX12" fmla="*/ 121554 w 148318"/>
                    <a:gd name="connsiteY12" fmla="*/ 15516 h 81782"/>
                    <a:gd name="connsiteX13" fmla="*/ 133015 w 148318"/>
                    <a:gd name="connsiteY13" fmla="*/ 26989 h 81782"/>
                    <a:gd name="connsiteX14" fmla="*/ 121554 w 148318"/>
                    <a:gd name="connsiteY14" fmla="*/ 38463 h 81782"/>
                    <a:gd name="connsiteX15" fmla="*/ 110094 w 148318"/>
                    <a:gd name="connsiteY15" fmla="*/ 26989 h 81782"/>
                    <a:gd name="connsiteX16" fmla="*/ 121554 w 148318"/>
                    <a:gd name="connsiteY16" fmla="*/ 15516 h 81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8318" h="81782">
                      <a:moveTo>
                        <a:pt x="0" y="66459"/>
                      </a:moveTo>
                      <a:lnTo>
                        <a:pt x="0" y="81783"/>
                      </a:lnTo>
                      <a:lnTo>
                        <a:pt x="77554" y="81783"/>
                      </a:lnTo>
                      <a:lnTo>
                        <a:pt x="108721" y="50488"/>
                      </a:lnTo>
                      <a:cubicBezTo>
                        <a:pt x="112570" y="52599"/>
                        <a:pt x="116973" y="53793"/>
                        <a:pt x="121554" y="53793"/>
                      </a:cubicBezTo>
                      <a:cubicBezTo>
                        <a:pt x="136313" y="53793"/>
                        <a:pt x="148319" y="41767"/>
                        <a:pt x="148319" y="26900"/>
                      </a:cubicBezTo>
                      <a:cubicBezTo>
                        <a:pt x="148319" y="12025"/>
                        <a:pt x="136313" y="0"/>
                        <a:pt x="121554" y="0"/>
                      </a:cubicBezTo>
                      <a:cubicBezTo>
                        <a:pt x="106796" y="0"/>
                        <a:pt x="94789" y="12025"/>
                        <a:pt x="94789" y="26900"/>
                      </a:cubicBezTo>
                      <a:cubicBezTo>
                        <a:pt x="94789" y="31488"/>
                        <a:pt x="95977" y="35710"/>
                        <a:pt x="97901" y="39470"/>
                      </a:cubicBezTo>
                      <a:lnTo>
                        <a:pt x="71137" y="66273"/>
                      </a:lnTo>
                      <a:lnTo>
                        <a:pt x="0" y="66273"/>
                      </a:lnTo>
                      <a:lnTo>
                        <a:pt x="0" y="66459"/>
                      </a:lnTo>
                      <a:close/>
                      <a:moveTo>
                        <a:pt x="121554" y="15516"/>
                      </a:moveTo>
                      <a:cubicBezTo>
                        <a:pt x="127881" y="15516"/>
                        <a:pt x="133015" y="20656"/>
                        <a:pt x="133015" y="26989"/>
                      </a:cubicBezTo>
                      <a:cubicBezTo>
                        <a:pt x="133015" y="33323"/>
                        <a:pt x="127881" y="38463"/>
                        <a:pt x="121554" y="38463"/>
                      </a:cubicBezTo>
                      <a:cubicBezTo>
                        <a:pt x="115227" y="38463"/>
                        <a:pt x="110094" y="33323"/>
                        <a:pt x="110094" y="26989"/>
                      </a:cubicBezTo>
                      <a:cubicBezTo>
                        <a:pt x="110094" y="20656"/>
                        <a:pt x="115227" y="15516"/>
                        <a:pt x="121554" y="15516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51A0CB3B-2C88-CAA3-2F6A-9F97662C6D67}"/>
                    </a:ext>
                  </a:extLst>
                </p:cNvPr>
                <p:cNvSpPr/>
                <p:nvPr/>
              </p:nvSpPr>
              <p:spPr>
                <a:xfrm>
                  <a:off x="4191847" y="3996434"/>
                  <a:ext cx="149146" cy="80679"/>
                </a:xfrm>
                <a:custGeom>
                  <a:avLst/>
                  <a:gdLst>
                    <a:gd name="connsiteX0" fmla="*/ 122382 w 149146"/>
                    <a:gd name="connsiteY0" fmla="*/ 26893 h 80679"/>
                    <a:gd name="connsiteX1" fmla="*/ 108355 w 149146"/>
                    <a:gd name="connsiteY1" fmla="*/ 30929 h 80679"/>
                    <a:gd name="connsiteX2" fmla="*/ 77554 w 149146"/>
                    <a:gd name="connsiteY2" fmla="*/ 0 h 80679"/>
                    <a:gd name="connsiteX3" fmla="*/ 0 w 149146"/>
                    <a:gd name="connsiteY3" fmla="*/ 0 h 80679"/>
                    <a:gd name="connsiteX4" fmla="*/ 0 w 149146"/>
                    <a:gd name="connsiteY4" fmla="*/ 15323 h 80679"/>
                    <a:gd name="connsiteX5" fmla="*/ 71227 w 149146"/>
                    <a:gd name="connsiteY5" fmla="*/ 15323 h 80679"/>
                    <a:gd name="connsiteX6" fmla="*/ 98178 w 149146"/>
                    <a:gd name="connsiteY6" fmla="*/ 42499 h 80679"/>
                    <a:gd name="connsiteX7" fmla="*/ 95611 w 149146"/>
                    <a:gd name="connsiteY7" fmla="*/ 53786 h 80679"/>
                    <a:gd name="connsiteX8" fmla="*/ 122382 w 149146"/>
                    <a:gd name="connsiteY8" fmla="*/ 80679 h 80679"/>
                    <a:gd name="connsiteX9" fmla="*/ 149147 w 149146"/>
                    <a:gd name="connsiteY9" fmla="*/ 53786 h 80679"/>
                    <a:gd name="connsiteX10" fmla="*/ 122382 w 149146"/>
                    <a:gd name="connsiteY10" fmla="*/ 26893 h 80679"/>
                    <a:gd name="connsiteX11" fmla="*/ 122382 w 149146"/>
                    <a:gd name="connsiteY11" fmla="*/ 65259 h 80679"/>
                    <a:gd name="connsiteX12" fmla="*/ 110922 w 149146"/>
                    <a:gd name="connsiteY12" fmla="*/ 53786 h 80679"/>
                    <a:gd name="connsiteX13" fmla="*/ 122382 w 149146"/>
                    <a:gd name="connsiteY13" fmla="*/ 42313 h 80679"/>
                    <a:gd name="connsiteX14" fmla="*/ 133836 w 149146"/>
                    <a:gd name="connsiteY14" fmla="*/ 53786 h 80679"/>
                    <a:gd name="connsiteX15" fmla="*/ 122382 w 149146"/>
                    <a:gd name="connsiteY15" fmla="*/ 65259 h 80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49146" h="80679">
                      <a:moveTo>
                        <a:pt x="122382" y="26893"/>
                      </a:moveTo>
                      <a:cubicBezTo>
                        <a:pt x="117248" y="26893"/>
                        <a:pt x="112384" y="28363"/>
                        <a:pt x="108355" y="30929"/>
                      </a:cubicBezTo>
                      <a:lnTo>
                        <a:pt x="77554" y="0"/>
                      </a:lnTo>
                      <a:lnTo>
                        <a:pt x="0" y="0"/>
                      </a:lnTo>
                      <a:lnTo>
                        <a:pt x="0" y="15323"/>
                      </a:lnTo>
                      <a:lnTo>
                        <a:pt x="71227" y="15323"/>
                      </a:lnTo>
                      <a:lnTo>
                        <a:pt x="98178" y="42499"/>
                      </a:lnTo>
                      <a:cubicBezTo>
                        <a:pt x="96528" y="45983"/>
                        <a:pt x="95611" y="49750"/>
                        <a:pt x="95611" y="53786"/>
                      </a:cubicBezTo>
                      <a:cubicBezTo>
                        <a:pt x="95611" y="68564"/>
                        <a:pt x="107623" y="80679"/>
                        <a:pt x="122382" y="80679"/>
                      </a:cubicBezTo>
                      <a:cubicBezTo>
                        <a:pt x="137141" y="80679"/>
                        <a:pt x="149147" y="68654"/>
                        <a:pt x="149147" y="53786"/>
                      </a:cubicBezTo>
                      <a:cubicBezTo>
                        <a:pt x="149147" y="39008"/>
                        <a:pt x="137141" y="26893"/>
                        <a:pt x="122382" y="26893"/>
                      </a:cubicBezTo>
                      <a:close/>
                      <a:moveTo>
                        <a:pt x="122382" y="65259"/>
                      </a:moveTo>
                      <a:cubicBezTo>
                        <a:pt x="116055" y="65259"/>
                        <a:pt x="110922" y="60120"/>
                        <a:pt x="110922" y="53786"/>
                      </a:cubicBezTo>
                      <a:cubicBezTo>
                        <a:pt x="110922" y="47453"/>
                        <a:pt x="116055" y="42313"/>
                        <a:pt x="122382" y="42313"/>
                      </a:cubicBezTo>
                      <a:cubicBezTo>
                        <a:pt x="128703" y="42313"/>
                        <a:pt x="133836" y="47453"/>
                        <a:pt x="133836" y="53786"/>
                      </a:cubicBezTo>
                      <a:cubicBezTo>
                        <a:pt x="133836" y="60120"/>
                        <a:pt x="128703" y="65259"/>
                        <a:pt x="122382" y="65259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1BD2F49D-6E4F-DF5C-8DF3-8CA6DDC0A975}"/>
                    </a:ext>
                  </a:extLst>
                </p:cNvPr>
                <p:cNvSpPr/>
                <p:nvPr/>
              </p:nvSpPr>
              <p:spPr>
                <a:xfrm>
                  <a:off x="4191847" y="3933190"/>
                  <a:ext cx="181686" cy="53696"/>
                </a:xfrm>
                <a:custGeom>
                  <a:avLst/>
                  <a:gdLst>
                    <a:gd name="connsiteX0" fmla="*/ 154922 w 181686"/>
                    <a:gd name="connsiteY0" fmla="*/ 0 h 53696"/>
                    <a:gd name="connsiteX1" fmla="*/ 129254 w 181686"/>
                    <a:gd name="connsiteY1" fmla="*/ 19186 h 53696"/>
                    <a:gd name="connsiteX2" fmla="*/ 0 w 181686"/>
                    <a:gd name="connsiteY2" fmla="*/ 19186 h 53696"/>
                    <a:gd name="connsiteX3" fmla="*/ 0 w 181686"/>
                    <a:gd name="connsiteY3" fmla="*/ 34516 h 53696"/>
                    <a:gd name="connsiteX4" fmla="*/ 129254 w 181686"/>
                    <a:gd name="connsiteY4" fmla="*/ 34516 h 53696"/>
                    <a:gd name="connsiteX5" fmla="*/ 154922 w 181686"/>
                    <a:gd name="connsiteY5" fmla="*/ 53696 h 53696"/>
                    <a:gd name="connsiteX6" fmla="*/ 181686 w 181686"/>
                    <a:gd name="connsiteY6" fmla="*/ 26803 h 53696"/>
                    <a:gd name="connsiteX7" fmla="*/ 154922 w 181686"/>
                    <a:gd name="connsiteY7" fmla="*/ 0 h 53696"/>
                    <a:gd name="connsiteX8" fmla="*/ 154922 w 181686"/>
                    <a:gd name="connsiteY8" fmla="*/ 38366 h 53696"/>
                    <a:gd name="connsiteX9" fmla="*/ 143461 w 181686"/>
                    <a:gd name="connsiteY9" fmla="*/ 26893 h 53696"/>
                    <a:gd name="connsiteX10" fmla="*/ 154922 w 181686"/>
                    <a:gd name="connsiteY10" fmla="*/ 15420 h 53696"/>
                    <a:gd name="connsiteX11" fmla="*/ 166382 w 181686"/>
                    <a:gd name="connsiteY11" fmla="*/ 26893 h 53696"/>
                    <a:gd name="connsiteX12" fmla="*/ 154922 w 181686"/>
                    <a:gd name="connsiteY12" fmla="*/ 38366 h 53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1686" h="53696">
                      <a:moveTo>
                        <a:pt x="154922" y="0"/>
                      </a:moveTo>
                      <a:cubicBezTo>
                        <a:pt x="142819" y="0"/>
                        <a:pt x="132553" y="8079"/>
                        <a:pt x="129254" y="19186"/>
                      </a:cubicBezTo>
                      <a:lnTo>
                        <a:pt x="0" y="19186"/>
                      </a:lnTo>
                      <a:lnTo>
                        <a:pt x="0" y="34516"/>
                      </a:lnTo>
                      <a:lnTo>
                        <a:pt x="129254" y="34516"/>
                      </a:lnTo>
                      <a:cubicBezTo>
                        <a:pt x="132553" y="45617"/>
                        <a:pt x="142819" y="53696"/>
                        <a:pt x="154922" y="53696"/>
                      </a:cubicBezTo>
                      <a:cubicBezTo>
                        <a:pt x="169681" y="53696"/>
                        <a:pt x="181686" y="41671"/>
                        <a:pt x="181686" y="26803"/>
                      </a:cubicBezTo>
                      <a:cubicBezTo>
                        <a:pt x="181686" y="12025"/>
                        <a:pt x="169681" y="0"/>
                        <a:pt x="154922" y="0"/>
                      </a:cubicBezTo>
                      <a:close/>
                      <a:moveTo>
                        <a:pt x="154922" y="38366"/>
                      </a:moveTo>
                      <a:cubicBezTo>
                        <a:pt x="148595" y="38366"/>
                        <a:pt x="143461" y="33226"/>
                        <a:pt x="143461" y="26893"/>
                      </a:cubicBezTo>
                      <a:cubicBezTo>
                        <a:pt x="143461" y="20560"/>
                        <a:pt x="148595" y="15420"/>
                        <a:pt x="154922" y="15420"/>
                      </a:cubicBezTo>
                      <a:cubicBezTo>
                        <a:pt x="161249" y="15420"/>
                        <a:pt x="166382" y="20560"/>
                        <a:pt x="166382" y="26893"/>
                      </a:cubicBezTo>
                      <a:cubicBezTo>
                        <a:pt x="166382" y="33226"/>
                        <a:pt x="161249" y="38366"/>
                        <a:pt x="154922" y="38366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</p:grp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CCE32FB2-F49C-2C5A-A80F-9864F4D3D429}"/>
                </a:ext>
              </a:extLst>
            </p:cNvPr>
            <p:cNvSpPr txBox="1"/>
            <p:nvPr/>
          </p:nvSpPr>
          <p:spPr>
            <a:xfrm>
              <a:off x="3448068" y="4161262"/>
              <a:ext cx="1840131" cy="1264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         Generative AI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9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Oracle Sans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b="1" dirty="0"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Oracle Sans"/>
                </a:rPr>
                <a:t>LLM for RAG (*SELECT AI AGENT)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b="1" dirty="0"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Oracle Sans"/>
                </a:rPr>
                <a:t>Cohere CMD A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b="1" dirty="0"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Oracle Sans"/>
                </a:rPr>
                <a:t>Cohere 4 Embed</a:t>
              </a:r>
            </a:p>
            <a:p>
              <a:pPr algn="l"/>
              <a:r>
                <a: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 </a:t>
              </a:r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C7413727-E093-D0DA-302A-B2C2B885ACB7}"/>
              </a:ext>
            </a:extLst>
          </p:cNvPr>
          <p:cNvSpPr/>
          <p:nvPr/>
        </p:nvSpPr>
        <p:spPr>
          <a:xfrm>
            <a:off x="10420475" y="2604592"/>
            <a:ext cx="182880" cy="1828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1" dirty="0">
                <a:solidFill>
                  <a:srgbClr val="FFFFFF"/>
                </a:solidFill>
                <a:latin typeface="Oracle Sans"/>
              </a:rPr>
              <a:t>7</a:t>
            </a:r>
            <a:endParaRPr kumimoji="0" lang="en-GB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racle Sans"/>
              <a:ea typeface="+mn-ea"/>
              <a:cs typeface="+mn-cs"/>
            </a:endParaRPr>
          </a:p>
        </p:txBody>
      </p:sp>
      <p:grpSp>
        <p:nvGrpSpPr>
          <p:cNvPr id="248" name="Graphic 1518">
            <a:extLst>
              <a:ext uri="{FF2B5EF4-FFF2-40B4-BE49-F238E27FC236}">
                <a16:creationId xmlns:a16="http://schemas.microsoft.com/office/drawing/2014/main" id="{539821DA-8982-1133-A37A-BCDC226DE5A3}"/>
              </a:ext>
            </a:extLst>
          </p:cNvPr>
          <p:cNvGrpSpPr/>
          <p:nvPr/>
        </p:nvGrpSpPr>
        <p:grpSpPr>
          <a:xfrm>
            <a:off x="5847832" y="2621244"/>
            <a:ext cx="816249" cy="561509"/>
            <a:chOff x="989124" y="3069656"/>
            <a:chExt cx="816249" cy="561509"/>
          </a:xfrm>
        </p:grpSpPr>
        <p:grpSp>
          <p:nvGrpSpPr>
            <p:cNvPr id="249" name="Graphic 1518">
              <a:extLst>
                <a:ext uri="{FF2B5EF4-FFF2-40B4-BE49-F238E27FC236}">
                  <a16:creationId xmlns:a16="http://schemas.microsoft.com/office/drawing/2014/main" id="{A0F68C4A-C63E-A709-2C3D-44BFC2AA7985}"/>
                </a:ext>
              </a:extLst>
            </p:cNvPr>
            <p:cNvGrpSpPr/>
            <p:nvPr/>
          </p:nvGrpSpPr>
          <p:grpSpPr>
            <a:xfrm>
              <a:off x="1197819" y="3069656"/>
              <a:ext cx="385928" cy="385010"/>
              <a:chOff x="1197819" y="3069656"/>
              <a:chExt cx="385928" cy="385010"/>
            </a:xfrm>
          </p:grpSpPr>
          <p:grpSp>
            <p:nvGrpSpPr>
              <p:cNvPr id="44" name="Graphic 1518">
                <a:extLst>
                  <a:ext uri="{FF2B5EF4-FFF2-40B4-BE49-F238E27FC236}">
                    <a16:creationId xmlns:a16="http://schemas.microsoft.com/office/drawing/2014/main" id="{44ACFB2D-5F62-C0B6-6D73-7AA3BF0ADFE0}"/>
                  </a:ext>
                </a:extLst>
              </p:cNvPr>
              <p:cNvGrpSpPr/>
              <p:nvPr/>
            </p:nvGrpSpPr>
            <p:grpSpPr>
              <a:xfrm>
                <a:off x="1197819" y="3069656"/>
                <a:ext cx="385928" cy="385010"/>
                <a:chOff x="1197819" y="3069656"/>
                <a:chExt cx="385928" cy="385010"/>
              </a:xfrm>
              <a:solidFill>
                <a:srgbClr val="FFFFFF"/>
              </a:solidFill>
            </p:grpSpPr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5751D36A-52F2-EDC1-D042-85E3304F6BF7}"/>
                    </a:ext>
                  </a:extLst>
                </p:cNvPr>
                <p:cNvSpPr/>
                <p:nvPr/>
              </p:nvSpPr>
              <p:spPr>
                <a:xfrm>
                  <a:off x="1202400" y="3074240"/>
                  <a:ext cx="376764" cy="376762"/>
                </a:xfrm>
                <a:custGeom>
                  <a:avLst/>
                  <a:gdLst>
                    <a:gd name="connsiteX0" fmla="*/ 20168 w 376764"/>
                    <a:gd name="connsiteY0" fmla="*/ 375845 h 376762"/>
                    <a:gd name="connsiteX1" fmla="*/ 0 w 376764"/>
                    <a:gd name="connsiteY1" fmla="*/ 355677 h 376762"/>
                    <a:gd name="connsiteX2" fmla="*/ 0 w 376764"/>
                    <a:gd name="connsiteY2" fmla="*/ 20167 h 376762"/>
                    <a:gd name="connsiteX3" fmla="*/ 20168 w 376764"/>
                    <a:gd name="connsiteY3" fmla="*/ 0 h 376762"/>
                    <a:gd name="connsiteX4" fmla="*/ 356597 w 376764"/>
                    <a:gd name="connsiteY4" fmla="*/ 0 h 376762"/>
                    <a:gd name="connsiteX5" fmla="*/ 376765 w 376764"/>
                    <a:gd name="connsiteY5" fmla="*/ 20167 h 376762"/>
                    <a:gd name="connsiteX6" fmla="*/ 376765 w 376764"/>
                    <a:gd name="connsiteY6" fmla="*/ 356594 h 376762"/>
                    <a:gd name="connsiteX7" fmla="*/ 356597 w 376764"/>
                    <a:gd name="connsiteY7" fmla="*/ 376762 h 376762"/>
                    <a:gd name="connsiteX8" fmla="*/ 20168 w 376764"/>
                    <a:gd name="connsiteY8" fmla="*/ 375845 h 376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6764" h="376762">
                      <a:moveTo>
                        <a:pt x="20168" y="375845"/>
                      </a:moveTo>
                      <a:cubicBezTo>
                        <a:pt x="9170" y="375845"/>
                        <a:pt x="0" y="366675"/>
                        <a:pt x="0" y="355677"/>
                      </a:cubicBezTo>
                      <a:lnTo>
                        <a:pt x="0" y="20167"/>
                      </a:lnTo>
                      <a:cubicBezTo>
                        <a:pt x="0" y="9166"/>
                        <a:pt x="9170" y="0"/>
                        <a:pt x="20168" y="0"/>
                      </a:cubicBezTo>
                      <a:lnTo>
                        <a:pt x="356597" y="0"/>
                      </a:lnTo>
                      <a:cubicBezTo>
                        <a:pt x="367595" y="0"/>
                        <a:pt x="376765" y="9166"/>
                        <a:pt x="376765" y="20167"/>
                      </a:cubicBezTo>
                      <a:lnTo>
                        <a:pt x="376765" y="356594"/>
                      </a:lnTo>
                      <a:cubicBezTo>
                        <a:pt x="376765" y="367593"/>
                        <a:pt x="367595" y="376762"/>
                        <a:pt x="356597" y="376762"/>
                      </a:cubicBezTo>
                      <a:lnTo>
                        <a:pt x="20168" y="3758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7C520640-565F-5F79-3CCE-26FFB82F092B}"/>
                    </a:ext>
                  </a:extLst>
                </p:cNvPr>
                <p:cNvSpPr/>
                <p:nvPr/>
              </p:nvSpPr>
              <p:spPr>
                <a:xfrm>
                  <a:off x="1197819" y="3069656"/>
                  <a:ext cx="385928" cy="385010"/>
                </a:xfrm>
                <a:custGeom>
                  <a:avLst/>
                  <a:gdLst>
                    <a:gd name="connsiteX0" fmla="*/ 360261 w 385928"/>
                    <a:gd name="connsiteY0" fmla="*/ 9167 h 385010"/>
                    <a:gd name="connsiteX1" fmla="*/ 375841 w 385928"/>
                    <a:gd name="connsiteY1" fmla="*/ 24750 h 385010"/>
                    <a:gd name="connsiteX2" fmla="*/ 375841 w 385928"/>
                    <a:gd name="connsiteY2" fmla="*/ 361179 h 385010"/>
                    <a:gd name="connsiteX3" fmla="*/ 360261 w 385928"/>
                    <a:gd name="connsiteY3" fmla="*/ 376759 h 385010"/>
                    <a:gd name="connsiteX4" fmla="*/ 24750 w 385928"/>
                    <a:gd name="connsiteY4" fmla="*/ 376759 h 385010"/>
                    <a:gd name="connsiteX5" fmla="*/ 9170 w 385928"/>
                    <a:gd name="connsiteY5" fmla="*/ 360261 h 385010"/>
                    <a:gd name="connsiteX6" fmla="*/ 9170 w 385928"/>
                    <a:gd name="connsiteY6" fmla="*/ 24750 h 385010"/>
                    <a:gd name="connsiteX7" fmla="*/ 24750 w 385928"/>
                    <a:gd name="connsiteY7" fmla="*/ 9167 h 385010"/>
                    <a:gd name="connsiteX8" fmla="*/ 360261 w 385928"/>
                    <a:gd name="connsiteY8" fmla="*/ 9167 h 385010"/>
                    <a:gd name="connsiteX9" fmla="*/ 360261 w 385928"/>
                    <a:gd name="connsiteY9" fmla="*/ 0 h 385010"/>
                    <a:gd name="connsiteX10" fmla="*/ 24750 w 385928"/>
                    <a:gd name="connsiteY10" fmla="*/ 0 h 385010"/>
                    <a:gd name="connsiteX11" fmla="*/ 0 w 385928"/>
                    <a:gd name="connsiteY11" fmla="*/ 24750 h 385010"/>
                    <a:gd name="connsiteX12" fmla="*/ 0 w 385928"/>
                    <a:gd name="connsiteY12" fmla="*/ 361179 h 385010"/>
                    <a:gd name="connsiteX13" fmla="*/ 24750 w 385928"/>
                    <a:gd name="connsiteY13" fmla="*/ 385011 h 385010"/>
                    <a:gd name="connsiteX14" fmla="*/ 361178 w 385928"/>
                    <a:gd name="connsiteY14" fmla="*/ 385011 h 385010"/>
                    <a:gd name="connsiteX15" fmla="*/ 385928 w 385928"/>
                    <a:gd name="connsiteY15" fmla="*/ 360261 h 385010"/>
                    <a:gd name="connsiteX16" fmla="*/ 385928 w 385928"/>
                    <a:gd name="connsiteY16" fmla="*/ 24750 h 385010"/>
                    <a:gd name="connsiteX17" fmla="*/ 360261 w 385928"/>
                    <a:gd name="connsiteY17" fmla="*/ 0 h 385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85928" h="385010">
                      <a:moveTo>
                        <a:pt x="360261" y="9167"/>
                      </a:moveTo>
                      <a:cubicBezTo>
                        <a:pt x="368513" y="9167"/>
                        <a:pt x="375841" y="16500"/>
                        <a:pt x="375841" y="24750"/>
                      </a:cubicBezTo>
                      <a:lnTo>
                        <a:pt x="375841" y="361179"/>
                      </a:lnTo>
                      <a:cubicBezTo>
                        <a:pt x="375841" y="369424"/>
                        <a:pt x="368513" y="376759"/>
                        <a:pt x="360261" y="376759"/>
                      </a:cubicBezTo>
                      <a:lnTo>
                        <a:pt x="24750" y="376759"/>
                      </a:lnTo>
                      <a:cubicBezTo>
                        <a:pt x="16498" y="375841"/>
                        <a:pt x="9170" y="368513"/>
                        <a:pt x="9170" y="360261"/>
                      </a:cubicBezTo>
                      <a:lnTo>
                        <a:pt x="9170" y="24750"/>
                      </a:lnTo>
                      <a:cubicBezTo>
                        <a:pt x="9170" y="16500"/>
                        <a:pt x="16498" y="9167"/>
                        <a:pt x="24750" y="9167"/>
                      </a:cubicBezTo>
                      <a:lnTo>
                        <a:pt x="360261" y="9167"/>
                      </a:lnTo>
                      <a:close/>
                      <a:moveTo>
                        <a:pt x="360261" y="0"/>
                      </a:moveTo>
                      <a:lnTo>
                        <a:pt x="24750" y="0"/>
                      </a:lnTo>
                      <a:cubicBezTo>
                        <a:pt x="10998" y="0"/>
                        <a:pt x="0" y="11000"/>
                        <a:pt x="0" y="24750"/>
                      </a:cubicBezTo>
                      <a:lnTo>
                        <a:pt x="0" y="361179"/>
                      </a:lnTo>
                      <a:cubicBezTo>
                        <a:pt x="0" y="374012"/>
                        <a:pt x="10998" y="385011"/>
                        <a:pt x="24750" y="385011"/>
                      </a:cubicBezTo>
                      <a:lnTo>
                        <a:pt x="361178" y="385011"/>
                      </a:lnTo>
                      <a:cubicBezTo>
                        <a:pt x="374930" y="385011"/>
                        <a:pt x="385928" y="374012"/>
                        <a:pt x="385928" y="360261"/>
                      </a:cubicBezTo>
                      <a:lnTo>
                        <a:pt x="385928" y="24750"/>
                      </a:lnTo>
                      <a:cubicBezTo>
                        <a:pt x="385011" y="11000"/>
                        <a:pt x="374012" y="0"/>
                        <a:pt x="36026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  <p:grpSp>
            <p:nvGrpSpPr>
              <p:cNvPr id="45" name="Graphic 1518">
                <a:extLst>
                  <a:ext uri="{FF2B5EF4-FFF2-40B4-BE49-F238E27FC236}">
                    <a16:creationId xmlns:a16="http://schemas.microsoft.com/office/drawing/2014/main" id="{D0B6F983-8BCE-3EAA-4060-68805674A91E}"/>
                  </a:ext>
                </a:extLst>
              </p:cNvPr>
              <p:cNvGrpSpPr/>
              <p:nvPr/>
            </p:nvGrpSpPr>
            <p:grpSpPr>
              <a:xfrm>
                <a:off x="1206988" y="3078823"/>
                <a:ext cx="367588" cy="366679"/>
                <a:chOff x="1206988" y="3078823"/>
                <a:chExt cx="367588" cy="366679"/>
              </a:xfrm>
              <a:solidFill>
                <a:srgbClr val="2D5967"/>
              </a:solidFill>
            </p:grpSpPr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6083CC97-0901-8B93-BE50-A3B91A59BC74}"/>
                    </a:ext>
                  </a:extLst>
                </p:cNvPr>
                <p:cNvSpPr/>
                <p:nvPr/>
              </p:nvSpPr>
              <p:spPr>
                <a:xfrm>
                  <a:off x="1206988" y="3078823"/>
                  <a:ext cx="367588" cy="366679"/>
                </a:xfrm>
                <a:custGeom>
                  <a:avLst/>
                  <a:gdLst>
                    <a:gd name="connsiteX0" fmla="*/ 351091 w 367588"/>
                    <a:gd name="connsiteY0" fmla="*/ 0 h 366679"/>
                    <a:gd name="connsiteX1" fmla="*/ 15580 w 367588"/>
                    <a:gd name="connsiteY1" fmla="*/ 0 h 366679"/>
                    <a:gd name="connsiteX2" fmla="*/ 0 w 367588"/>
                    <a:gd name="connsiteY2" fmla="*/ 15584 h 366679"/>
                    <a:gd name="connsiteX3" fmla="*/ 0 w 367588"/>
                    <a:gd name="connsiteY3" fmla="*/ 352011 h 366679"/>
                    <a:gd name="connsiteX4" fmla="*/ 15580 w 367588"/>
                    <a:gd name="connsiteY4" fmla="*/ 366680 h 366679"/>
                    <a:gd name="connsiteX5" fmla="*/ 352009 w 367588"/>
                    <a:gd name="connsiteY5" fmla="*/ 366680 h 366679"/>
                    <a:gd name="connsiteX6" fmla="*/ 367589 w 367588"/>
                    <a:gd name="connsiteY6" fmla="*/ 351093 h 366679"/>
                    <a:gd name="connsiteX7" fmla="*/ 367589 w 367588"/>
                    <a:gd name="connsiteY7" fmla="*/ 15584 h 366679"/>
                    <a:gd name="connsiteX8" fmla="*/ 351091 w 367588"/>
                    <a:gd name="connsiteY8" fmla="*/ 0 h 366679"/>
                    <a:gd name="connsiteX9" fmla="*/ 352926 w 367588"/>
                    <a:gd name="connsiteY9" fmla="*/ 351093 h 366679"/>
                    <a:gd name="connsiteX10" fmla="*/ 351091 w 367588"/>
                    <a:gd name="connsiteY10" fmla="*/ 352928 h 366679"/>
                    <a:gd name="connsiteX11" fmla="*/ 15580 w 367588"/>
                    <a:gd name="connsiteY11" fmla="*/ 352928 h 366679"/>
                    <a:gd name="connsiteX12" fmla="*/ 13745 w 367588"/>
                    <a:gd name="connsiteY12" fmla="*/ 351093 h 366679"/>
                    <a:gd name="connsiteX13" fmla="*/ 13745 w 367588"/>
                    <a:gd name="connsiteY13" fmla="*/ 15584 h 366679"/>
                    <a:gd name="connsiteX14" fmla="*/ 15580 w 367588"/>
                    <a:gd name="connsiteY14" fmla="*/ 13751 h 366679"/>
                    <a:gd name="connsiteX15" fmla="*/ 352009 w 367588"/>
                    <a:gd name="connsiteY15" fmla="*/ 13751 h 366679"/>
                    <a:gd name="connsiteX16" fmla="*/ 353838 w 367588"/>
                    <a:gd name="connsiteY16" fmla="*/ 15584 h 366679"/>
                    <a:gd name="connsiteX17" fmla="*/ 352926 w 367588"/>
                    <a:gd name="connsiteY17" fmla="*/ 351093 h 366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67588" h="366679">
                      <a:moveTo>
                        <a:pt x="351091" y="0"/>
                      </a:moveTo>
                      <a:lnTo>
                        <a:pt x="15580" y="0"/>
                      </a:lnTo>
                      <a:cubicBezTo>
                        <a:pt x="7328" y="0"/>
                        <a:pt x="0" y="7334"/>
                        <a:pt x="0" y="15584"/>
                      </a:cubicBezTo>
                      <a:lnTo>
                        <a:pt x="0" y="352011"/>
                      </a:lnTo>
                      <a:cubicBezTo>
                        <a:pt x="0" y="359345"/>
                        <a:pt x="7328" y="366680"/>
                        <a:pt x="15580" y="366680"/>
                      </a:cubicBezTo>
                      <a:lnTo>
                        <a:pt x="352009" y="366680"/>
                      </a:lnTo>
                      <a:cubicBezTo>
                        <a:pt x="360254" y="366680"/>
                        <a:pt x="367589" y="359345"/>
                        <a:pt x="367589" y="351093"/>
                      </a:cubicBezTo>
                      <a:lnTo>
                        <a:pt x="367589" y="15584"/>
                      </a:lnTo>
                      <a:cubicBezTo>
                        <a:pt x="366671" y="7334"/>
                        <a:pt x="359343" y="0"/>
                        <a:pt x="351091" y="0"/>
                      </a:cubicBezTo>
                      <a:close/>
                      <a:moveTo>
                        <a:pt x="352926" y="351093"/>
                      </a:moveTo>
                      <a:cubicBezTo>
                        <a:pt x="352926" y="352011"/>
                        <a:pt x="352009" y="352928"/>
                        <a:pt x="351091" y="352928"/>
                      </a:cubicBezTo>
                      <a:lnTo>
                        <a:pt x="15580" y="352928"/>
                      </a:lnTo>
                      <a:cubicBezTo>
                        <a:pt x="14663" y="352928"/>
                        <a:pt x="13745" y="352011"/>
                        <a:pt x="13745" y="351093"/>
                      </a:cubicBezTo>
                      <a:lnTo>
                        <a:pt x="13745" y="15584"/>
                      </a:lnTo>
                      <a:cubicBezTo>
                        <a:pt x="13745" y="14667"/>
                        <a:pt x="14663" y="13751"/>
                        <a:pt x="15580" y="13751"/>
                      </a:cubicBezTo>
                      <a:lnTo>
                        <a:pt x="352009" y="13751"/>
                      </a:lnTo>
                      <a:cubicBezTo>
                        <a:pt x="352926" y="13751"/>
                        <a:pt x="353838" y="14667"/>
                        <a:pt x="353838" y="15584"/>
                      </a:cubicBezTo>
                      <a:lnTo>
                        <a:pt x="352926" y="351093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9D3503F-5E5E-651A-D4C7-0DC938D27114}"/>
                    </a:ext>
                  </a:extLst>
                </p:cNvPr>
                <p:cNvSpPr/>
                <p:nvPr/>
              </p:nvSpPr>
              <p:spPr>
                <a:xfrm>
                  <a:off x="1247318" y="3321745"/>
                  <a:ext cx="285093" cy="81586"/>
                </a:xfrm>
                <a:custGeom>
                  <a:avLst/>
                  <a:gdLst>
                    <a:gd name="connsiteX0" fmla="*/ 0 w 285093"/>
                    <a:gd name="connsiteY0" fmla="*/ 81586 h 81586"/>
                    <a:gd name="connsiteX1" fmla="*/ 285094 w 285093"/>
                    <a:gd name="connsiteY1" fmla="*/ 81586 h 81586"/>
                    <a:gd name="connsiteX2" fmla="*/ 285094 w 285093"/>
                    <a:gd name="connsiteY2" fmla="*/ 0 h 81586"/>
                    <a:gd name="connsiteX3" fmla="*/ 0 w 285093"/>
                    <a:gd name="connsiteY3" fmla="*/ 0 h 81586"/>
                    <a:gd name="connsiteX4" fmla="*/ 0 w 285093"/>
                    <a:gd name="connsiteY4" fmla="*/ 81586 h 81586"/>
                    <a:gd name="connsiteX5" fmla="*/ 13751 w 285093"/>
                    <a:gd name="connsiteY5" fmla="*/ 13751 h 81586"/>
                    <a:gd name="connsiteX6" fmla="*/ 271343 w 285093"/>
                    <a:gd name="connsiteY6" fmla="*/ 13751 h 81586"/>
                    <a:gd name="connsiteX7" fmla="*/ 271343 w 285093"/>
                    <a:gd name="connsiteY7" fmla="*/ 67836 h 81586"/>
                    <a:gd name="connsiteX8" fmla="*/ 13751 w 285093"/>
                    <a:gd name="connsiteY8" fmla="*/ 67836 h 81586"/>
                    <a:gd name="connsiteX9" fmla="*/ 13751 w 285093"/>
                    <a:gd name="connsiteY9" fmla="*/ 13751 h 815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093" h="81586">
                      <a:moveTo>
                        <a:pt x="0" y="81586"/>
                      </a:moveTo>
                      <a:lnTo>
                        <a:pt x="285094" y="81586"/>
                      </a:lnTo>
                      <a:lnTo>
                        <a:pt x="285094" y="0"/>
                      </a:lnTo>
                      <a:lnTo>
                        <a:pt x="0" y="0"/>
                      </a:lnTo>
                      <a:lnTo>
                        <a:pt x="0" y="81586"/>
                      </a:lnTo>
                      <a:close/>
                      <a:moveTo>
                        <a:pt x="13751" y="13751"/>
                      </a:moveTo>
                      <a:lnTo>
                        <a:pt x="271343" y="13751"/>
                      </a:lnTo>
                      <a:lnTo>
                        <a:pt x="271343" y="67836"/>
                      </a:lnTo>
                      <a:lnTo>
                        <a:pt x="13751" y="67836"/>
                      </a:lnTo>
                      <a:lnTo>
                        <a:pt x="13751" y="13751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403628AB-2D75-5568-E282-6F77C7A82A73}"/>
                    </a:ext>
                  </a:extLst>
                </p:cNvPr>
                <p:cNvSpPr/>
                <p:nvPr/>
              </p:nvSpPr>
              <p:spPr>
                <a:xfrm>
                  <a:off x="1478324" y="3351997"/>
                  <a:ext cx="20168" cy="20167"/>
                </a:xfrm>
                <a:custGeom>
                  <a:avLst/>
                  <a:gdLst>
                    <a:gd name="connsiteX0" fmla="*/ 10087 w 20168"/>
                    <a:gd name="connsiteY0" fmla="*/ 20167 h 20167"/>
                    <a:gd name="connsiteX1" fmla="*/ 20168 w 20168"/>
                    <a:gd name="connsiteY1" fmla="*/ 10083 h 20167"/>
                    <a:gd name="connsiteX2" fmla="*/ 10087 w 20168"/>
                    <a:gd name="connsiteY2" fmla="*/ 0 h 20167"/>
                    <a:gd name="connsiteX3" fmla="*/ 0 w 20168"/>
                    <a:gd name="connsiteY3" fmla="*/ 10083 h 20167"/>
                    <a:gd name="connsiteX4" fmla="*/ 10087 w 20168"/>
                    <a:gd name="connsiteY4" fmla="*/ 20167 h 20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68" h="20167">
                      <a:moveTo>
                        <a:pt x="10087" y="20167"/>
                      </a:moveTo>
                      <a:cubicBezTo>
                        <a:pt x="15657" y="20167"/>
                        <a:pt x="20168" y="15653"/>
                        <a:pt x="20168" y="10083"/>
                      </a:cubicBezTo>
                      <a:cubicBezTo>
                        <a:pt x="20168" y="4515"/>
                        <a:pt x="15657" y="0"/>
                        <a:pt x="10087" y="0"/>
                      </a:cubicBezTo>
                      <a:cubicBezTo>
                        <a:pt x="4517" y="0"/>
                        <a:pt x="0" y="4515"/>
                        <a:pt x="0" y="10083"/>
                      </a:cubicBezTo>
                      <a:cubicBezTo>
                        <a:pt x="0" y="15653"/>
                        <a:pt x="4517" y="20167"/>
                        <a:pt x="10087" y="20167"/>
                      </a:cubicBez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06A6740C-2F2F-A5CF-C2C5-93EA822BB34B}"/>
                    </a:ext>
                  </a:extLst>
                </p:cNvPr>
                <p:cNvSpPr/>
                <p:nvPr/>
              </p:nvSpPr>
              <p:spPr>
                <a:xfrm>
                  <a:off x="1247318" y="3119158"/>
                  <a:ext cx="285093" cy="81585"/>
                </a:xfrm>
                <a:custGeom>
                  <a:avLst/>
                  <a:gdLst>
                    <a:gd name="connsiteX0" fmla="*/ 0 w 285093"/>
                    <a:gd name="connsiteY0" fmla="*/ 81585 h 81585"/>
                    <a:gd name="connsiteX1" fmla="*/ 285094 w 285093"/>
                    <a:gd name="connsiteY1" fmla="*/ 81585 h 81585"/>
                    <a:gd name="connsiteX2" fmla="*/ 285094 w 285093"/>
                    <a:gd name="connsiteY2" fmla="*/ 0 h 81585"/>
                    <a:gd name="connsiteX3" fmla="*/ 0 w 285093"/>
                    <a:gd name="connsiteY3" fmla="*/ 0 h 81585"/>
                    <a:gd name="connsiteX4" fmla="*/ 0 w 285093"/>
                    <a:gd name="connsiteY4" fmla="*/ 81585 h 81585"/>
                    <a:gd name="connsiteX5" fmla="*/ 13751 w 285093"/>
                    <a:gd name="connsiteY5" fmla="*/ 13750 h 81585"/>
                    <a:gd name="connsiteX6" fmla="*/ 271343 w 285093"/>
                    <a:gd name="connsiteY6" fmla="*/ 13750 h 81585"/>
                    <a:gd name="connsiteX7" fmla="*/ 271343 w 285093"/>
                    <a:gd name="connsiteY7" fmla="*/ 67835 h 81585"/>
                    <a:gd name="connsiteX8" fmla="*/ 13751 w 285093"/>
                    <a:gd name="connsiteY8" fmla="*/ 67835 h 81585"/>
                    <a:gd name="connsiteX9" fmla="*/ 13751 w 285093"/>
                    <a:gd name="connsiteY9" fmla="*/ 13750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093" h="81585">
                      <a:moveTo>
                        <a:pt x="0" y="81585"/>
                      </a:moveTo>
                      <a:lnTo>
                        <a:pt x="285094" y="81585"/>
                      </a:lnTo>
                      <a:lnTo>
                        <a:pt x="285094" y="0"/>
                      </a:lnTo>
                      <a:lnTo>
                        <a:pt x="0" y="0"/>
                      </a:lnTo>
                      <a:lnTo>
                        <a:pt x="0" y="81585"/>
                      </a:lnTo>
                      <a:close/>
                      <a:moveTo>
                        <a:pt x="13751" y="13750"/>
                      </a:moveTo>
                      <a:lnTo>
                        <a:pt x="271343" y="13750"/>
                      </a:lnTo>
                      <a:lnTo>
                        <a:pt x="271343" y="67835"/>
                      </a:lnTo>
                      <a:lnTo>
                        <a:pt x="13751" y="67835"/>
                      </a:lnTo>
                      <a:lnTo>
                        <a:pt x="13751" y="1375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33AD6EC1-C0BC-6F38-67C5-132410748799}"/>
                    </a:ext>
                  </a:extLst>
                </p:cNvPr>
                <p:cNvSpPr/>
                <p:nvPr/>
              </p:nvSpPr>
              <p:spPr>
                <a:xfrm>
                  <a:off x="1478324" y="3150327"/>
                  <a:ext cx="20168" cy="20166"/>
                </a:xfrm>
                <a:custGeom>
                  <a:avLst/>
                  <a:gdLst>
                    <a:gd name="connsiteX0" fmla="*/ 10087 w 20168"/>
                    <a:gd name="connsiteY0" fmla="*/ 20167 h 20166"/>
                    <a:gd name="connsiteX1" fmla="*/ 20168 w 20168"/>
                    <a:gd name="connsiteY1" fmla="*/ 10083 h 20166"/>
                    <a:gd name="connsiteX2" fmla="*/ 10087 w 20168"/>
                    <a:gd name="connsiteY2" fmla="*/ 0 h 20166"/>
                    <a:gd name="connsiteX3" fmla="*/ 0 w 20168"/>
                    <a:gd name="connsiteY3" fmla="*/ 10083 h 20166"/>
                    <a:gd name="connsiteX4" fmla="*/ 10087 w 20168"/>
                    <a:gd name="connsiteY4" fmla="*/ 20167 h 20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68" h="20166">
                      <a:moveTo>
                        <a:pt x="10087" y="20167"/>
                      </a:moveTo>
                      <a:cubicBezTo>
                        <a:pt x="15657" y="20167"/>
                        <a:pt x="20168" y="15653"/>
                        <a:pt x="20168" y="10083"/>
                      </a:cubicBezTo>
                      <a:cubicBezTo>
                        <a:pt x="20168" y="4514"/>
                        <a:pt x="15657" y="0"/>
                        <a:pt x="10087" y="0"/>
                      </a:cubicBezTo>
                      <a:cubicBezTo>
                        <a:pt x="4517" y="0"/>
                        <a:pt x="0" y="4514"/>
                        <a:pt x="0" y="10083"/>
                      </a:cubicBezTo>
                      <a:cubicBezTo>
                        <a:pt x="0" y="15653"/>
                        <a:pt x="4517" y="20167"/>
                        <a:pt x="10087" y="20167"/>
                      </a:cubicBez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B3B8A4BD-F621-75F5-711F-01031E3E1F4A}"/>
                    </a:ext>
                  </a:extLst>
                </p:cNvPr>
                <p:cNvSpPr/>
                <p:nvPr/>
              </p:nvSpPr>
              <p:spPr>
                <a:xfrm>
                  <a:off x="1247318" y="3220912"/>
                  <a:ext cx="285093" cy="81585"/>
                </a:xfrm>
                <a:custGeom>
                  <a:avLst/>
                  <a:gdLst>
                    <a:gd name="connsiteX0" fmla="*/ 0 w 285093"/>
                    <a:gd name="connsiteY0" fmla="*/ 81586 h 81585"/>
                    <a:gd name="connsiteX1" fmla="*/ 285094 w 285093"/>
                    <a:gd name="connsiteY1" fmla="*/ 81586 h 81585"/>
                    <a:gd name="connsiteX2" fmla="*/ 285094 w 285093"/>
                    <a:gd name="connsiteY2" fmla="*/ 0 h 81585"/>
                    <a:gd name="connsiteX3" fmla="*/ 0 w 285093"/>
                    <a:gd name="connsiteY3" fmla="*/ 0 h 81585"/>
                    <a:gd name="connsiteX4" fmla="*/ 0 w 285093"/>
                    <a:gd name="connsiteY4" fmla="*/ 81586 h 81585"/>
                    <a:gd name="connsiteX5" fmla="*/ 13751 w 285093"/>
                    <a:gd name="connsiteY5" fmla="*/ 13750 h 81585"/>
                    <a:gd name="connsiteX6" fmla="*/ 271343 w 285093"/>
                    <a:gd name="connsiteY6" fmla="*/ 13750 h 81585"/>
                    <a:gd name="connsiteX7" fmla="*/ 271343 w 285093"/>
                    <a:gd name="connsiteY7" fmla="*/ 68752 h 81585"/>
                    <a:gd name="connsiteX8" fmla="*/ 13751 w 285093"/>
                    <a:gd name="connsiteY8" fmla="*/ 68752 h 81585"/>
                    <a:gd name="connsiteX9" fmla="*/ 13751 w 285093"/>
                    <a:gd name="connsiteY9" fmla="*/ 13750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093" h="81585">
                      <a:moveTo>
                        <a:pt x="0" y="81586"/>
                      </a:moveTo>
                      <a:lnTo>
                        <a:pt x="285094" y="81586"/>
                      </a:lnTo>
                      <a:lnTo>
                        <a:pt x="285094" y="0"/>
                      </a:lnTo>
                      <a:lnTo>
                        <a:pt x="0" y="0"/>
                      </a:lnTo>
                      <a:lnTo>
                        <a:pt x="0" y="81586"/>
                      </a:lnTo>
                      <a:close/>
                      <a:moveTo>
                        <a:pt x="13751" y="13750"/>
                      </a:moveTo>
                      <a:lnTo>
                        <a:pt x="271343" y="13750"/>
                      </a:lnTo>
                      <a:lnTo>
                        <a:pt x="271343" y="68752"/>
                      </a:lnTo>
                      <a:lnTo>
                        <a:pt x="13751" y="68752"/>
                      </a:lnTo>
                      <a:lnTo>
                        <a:pt x="13751" y="1375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D7B2EA12-8323-BA46-F2A7-22CEF4C2D2D6}"/>
                    </a:ext>
                  </a:extLst>
                </p:cNvPr>
                <p:cNvSpPr/>
                <p:nvPr/>
              </p:nvSpPr>
              <p:spPr>
                <a:xfrm>
                  <a:off x="1478324" y="3252078"/>
                  <a:ext cx="20168" cy="20167"/>
                </a:xfrm>
                <a:custGeom>
                  <a:avLst/>
                  <a:gdLst>
                    <a:gd name="connsiteX0" fmla="*/ 10087 w 20168"/>
                    <a:gd name="connsiteY0" fmla="*/ 20167 h 20167"/>
                    <a:gd name="connsiteX1" fmla="*/ 20168 w 20168"/>
                    <a:gd name="connsiteY1" fmla="*/ 10083 h 20167"/>
                    <a:gd name="connsiteX2" fmla="*/ 10087 w 20168"/>
                    <a:gd name="connsiteY2" fmla="*/ 0 h 20167"/>
                    <a:gd name="connsiteX3" fmla="*/ 0 w 20168"/>
                    <a:gd name="connsiteY3" fmla="*/ 10083 h 20167"/>
                    <a:gd name="connsiteX4" fmla="*/ 10087 w 20168"/>
                    <a:gd name="connsiteY4" fmla="*/ 20167 h 20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68" h="20167">
                      <a:moveTo>
                        <a:pt x="10087" y="20167"/>
                      </a:moveTo>
                      <a:cubicBezTo>
                        <a:pt x="15657" y="20167"/>
                        <a:pt x="20168" y="15653"/>
                        <a:pt x="20168" y="10083"/>
                      </a:cubicBezTo>
                      <a:cubicBezTo>
                        <a:pt x="20168" y="4515"/>
                        <a:pt x="15657" y="0"/>
                        <a:pt x="10087" y="0"/>
                      </a:cubicBezTo>
                      <a:cubicBezTo>
                        <a:pt x="4517" y="0"/>
                        <a:pt x="0" y="4515"/>
                        <a:pt x="0" y="10083"/>
                      </a:cubicBezTo>
                      <a:cubicBezTo>
                        <a:pt x="0" y="15653"/>
                        <a:pt x="4517" y="20167"/>
                        <a:pt x="10087" y="20167"/>
                      </a:cubicBez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25DCEE9-46E7-C960-D45E-F0CDB6907FAA}"/>
                </a:ext>
              </a:extLst>
            </p:cNvPr>
            <p:cNvSpPr txBox="1"/>
            <p:nvPr/>
          </p:nvSpPr>
          <p:spPr>
            <a:xfrm>
              <a:off x="989124" y="3414183"/>
              <a:ext cx="816249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OCI Compute</a:t>
              </a:r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4C30455-648D-4971-4E8C-10FE139CE38F}"/>
              </a:ext>
            </a:extLst>
          </p:cNvPr>
          <p:cNvCxnSpPr>
            <a:cxnSpLocks/>
          </p:cNvCxnSpPr>
          <p:nvPr/>
        </p:nvCxnSpPr>
        <p:spPr>
          <a:xfrm>
            <a:off x="6248572" y="3173204"/>
            <a:ext cx="0" cy="219361"/>
          </a:xfrm>
          <a:prstGeom prst="straightConnector1">
            <a:avLst/>
          </a:prstGeom>
          <a:ln w="12700">
            <a:solidFill>
              <a:srgbClr val="312D2A"/>
            </a:solidFill>
            <a:miter lim="800000"/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CFA3122-2C2D-DECB-CEE9-FF098903F940}"/>
              </a:ext>
            </a:extLst>
          </p:cNvPr>
          <p:cNvCxnSpPr>
            <a:cxnSpLocks/>
          </p:cNvCxnSpPr>
          <p:nvPr/>
        </p:nvCxnSpPr>
        <p:spPr>
          <a:xfrm>
            <a:off x="6242236" y="4665751"/>
            <a:ext cx="0" cy="219361"/>
          </a:xfrm>
          <a:prstGeom prst="straightConnector1">
            <a:avLst/>
          </a:prstGeom>
          <a:ln w="12700">
            <a:solidFill>
              <a:srgbClr val="312D2A"/>
            </a:solidFill>
            <a:miter lim="800000"/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aphic 4">
            <a:extLst>
              <a:ext uri="{FF2B5EF4-FFF2-40B4-BE49-F238E27FC236}">
                <a16:creationId xmlns:a16="http://schemas.microsoft.com/office/drawing/2014/main" id="{8770F519-209B-2A1C-E801-2453F6DFBFED}"/>
              </a:ext>
            </a:extLst>
          </p:cNvPr>
          <p:cNvGrpSpPr/>
          <p:nvPr/>
        </p:nvGrpSpPr>
        <p:grpSpPr>
          <a:xfrm>
            <a:off x="6500988" y="3410167"/>
            <a:ext cx="1531084" cy="578526"/>
            <a:chOff x="3924626" y="3781925"/>
            <a:chExt cx="1840131" cy="707492"/>
          </a:xfrm>
        </p:grpSpPr>
        <p:grpSp>
          <p:nvGrpSpPr>
            <p:cNvPr id="14" name="Graphic 4">
              <a:extLst>
                <a:ext uri="{FF2B5EF4-FFF2-40B4-BE49-F238E27FC236}">
                  <a16:creationId xmlns:a16="http://schemas.microsoft.com/office/drawing/2014/main" id="{AE03D5EC-3EB5-B505-88F1-9D23165DADA2}"/>
                </a:ext>
              </a:extLst>
            </p:cNvPr>
            <p:cNvGrpSpPr/>
            <p:nvPr/>
          </p:nvGrpSpPr>
          <p:grpSpPr>
            <a:xfrm>
              <a:off x="3997692" y="3781925"/>
              <a:ext cx="385009" cy="356134"/>
              <a:chOff x="3997692" y="3781925"/>
              <a:chExt cx="385009" cy="356134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FDE84A2-308C-C6EA-2285-E7BA6221268E}"/>
                  </a:ext>
                </a:extLst>
              </p:cNvPr>
              <p:cNvSpPr/>
              <p:nvPr/>
            </p:nvSpPr>
            <p:spPr>
              <a:xfrm>
                <a:off x="3997692" y="3781925"/>
                <a:ext cx="385009" cy="356134"/>
              </a:xfrm>
              <a:custGeom>
                <a:avLst/>
                <a:gdLst>
                  <a:gd name="connsiteX0" fmla="*/ 194155 w 385010"/>
                  <a:gd name="connsiteY0" fmla="*/ 194956 h 356134"/>
                  <a:gd name="connsiteX1" fmla="*/ 317358 w 385010"/>
                  <a:gd name="connsiteY1" fmla="*/ 194956 h 356134"/>
                  <a:gd name="connsiteX2" fmla="*/ 349076 w 385010"/>
                  <a:gd name="connsiteY2" fmla="*/ 214143 h 356134"/>
                  <a:gd name="connsiteX3" fmla="*/ 385011 w 385010"/>
                  <a:gd name="connsiteY3" fmla="*/ 178067 h 356134"/>
                  <a:gd name="connsiteX4" fmla="*/ 349076 w 385010"/>
                  <a:gd name="connsiteY4" fmla="*/ 141992 h 356134"/>
                  <a:gd name="connsiteX5" fmla="*/ 317358 w 385010"/>
                  <a:gd name="connsiteY5" fmla="*/ 161178 h 356134"/>
                  <a:gd name="connsiteX6" fmla="*/ 194155 w 385010"/>
                  <a:gd name="connsiteY6" fmla="*/ 161178 h 356134"/>
                  <a:gd name="connsiteX7" fmla="*/ 191864 w 385010"/>
                  <a:gd name="connsiteY7" fmla="*/ 161178 h 356134"/>
                  <a:gd name="connsiteX8" fmla="*/ 191864 w 385010"/>
                  <a:gd name="connsiteY8" fmla="*/ 150712 h 356134"/>
                  <a:gd name="connsiteX9" fmla="*/ 194155 w 385010"/>
                  <a:gd name="connsiteY9" fmla="*/ 150712 h 356134"/>
                  <a:gd name="connsiteX10" fmla="*/ 271708 w 385010"/>
                  <a:gd name="connsiteY10" fmla="*/ 150712 h 356134"/>
                  <a:gd name="connsiteX11" fmla="*/ 275469 w 385010"/>
                  <a:gd name="connsiteY11" fmla="*/ 150712 h 356134"/>
                  <a:gd name="connsiteX12" fmla="*/ 278125 w 385010"/>
                  <a:gd name="connsiteY12" fmla="*/ 148056 h 356134"/>
                  <a:gd name="connsiteX13" fmla="*/ 304986 w 385010"/>
                  <a:gd name="connsiteY13" fmla="*/ 121156 h 356134"/>
                  <a:gd name="connsiteX14" fmla="*/ 315709 w 385010"/>
                  <a:gd name="connsiteY14" fmla="*/ 122812 h 356134"/>
                  <a:gd name="connsiteX15" fmla="*/ 351643 w 385010"/>
                  <a:gd name="connsiteY15" fmla="*/ 86736 h 356134"/>
                  <a:gd name="connsiteX16" fmla="*/ 315709 w 385010"/>
                  <a:gd name="connsiteY16" fmla="*/ 50667 h 356134"/>
                  <a:gd name="connsiteX17" fmla="*/ 279774 w 385010"/>
                  <a:gd name="connsiteY17" fmla="*/ 86736 h 356134"/>
                  <a:gd name="connsiteX18" fmla="*/ 281334 w 385010"/>
                  <a:gd name="connsiteY18" fmla="*/ 97202 h 356134"/>
                  <a:gd name="connsiteX19" fmla="*/ 261531 w 385010"/>
                  <a:gd name="connsiteY19" fmla="*/ 117030 h 356134"/>
                  <a:gd name="connsiteX20" fmla="*/ 194155 w 385010"/>
                  <a:gd name="connsiteY20" fmla="*/ 117030 h 356134"/>
                  <a:gd name="connsiteX21" fmla="*/ 191864 w 385010"/>
                  <a:gd name="connsiteY21" fmla="*/ 117030 h 356134"/>
                  <a:gd name="connsiteX22" fmla="*/ 191864 w 385010"/>
                  <a:gd name="connsiteY22" fmla="*/ 96195 h 356134"/>
                  <a:gd name="connsiteX23" fmla="*/ 200661 w 385010"/>
                  <a:gd name="connsiteY23" fmla="*/ 87385 h 356134"/>
                  <a:gd name="connsiteX24" fmla="*/ 217717 w 385010"/>
                  <a:gd name="connsiteY24" fmla="*/ 70309 h 356134"/>
                  <a:gd name="connsiteX25" fmla="*/ 228439 w 385010"/>
                  <a:gd name="connsiteY25" fmla="*/ 71958 h 356134"/>
                  <a:gd name="connsiteX26" fmla="*/ 264374 w 385010"/>
                  <a:gd name="connsiteY26" fmla="*/ 35889 h 356134"/>
                  <a:gd name="connsiteX27" fmla="*/ 228350 w 385010"/>
                  <a:gd name="connsiteY27" fmla="*/ 0 h 356134"/>
                  <a:gd name="connsiteX28" fmla="*/ 195900 w 385010"/>
                  <a:gd name="connsiteY28" fmla="*/ 20835 h 356134"/>
                  <a:gd name="connsiteX29" fmla="*/ 195900 w 385010"/>
                  <a:gd name="connsiteY29" fmla="*/ 20560 h 356134"/>
                  <a:gd name="connsiteX30" fmla="*/ 192139 w 385010"/>
                  <a:gd name="connsiteY30" fmla="*/ 28176 h 356134"/>
                  <a:gd name="connsiteX31" fmla="*/ 189387 w 385010"/>
                  <a:gd name="connsiteY31" fmla="*/ 20925 h 356134"/>
                  <a:gd name="connsiteX32" fmla="*/ 189297 w 385010"/>
                  <a:gd name="connsiteY32" fmla="*/ 20649 h 356134"/>
                  <a:gd name="connsiteX33" fmla="*/ 159869 w 385010"/>
                  <a:gd name="connsiteY33" fmla="*/ 186 h 356134"/>
                  <a:gd name="connsiteX34" fmla="*/ 157213 w 385010"/>
                  <a:gd name="connsiteY34" fmla="*/ 186 h 356134"/>
                  <a:gd name="connsiteX35" fmla="*/ 128703 w 385010"/>
                  <a:gd name="connsiteY35" fmla="*/ 5416 h 356134"/>
                  <a:gd name="connsiteX36" fmla="*/ 87821 w 385010"/>
                  <a:gd name="connsiteY36" fmla="*/ 37635 h 356134"/>
                  <a:gd name="connsiteX37" fmla="*/ 19251 w 385010"/>
                  <a:gd name="connsiteY37" fmla="*/ 120239 h 356134"/>
                  <a:gd name="connsiteX38" fmla="*/ 19340 w 385010"/>
                  <a:gd name="connsiteY38" fmla="*/ 124557 h 356134"/>
                  <a:gd name="connsiteX39" fmla="*/ 0 w 385010"/>
                  <a:gd name="connsiteY39" fmla="*/ 178157 h 356134"/>
                  <a:gd name="connsiteX40" fmla="*/ 19340 w 385010"/>
                  <a:gd name="connsiteY40" fmla="*/ 231853 h 356134"/>
                  <a:gd name="connsiteX41" fmla="*/ 19251 w 385010"/>
                  <a:gd name="connsiteY41" fmla="*/ 235896 h 356134"/>
                  <a:gd name="connsiteX42" fmla="*/ 87359 w 385010"/>
                  <a:gd name="connsiteY42" fmla="*/ 318410 h 356134"/>
                  <a:gd name="connsiteX43" fmla="*/ 157213 w 385010"/>
                  <a:gd name="connsiteY43" fmla="*/ 356135 h 356134"/>
                  <a:gd name="connsiteX44" fmla="*/ 159414 w 385010"/>
                  <a:gd name="connsiteY44" fmla="*/ 356135 h 356134"/>
                  <a:gd name="connsiteX45" fmla="*/ 191588 w 385010"/>
                  <a:gd name="connsiteY45" fmla="*/ 325109 h 356134"/>
                  <a:gd name="connsiteX46" fmla="*/ 192961 w 385010"/>
                  <a:gd name="connsiteY46" fmla="*/ 325109 h 356134"/>
                  <a:gd name="connsiteX47" fmla="*/ 228439 w 385010"/>
                  <a:gd name="connsiteY47" fmla="*/ 356135 h 356134"/>
                  <a:gd name="connsiteX48" fmla="*/ 264374 w 385010"/>
                  <a:gd name="connsiteY48" fmla="*/ 320059 h 356134"/>
                  <a:gd name="connsiteX49" fmla="*/ 228439 w 385010"/>
                  <a:gd name="connsiteY49" fmla="*/ 283990 h 356134"/>
                  <a:gd name="connsiteX50" fmla="*/ 217717 w 385010"/>
                  <a:gd name="connsiteY50" fmla="*/ 285639 h 356134"/>
                  <a:gd name="connsiteX51" fmla="*/ 200661 w 385010"/>
                  <a:gd name="connsiteY51" fmla="*/ 268571 h 356134"/>
                  <a:gd name="connsiteX52" fmla="*/ 191864 w 385010"/>
                  <a:gd name="connsiteY52" fmla="*/ 259760 h 356134"/>
                  <a:gd name="connsiteX53" fmla="*/ 191864 w 385010"/>
                  <a:gd name="connsiteY53" fmla="*/ 239104 h 356134"/>
                  <a:gd name="connsiteX54" fmla="*/ 194155 w 385010"/>
                  <a:gd name="connsiteY54" fmla="*/ 239104 h 356134"/>
                  <a:gd name="connsiteX55" fmla="*/ 261531 w 385010"/>
                  <a:gd name="connsiteY55" fmla="*/ 239104 h 356134"/>
                  <a:gd name="connsiteX56" fmla="*/ 281700 w 385010"/>
                  <a:gd name="connsiteY56" fmla="*/ 259388 h 356134"/>
                  <a:gd name="connsiteX57" fmla="*/ 280602 w 385010"/>
                  <a:gd name="connsiteY57" fmla="*/ 268295 h 356134"/>
                  <a:gd name="connsiteX58" fmla="*/ 316536 w 385010"/>
                  <a:gd name="connsiteY58" fmla="*/ 304364 h 356134"/>
                  <a:gd name="connsiteX59" fmla="*/ 352471 w 385010"/>
                  <a:gd name="connsiteY59" fmla="*/ 268295 h 356134"/>
                  <a:gd name="connsiteX60" fmla="*/ 316536 w 385010"/>
                  <a:gd name="connsiteY60" fmla="*/ 232219 h 356134"/>
                  <a:gd name="connsiteX61" fmla="*/ 304345 w 385010"/>
                  <a:gd name="connsiteY61" fmla="*/ 234330 h 356134"/>
                  <a:gd name="connsiteX62" fmla="*/ 278125 w 385010"/>
                  <a:gd name="connsiteY62" fmla="*/ 207989 h 356134"/>
                  <a:gd name="connsiteX63" fmla="*/ 275469 w 385010"/>
                  <a:gd name="connsiteY63" fmla="*/ 205326 h 356134"/>
                  <a:gd name="connsiteX64" fmla="*/ 271708 w 385010"/>
                  <a:gd name="connsiteY64" fmla="*/ 205326 h 356134"/>
                  <a:gd name="connsiteX65" fmla="*/ 194155 w 385010"/>
                  <a:gd name="connsiteY65" fmla="*/ 205326 h 356134"/>
                  <a:gd name="connsiteX66" fmla="*/ 191864 w 385010"/>
                  <a:gd name="connsiteY66" fmla="*/ 205326 h 356134"/>
                  <a:gd name="connsiteX67" fmla="*/ 191864 w 385010"/>
                  <a:gd name="connsiteY67" fmla="*/ 194867 h 356134"/>
                  <a:gd name="connsiteX68" fmla="*/ 194155 w 385010"/>
                  <a:gd name="connsiteY68" fmla="*/ 194867 h 356134"/>
                  <a:gd name="connsiteX69" fmla="*/ 194155 w 385010"/>
                  <a:gd name="connsiteY69" fmla="*/ 194956 h 356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385010" h="356134">
                    <a:moveTo>
                      <a:pt x="194155" y="194956"/>
                    </a:moveTo>
                    <a:lnTo>
                      <a:pt x="317358" y="194956"/>
                    </a:lnTo>
                    <a:cubicBezTo>
                      <a:pt x="323499" y="206520"/>
                      <a:pt x="335691" y="214143"/>
                      <a:pt x="349076" y="214143"/>
                    </a:cubicBezTo>
                    <a:cubicBezTo>
                      <a:pt x="368879" y="214143"/>
                      <a:pt x="385011" y="197985"/>
                      <a:pt x="385011" y="178067"/>
                    </a:cubicBezTo>
                    <a:cubicBezTo>
                      <a:pt x="385011" y="158149"/>
                      <a:pt x="368879" y="141992"/>
                      <a:pt x="349076" y="141992"/>
                    </a:cubicBezTo>
                    <a:cubicBezTo>
                      <a:pt x="335691" y="141992"/>
                      <a:pt x="323499" y="149615"/>
                      <a:pt x="317358" y="161178"/>
                    </a:cubicBezTo>
                    <a:lnTo>
                      <a:pt x="194155" y="161178"/>
                    </a:lnTo>
                    <a:lnTo>
                      <a:pt x="191864" y="161178"/>
                    </a:lnTo>
                    <a:lnTo>
                      <a:pt x="191864" y="150712"/>
                    </a:lnTo>
                    <a:lnTo>
                      <a:pt x="194155" y="150712"/>
                    </a:lnTo>
                    <a:lnTo>
                      <a:pt x="271708" y="150712"/>
                    </a:lnTo>
                    <a:lnTo>
                      <a:pt x="275469" y="150712"/>
                    </a:lnTo>
                    <a:lnTo>
                      <a:pt x="278125" y="148056"/>
                    </a:lnTo>
                    <a:lnTo>
                      <a:pt x="304986" y="121156"/>
                    </a:lnTo>
                    <a:cubicBezTo>
                      <a:pt x="308464" y="122260"/>
                      <a:pt x="312045" y="122812"/>
                      <a:pt x="315709" y="122812"/>
                    </a:cubicBezTo>
                    <a:cubicBezTo>
                      <a:pt x="335511" y="122812"/>
                      <a:pt x="351643" y="106654"/>
                      <a:pt x="351643" y="86736"/>
                    </a:cubicBezTo>
                    <a:cubicBezTo>
                      <a:pt x="351643" y="66819"/>
                      <a:pt x="335511" y="50667"/>
                      <a:pt x="315709" y="50667"/>
                    </a:cubicBezTo>
                    <a:cubicBezTo>
                      <a:pt x="295906" y="50667"/>
                      <a:pt x="279774" y="66819"/>
                      <a:pt x="279774" y="86736"/>
                    </a:cubicBezTo>
                    <a:cubicBezTo>
                      <a:pt x="279774" y="90317"/>
                      <a:pt x="280326" y="93808"/>
                      <a:pt x="281334" y="97202"/>
                    </a:cubicBezTo>
                    <a:lnTo>
                      <a:pt x="261531" y="117030"/>
                    </a:lnTo>
                    <a:lnTo>
                      <a:pt x="194155" y="117030"/>
                    </a:lnTo>
                    <a:lnTo>
                      <a:pt x="191864" y="117030"/>
                    </a:lnTo>
                    <a:lnTo>
                      <a:pt x="191864" y="96195"/>
                    </a:lnTo>
                    <a:lnTo>
                      <a:pt x="200661" y="87385"/>
                    </a:lnTo>
                    <a:lnTo>
                      <a:pt x="217717" y="70309"/>
                    </a:lnTo>
                    <a:cubicBezTo>
                      <a:pt x="221195" y="71413"/>
                      <a:pt x="224776" y="71958"/>
                      <a:pt x="228439" y="71958"/>
                    </a:cubicBezTo>
                    <a:cubicBezTo>
                      <a:pt x="248242" y="71958"/>
                      <a:pt x="264374" y="55807"/>
                      <a:pt x="264374" y="35889"/>
                    </a:cubicBezTo>
                    <a:cubicBezTo>
                      <a:pt x="264374" y="15972"/>
                      <a:pt x="248146" y="0"/>
                      <a:pt x="228350" y="0"/>
                    </a:cubicBezTo>
                    <a:cubicBezTo>
                      <a:pt x="213957" y="0"/>
                      <a:pt x="201579" y="8534"/>
                      <a:pt x="195900" y="20835"/>
                    </a:cubicBezTo>
                    <a:lnTo>
                      <a:pt x="195900" y="20560"/>
                    </a:lnTo>
                    <a:lnTo>
                      <a:pt x="192139" y="28176"/>
                    </a:lnTo>
                    <a:lnTo>
                      <a:pt x="189387" y="20925"/>
                    </a:lnTo>
                    <a:cubicBezTo>
                      <a:pt x="189387" y="20835"/>
                      <a:pt x="189297" y="20746"/>
                      <a:pt x="189297" y="20649"/>
                    </a:cubicBezTo>
                    <a:cubicBezTo>
                      <a:pt x="184439" y="8907"/>
                      <a:pt x="173255" y="642"/>
                      <a:pt x="159869" y="186"/>
                    </a:cubicBezTo>
                    <a:cubicBezTo>
                      <a:pt x="158952" y="186"/>
                      <a:pt x="158130" y="186"/>
                      <a:pt x="157213" y="186"/>
                    </a:cubicBezTo>
                    <a:cubicBezTo>
                      <a:pt x="147587" y="186"/>
                      <a:pt x="137962" y="1925"/>
                      <a:pt x="128703" y="5416"/>
                    </a:cubicBezTo>
                    <a:cubicBezTo>
                      <a:pt x="112109" y="11563"/>
                      <a:pt x="97722" y="22947"/>
                      <a:pt x="87821" y="37635"/>
                    </a:cubicBezTo>
                    <a:cubicBezTo>
                      <a:pt x="48402" y="44886"/>
                      <a:pt x="19251" y="79671"/>
                      <a:pt x="19251" y="120239"/>
                    </a:cubicBezTo>
                    <a:cubicBezTo>
                      <a:pt x="19251" y="121618"/>
                      <a:pt x="19251" y="123088"/>
                      <a:pt x="19340" y="124557"/>
                    </a:cubicBezTo>
                    <a:cubicBezTo>
                      <a:pt x="6872" y="139515"/>
                      <a:pt x="0" y="158425"/>
                      <a:pt x="0" y="178157"/>
                    </a:cubicBezTo>
                    <a:cubicBezTo>
                      <a:pt x="0" y="197895"/>
                      <a:pt x="6872" y="216799"/>
                      <a:pt x="19340" y="231853"/>
                    </a:cubicBezTo>
                    <a:cubicBezTo>
                      <a:pt x="19251" y="233233"/>
                      <a:pt x="19251" y="234516"/>
                      <a:pt x="19251" y="235896"/>
                    </a:cubicBezTo>
                    <a:cubicBezTo>
                      <a:pt x="19251" y="276187"/>
                      <a:pt x="48216" y="310883"/>
                      <a:pt x="87359" y="318410"/>
                    </a:cubicBezTo>
                    <a:cubicBezTo>
                      <a:pt x="102946" y="342088"/>
                      <a:pt x="128703" y="356135"/>
                      <a:pt x="157213" y="356135"/>
                    </a:cubicBezTo>
                    <a:cubicBezTo>
                      <a:pt x="157944" y="356135"/>
                      <a:pt x="158682" y="356135"/>
                      <a:pt x="159414" y="356135"/>
                    </a:cubicBezTo>
                    <a:cubicBezTo>
                      <a:pt x="176553" y="355673"/>
                      <a:pt x="190394" y="341909"/>
                      <a:pt x="191588" y="325109"/>
                    </a:cubicBezTo>
                    <a:lnTo>
                      <a:pt x="192961" y="325109"/>
                    </a:lnTo>
                    <a:cubicBezTo>
                      <a:pt x="195438" y="342550"/>
                      <a:pt x="210286" y="356135"/>
                      <a:pt x="228439" y="356135"/>
                    </a:cubicBezTo>
                    <a:cubicBezTo>
                      <a:pt x="248242" y="356135"/>
                      <a:pt x="264374" y="339977"/>
                      <a:pt x="264374" y="320059"/>
                    </a:cubicBezTo>
                    <a:cubicBezTo>
                      <a:pt x="264374" y="300141"/>
                      <a:pt x="248242" y="283990"/>
                      <a:pt x="228439" y="283990"/>
                    </a:cubicBezTo>
                    <a:cubicBezTo>
                      <a:pt x="224776" y="283990"/>
                      <a:pt x="221195" y="284542"/>
                      <a:pt x="217717" y="285639"/>
                    </a:cubicBezTo>
                    <a:lnTo>
                      <a:pt x="200661" y="268571"/>
                    </a:lnTo>
                    <a:lnTo>
                      <a:pt x="191864" y="259760"/>
                    </a:lnTo>
                    <a:lnTo>
                      <a:pt x="191864" y="239104"/>
                    </a:lnTo>
                    <a:lnTo>
                      <a:pt x="194155" y="239104"/>
                    </a:lnTo>
                    <a:lnTo>
                      <a:pt x="261531" y="239104"/>
                    </a:lnTo>
                    <a:lnTo>
                      <a:pt x="281700" y="259388"/>
                    </a:lnTo>
                    <a:cubicBezTo>
                      <a:pt x="280968" y="262327"/>
                      <a:pt x="280602" y="265266"/>
                      <a:pt x="280602" y="268295"/>
                    </a:cubicBezTo>
                    <a:cubicBezTo>
                      <a:pt x="280602" y="288123"/>
                      <a:pt x="296734" y="304364"/>
                      <a:pt x="316536" y="304364"/>
                    </a:cubicBezTo>
                    <a:cubicBezTo>
                      <a:pt x="336332" y="304364"/>
                      <a:pt x="352471" y="288213"/>
                      <a:pt x="352471" y="268295"/>
                    </a:cubicBezTo>
                    <a:cubicBezTo>
                      <a:pt x="352471" y="248377"/>
                      <a:pt x="336332" y="232219"/>
                      <a:pt x="316536" y="232219"/>
                    </a:cubicBezTo>
                    <a:cubicBezTo>
                      <a:pt x="312410" y="232219"/>
                      <a:pt x="308285" y="232957"/>
                      <a:pt x="304345" y="234330"/>
                    </a:cubicBezTo>
                    <a:lnTo>
                      <a:pt x="278125" y="207989"/>
                    </a:lnTo>
                    <a:lnTo>
                      <a:pt x="275469" y="205326"/>
                    </a:lnTo>
                    <a:lnTo>
                      <a:pt x="271708" y="205326"/>
                    </a:lnTo>
                    <a:lnTo>
                      <a:pt x="194155" y="205326"/>
                    </a:lnTo>
                    <a:lnTo>
                      <a:pt x="191864" y="205326"/>
                    </a:lnTo>
                    <a:lnTo>
                      <a:pt x="191864" y="194867"/>
                    </a:lnTo>
                    <a:lnTo>
                      <a:pt x="194155" y="194867"/>
                    </a:lnTo>
                    <a:lnTo>
                      <a:pt x="194155" y="194956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 dirty="0"/>
              </a:p>
            </p:txBody>
          </p:sp>
          <p:grpSp>
            <p:nvGrpSpPr>
              <p:cNvPr id="17" name="Graphic 4">
                <a:extLst>
                  <a:ext uri="{FF2B5EF4-FFF2-40B4-BE49-F238E27FC236}">
                    <a16:creationId xmlns:a16="http://schemas.microsoft.com/office/drawing/2014/main" id="{16C52976-B209-4FE8-9E1E-E390350DEA1A}"/>
                  </a:ext>
                </a:extLst>
              </p:cNvPr>
              <p:cNvGrpSpPr/>
              <p:nvPr/>
            </p:nvGrpSpPr>
            <p:grpSpPr>
              <a:xfrm>
                <a:off x="4006862" y="3791103"/>
                <a:ext cx="366671" cy="337781"/>
                <a:chOff x="4006862" y="3791103"/>
                <a:chExt cx="366671" cy="337781"/>
              </a:xfrm>
              <a:solidFill>
                <a:srgbClr val="2C5967"/>
              </a:solidFill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59CF05A2-1D50-0473-55CF-89AF1AB1EA49}"/>
                    </a:ext>
                  </a:extLst>
                </p:cNvPr>
                <p:cNvSpPr/>
                <p:nvPr/>
              </p:nvSpPr>
              <p:spPr>
                <a:xfrm>
                  <a:off x="4191757" y="3791103"/>
                  <a:ext cx="61050" cy="71778"/>
                </a:xfrm>
                <a:custGeom>
                  <a:avLst/>
                  <a:gdLst>
                    <a:gd name="connsiteX0" fmla="*/ 21452 w 61050"/>
                    <a:gd name="connsiteY0" fmla="*/ 50391 h 71778"/>
                    <a:gd name="connsiteX1" fmla="*/ 34285 w 61050"/>
                    <a:gd name="connsiteY1" fmla="*/ 53696 h 71778"/>
                    <a:gd name="connsiteX2" fmla="*/ 61050 w 61050"/>
                    <a:gd name="connsiteY2" fmla="*/ 26803 h 71778"/>
                    <a:gd name="connsiteX3" fmla="*/ 34285 w 61050"/>
                    <a:gd name="connsiteY3" fmla="*/ 0 h 71778"/>
                    <a:gd name="connsiteX4" fmla="*/ 7514 w 61050"/>
                    <a:gd name="connsiteY4" fmla="*/ 26900 h 71778"/>
                    <a:gd name="connsiteX5" fmla="*/ 10633 w 61050"/>
                    <a:gd name="connsiteY5" fmla="*/ 39470 h 71778"/>
                    <a:gd name="connsiteX6" fmla="*/ 0 w 61050"/>
                    <a:gd name="connsiteY6" fmla="*/ 50116 h 71778"/>
                    <a:gd name="connsiteX7" fmla="*/ 0 w 61050"/>
                    <a:gd name="connsiteY7" fmla="*/ 71779 h 71778"/>
                    <a:gd name="connsiteX8" fmla="*/ 21452 w 61050"/>
                    <a:gd name="connsiteY8" fmla="*/ 50391 h 71778"/>
                    <a:gd name="connsiteX9" fmla="*/ 34285 w 61050"/>
                    <a:gd name="connsiteY9" fmla="*/ 15330 h 71778"/>
                    <a:gd name="connsiteX10" fmla="*/ 45739 w 61050"/>
                    <a:gd name="connsiteY10" fmla="*/ 26803 h 71778"/>
                    <a:gd name="connsiteX11" fmla="*/ 34285 w 61050"/>
                    <a:gd name="connsiteY11" fmla="*/ 38276 h 71778"/>
                    <a:gd name="connsiteX12" fmla="*/ 22825 w 61050"/>
                    <a:gd name="connsiteY12" fmla="*/ 26803 h 71778"/>
                    <a:gd name="connsiteX13" fmla="*/ 34285 w 61050"/>
                    <a:gd name="connsiteY13" fmla="*/ 15330 h 71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1050" h="71778">
                      <a:moveTo>
                        <a:pt x="21452" y="50391"/>
                      </a:moveTo>
                      <a:cubicBezTo>
                        <a:pt x="25302" y="52503"/>
                        <a:pt x="29697" y="53696"/>
                        <a:pt x="34285" y="53696"/>
                      </a:cubicBezTo>
                      <a:cubicBezTo>
                        <a:pt x="49044" y="53696"/>
                        <a:pt x="61050" y="41671"/>
                        <a:pt x="61050" y="26803"/>
                      </a:cubicBezTo>
                      <a:cubicBezTo>
                        <a:pt x="61050" y="11935"/>
                        <a:pt x="49044" y="0"/>
                        <a:pt x="34285" y="0"/>
                      </a:cubicBezTo>
                      <a:cubicBezTo>
                        <a:pt x="19527" y="0"/>
                        <a:pt x="7514" y="12025"/>
                        <a:pt x="7514" y="26900"/>
                      </a:cubicBezTo>
                      <a:cubicBezTo>
                        <a:pt x="7514" y="31488"/>
                        <a:pt x="8708" y="35710"/>
                        <a:pt x="10633" y="39470"/>
                      </a:cubicBezTo>
                      <a:lnTo>
                        <a:pt x="0" y="50116"/>
                      </a:lnTo>
                      <a:lnTo>
                        <a:pt x="0" y="71779"/>
                      </a:lnTo>
                      <a:lnTo>
                        <a:pt x="21452" y="50391"/>
                      </a:lnTo>
                      <a:close/>
                      <a:moveTo>
                        <a:pt x="34285" y="15330"/>
                      </a:moveTo>
                      <a:cubicBezTo>
                        <a:pt x="40606" y="15330"/>
                        <a:pt x="45739" y="20470"/>
                        <a:pt x="45739" y="26803"/>
                      </a:cubicBezTo>
                      <a:cubicBezTo>
                        <a:pt x="45739" y="33137"/>
                        <a:pt x="40606" y="38276"/>
                        <a:pt x="34285" y="38276"/>
                      </a:cubicBezTo>
                      <a:cubicBezTo>
                        <a:pt x="27958" y="38276"/>
                        <a:pt x="22825" y="33137"/>
                        <a:pt x="22825" y="26803"/>
                      </a:cubicBezTo>
                      <a:cubicBezTo>
                        <a:pt x="22825" y="20470"/>
                        <a:pt x="27958" y="15330"/>
                        <a:pt x="34285" y="15330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1B34A449-B568-730D-AB35-2596ECB6F65D}"/>
                    </a:ext>
                  </a:extLst>
                </p:cNvPr>
                <p:cNvSpPr/>
                <p:nvPr/>
              </p:nvSpPr>
              <p:spPr>
                <a:xfrm>
                  <a:off x="4191847" y="4057009"/>
                  <a:ext cx="61049" cy="71778"/>
                </a:xfrm>
                <a:custGeom>
                  <a:avLst/>
                  <a:gdLst>
                    <a:gd name="connsiteX0" fmla="*/ 34195 w 61049"/>
                    <a:gd name="connsiteY0" fmla="*/ 18083 h 71778"/>
                    <a:gd name="connsiteX1" fmla="*/ 21362 w 61049"/>
                    <a:gd name="connsiteY1" fmla="*/ 21387 h 71778"/>
                    <a:gd name="connsiteX2" fmla="*/ 0 w 61049"/>
                    <a:gd name="connsiteY2" fmla="*/ 0 h 71778"/>
                    <a:gd name="connsiteX3" fmla="*/ 0 w 61049"/>
                    <a:gd name="connsiteY3" fmla="*/ 21663 h 71778"/>
                    <a:gd name="connsiteX4" fmla="*/ 10633 w 61049"/>
                    <a:gd name="connsiteY4" fmla="*/ 32309 h 71778"/>
                    <a:gd name="connsiteX5" fmla="*/ 7521 w 61049"/>
                    <a:gd name="connsiteY5" fmla="*/ 44886 h 71778"/>
                    <a:gd name="connsiteX6" fmla="*/ 34285 w 61049"/>
                    <a:gd name="connsiteY6" fmla="*/ 71779 h 71778"/>
                    <a:gd name="connsiteX7" fmla="*/ 61050 w 61049"/>
                    <a:gd name="connsiteY7" fmla="*/ 44886 h 71778"/>
                    <a:gd name="connsiteX8" fmla="*/ 34195 w 61049"/>
                    <a:gd name="connsiteY8" fmla="*/ 18083 h 71778"/>
                    <a:gd name="connsiteX9" fmla="*/ 34195 w 61049"/>
                    <a:gd name="connsiteY9" fmla="*/ 56449 h 71778"/>
                    <a:gd name="connsiteX10" fmla="*/ 22735 w 61049"/>
                    <a:gd name="connsiteY10" fmla="*/ 44976 h 71778"/>
                    <a:gd name="connsiteX11" fmla="*/ 34195 w 61049"/>
                    <a:gd name="connsiteY11" fmla="*/ 33502 h 71778"/>
                    <a:gd name="connsiteX12" fmla="*/ 45649 w 61049"/>
                    <a:gd name="connsiteY12" fmla="*/ 44976 h 71778"/>
                    <a:gd name="connsiteX13" fmla="*/ 34195 w 61049"/>
                    <a:gd name="connsiteY13" fmla="*/ 56449 h 71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1049" h="71778">
                      <a:moveTo>
                        <a:pt x="34195" y="18083"/>
                      </a:moveTo>
                      <a:cubicBezTo>
                        <a:pt x="29517" y="18083"/>
                        <a:pt x="25116" y="19276"/>
                        <a:pt x="21362" y="21387"/>
                      </a:cubicBezTo>
                      <a:lnTo>
                        <a:pt x="0" y="0"/>
                      </a:lnTo>
                      <a:lnTo>
                        <a:pt x="0" y="21663"/>
                      </a:lnTo>
                      <a:lnTo>
                        <a:pt x="10633" y="32309"/>
                      </a:lnTo>
                      <a:cubicBezTo>
                        <a:pt x="8618" y="36076"/>
                        <a:pt x="7521" y="40388"/>
                        <a:pt x="7521" y="44886"/>
                      </a:cubicBezTo>
                      <a:cubicBezTo>
                        <a:pt x="7521" y="59664"/>
                        <a:pt x="19526" y="71779"/>
                        <a:pt x="34285" y="71779"/>
                      </a:cubicBezTo>
                      <a:cubicBezTo>
                        <a:pt x="49044" y="71779"/>
                        <a:pt x="61050" y="59754"/>
                        <a:pt x="61050" y="44886"/>
                      </a:cubicBezTo>
                      <a:cubicBezTo>
                        <a:pt x="61050" y="30018"/>
                        <a:pt x="48954" y="18083"/>
                        <a:pt x="34195" y="18083"/>
                      </a:cubicBezTo>
                      <a:close/>
                      <a:moveTo>
                        <a:pt x="34195" y="56449"/>
                      </a:moveTo>
                      <a:cubicBezTo>
                        <a:pt x="27868" y="56449"/>
                        <a:pt x="22735" y="51309"/>
                        <a:pt x="22735" y="44976"/>
                      </a:cubicBezTo>
                      <a:cubicBezTo>
                        <a:pt x="22735" y="38642"/>
                        <a:pt x="27868" y="33502"/>
                        <a:pt x="34195" y="33502"/>
                      </a:cubicBezTo>
                      <a:cubicBezTo>
                        <a:pt x="40516" y="33502"/>
                        <a:pt x="45649" y="38642"/>
                        <a:pt x="45649" y="44976"/>
                      </a:cubicBezTo>
                      <a:cubicBezTo>
                        <a:pt x="45649" y="51309"/>
                        <a:pt x="40516" y="56449"/>
                        <a:pt x="34195" y="56449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A43A2435-E6D2-72B4-32AF-16C6F4471CEA}"/>
                    </a:ext>
                  </a:extLst>
                </p:cNvPr>
                <p:cNvSpPr/>
                <p:nvPr/>
              </p:nvSpPr>
              <p:spPr>
                <a:xfrm>
                  <a:off x="4006862" y="3791166"/>
                  <a:ext cx="173524" cy="337718"/>
                </a:xfrm>
                <a:custGeom>
                  <a:avLst/>
                  <a:gdLst>
                    <a:gd name="connsiteX0" fmla="*/ 173434 w 173524"/>
                    <a:gd name="connsiteY0" fmla="*/ 251438 h 337718"/>
                    <a:gd name="connsiteX1" fmla="*/ 173434 w 173524"/>
                    <a:gd name="connsiteY1" fmla="*/ 24173 h 337718"/>
                    <a:gd name="connsiteX2" fmla="*/ 150334 w 173524"/>
                    <a:gd name="connsiteY2" fmla="*/ 33 h 337718"/>
                    <a:gd name="connsiteX3" fmla="*/ 122741 w 173524"/>
                    <a:gd name="connsiteY3" fmla="*/ 4621 h 337718"/>
                    <a:gd name="connsiteX4" fmla="*/ 84151 w 173524"/>
                    <a:gd name="connsiteY4" fmla="*/ 36654 h 337718"/>
                    <a:gd name="connsiteX5" fmla="*/ 19251 w 173524"/>
                    <a:gd name="connsiteY5" fmla="*/ 110909 h 337718"/>
                    <a:gd name="connsiteX6" fmla="*/ 19706 w 173524"/>
                    <a:gd name="connsiteY6" fmla="*/ 118346 h 337718"/>
                    <a:gd name="connsiteX7" fmla="*/ 0 w 173524"/>
                    <a:gd name="connsiteY7" fmla="*/ 168918 h 337718"/>
                    <a:gd name="connsiteX8" fmla="*/ 19616 w 173524"/>
                    <a:gd name="connsiteY8" fmla="*/ 219495 h 337718"/>
                    <a:gd name="connsiteX9" fmla="*/ 19251 w 173524"/>
                    <a:gd name="connsiteY9" fmla="*/ 226656 h 337718"/>
                    <a:gd name="connsiteX10" fmla="*/ 83785 w 173524"/>
                    <a:gd name="connsiteY10" fmla="*/ 300726 h 337718"/>
                    <a:gd name="connsiteX11" fmla="*/ 148043 w 173524"/>
                    <a:gd name="connsiteY11" fmla="*/ 337719 h 337718"/>
                    <a:gd name="connsiteX12" fmla="*/ 149968 w 173524"/>
                    <a:gd name="connsiteY12" fmla="*/ 337719 h 337718"/>
                    <a:gd name="connsiteX13" fmla="*/ 173524 w 173524"/>
                    <a:gd name="connsiteY13" fmla="*/ 313579 h 337718"/>
                    <a:gd name="connsiteX14" fmla="*/ 173434 w 173524"/>
                    <a:gd name="connsiteY14" fmla="*/ 251438 h 337718"/>
                    <a:gd name="connsiteX15" fmla="*/ 149878 w 173524"/>
                    <a:gd name="connsiteY15" fmla="*/ 15452 h 337718"/>
                    <a:gd name="connsiteX16" fmla="*/ 158220 w 173524"/>
                    <a:gd name="connsiteY16" fmla="*/ 24263 h 337718"/>
                    <a:gd name="connsiteX17" fmla="*/ 158220 w 173524"/>
                    <a:gd name="connsiteY17" fmla="*/ 89342 h 337718"/>
                    <a:gd name="connsiteX18" fmla="*/ 158220 w 173524"/>
                    <a:gd name="connsiteY18" fmla="*/ 117153 h 337718"/>
                    <a:gd name="connsiteX19" fmla="*/ 110183 w 173524"/>
                    <a:gd name="connsiteY19" fmla="*/ 117153 h 337718"/>
                    <a:gd name="connsiteX20" fmla="*/ 105416 w 173524"/>
                    <a:gd name="connsiteY20" fmla="*/ 112379 h 337718"/>
                    <a:gd name="connsiteX21" fmla="*/ 108534 w 173524"/>
                    <a:gd name="connsiteY21" fmla="*/ 99898 h 337718"/>
                    <a:gd name="connsiteX22" fmla="*/ 81763 w 173524"/>
                    <a:gd name="connsiteY22" fmla="*/ 73005 h 337718"/>
                    <a:gd name="connsiteX23" fmla="*/ 54999 w 173524"/>
                    <a:gd name="connsiteY23" fmla="*/ 99898 h 337718"/>
                    <a:gd name="connsiteX24" fmla="*/ 81763 w 173524"/>
                    <a:gd name="connsiteY24" fmla="*/ 126791 h 337718"/>
                    <a:gd name="connsiteX25" fmla="*/ 94783 w 173524"/>
                    <a:gd name="connsiteY25" fmla="*/ 123396 h 337718"/>
                    <a:gd name="connsiteX26" fmla="*/ 103953 w 173524"/>
                    <a:gd name="connsiteY26" fmla="*/ 132573 h 337718"/>
                    <a:gd name="connsiteX27" fmla="*/ 158310 w 173524"/>
                    <a:gd name="connsiteY27" fmla="*/ 132573 h 337718"/>
                    <a:gd name="connsiteX28" fmla="*/ 158310 w 173524"/>
                    <a:gd name="connsiteY28" fmla="*/ 161391 h 337718"/>
                    <a:gd name="connsiteX29" fmla="*/ 86441 w 173524"/>
                    <a:gd name="connsiteY29" fmla="*/ 161391 h 337718"/>
                    <a:gd name="connsiteX30" fmla="*/ 60774 w 173524"/>
                    <a:gd name="connsiteY30" fmla="*/ 142211 h 337718"/>
                    <a:gd name="connsiteX31" fmla="*/ 34009 w 173524"/>
                    <a:gd name="connsiteY31" fmla="*/ 169104 h 337718"/>
                    <a:gd name="connsiteX32" fmla="*/ 60774 w 173524"/>
                    <a:gd name="connsiteY32" fmla="*/ 195997 h 337718"/>
                    <a:gd name="connsiteX33" fmla="*/ 86441 w 173524"/>
                    <a:gd name="connsiteY33" fmla="*/ 176817 h 337718"/>
                    <a:gd name="connsiteX34" fmla="*/ 158310 w 173524"/>
                    <a:gd name="connsiteY34" fmla="*/ 176817 h 337718"/>
                    <a:gd name="connsiteX35" fmla="*/ 158310 w 173524"/>
                    <a:gd name="connsiteY35" fmla="*/ 205635 h 337718"/>
                    <a:gd name="connsiteX36" fmla="*/ 103953 w 173524"/>
                    <a:gd name="connsiteY36" fmla="*/ 205635 h 337718"/>
                    <a:gd name="connsiteX37" fmla="*/ 95977 w 173524"/>
                    <a:gd name="connsiteY37" fmla="*/ 213617 h 337718"/>
                    <a:gd name="connsiteX38" fmla="*/ 81763 w 173524"/>
                    <a:gd name="connsiteY38" fmla="*/ 209491 h 337718"/>
                    <a:gd name="connsiteX39" fmla="*/ 54999 w 173524"/>
                    <a:gd name="connsiteY39" fmla="*/ 236384 h 337718"/>
                    <a:gd name="connsiteX40" fmla="*/ 81763 w 173524"/>
                    <a:gd name="connsiteY40" fmla="*/ 263277 h 337718"/>
                    <a:gd name="connsiteX41" fmla="*/ 108534 w 173524"/>
                    <a:gd name="connsiteY41" fmla="*/ 236384 h 337718"/>
                    <a:gd name="connsiteX42" fmla="*/ 106057 w 173524"/>
                    <a:gd name="connsiteY42" fmla="*/ 225187 h 337718"/>
                    <a:gd name="connsiteX43" fmla="*/ 110183 w 173524"/>
                    <a:gd name="connsiteY43" fmla="*/ 221054 h 337718"/>
                    <a:gd name="connsiteX44" fmla="*/ 158220 w 173524"/>
                    <a:gd name="connsiteY44" fmla="*/ 221054 h 337718"/>
                    <a:gd name="connsiteX45" fmla="*/ 158220 w 173524"/>
                    <a:gd name="connsiteY45" fmla="*/ 313855 h 337718"/>
                    <a:gd name="connsiteX46" fmla="*/ 149512 w 173524"/>
                    <a:gd name="connsiteY46" fmla="*/ 322665 h 337718"/>
                    <a:gd name="connsiteX47" fmla="*/ 147953 w 173524"/>
                    <a:gd name="connsiteY47" fmla="*/ 322665 h 337718"/>
                    <a:gd name="connsiteX48" fmla="*/ 95239 w 173524"/>
                    <a:gd name="connsiteY48" fmla="*/ 290356 h 337718"/>
                    <a:gd name="connsiteX49" fmla="*/ 93314 w 173524"/>
                    <a:gd name="connsiteY49" fmla="*/ 286589 h 337718"/>
                    <a:gd name="connsiteX50" fmla="*/ 89098 w 173524"/>
                    <a:gd name="connsiteY50" fmla="*/ 286224 h 337718"/>
                    <a:gd name="connsiteX51" fmla="*/ 34555 w 173524"/>
                    <a:gd name="connsiteY51" fmla="*/ 226932 h 337718"/>
                    <a:gd name="connsiteX52" fmla="*/ 35293 w 173524"/>
                    <a:gd name="connsiteY52" fmla="*/ 218115 h 337718"/>
                    <a:gd name="connsiteX53" fmla="*/ 35838 w 173524"/>
                    <a:gd name="connsiteY53" fmla="*/ 214265 h 337718"/>
                    <a:gd name="connsiteX54" fmla="*/ 33092 w 173524"/>
                    <a:gd name="connsiteY54" fmla="*/ 211506 h 337718"/>
                    <a:gd name="connsiteX55" fmla="*/ 15304 w 173524"/>
                    <a:gd name="connsiteY55" fmla="*/ 169104 h 337718"/>
                    <a:gd name="connsiteX56" fmla="*/ 33092 w 173524"/>
                    <a:gd name="connsiteY56" fmla="*/ 126695 h 337718"/>
                    <a:gd name="connsiteX57" fmla="*/ 35838 w 173524"/>
                    <a:gd name="connsiteY57" fmla="*/ 123942 h 337718"/>
                    <a:gd name="connsiteX58" fmla="*/ 35293 w 173524"/>
                    <a:gd name="connsiteY58" fmla="*/ 120092 h 337718"/>
                    <a:gd name="connsiteX59" fmla="*/ 34555 w 173524"/>
                    <a:gd name="connsiteY59" fmla="*/ 111185 h 337718"/>
                    <a:gd name="connsiteX60" fmla="*/ 89374 w 173524"/>
                    <a:gd name="connsiteY60" fmla="*/ 51894 h 337718"/>
                    <a:gd name="connsiteX61" fmla="*/ 93589 w 173524"/>
                    <a:gd name="connsiteY61" fmla="*/ 51618 h 337718"/>
                    <a:gd name="connsiteX62" fmla="*/ 95611 w 173524"/>
                    <a:gd name="connsiteY62" fmla="*/ 47851 h 337718"/>
                    <a:gd name="connsiteX63" fmla="*/ 128061 w 173524"/>
                    <a:gd name="connsiteY63" fmla="*/ 19309 h 337718"/>
                    <a:gd name="connsiteX64" fmla="*/ 149878 w 173524"/>
                    <a:gd name="connsiteY64" fmla="*/ 15452 h 337718"/>
                    <a:gd name="connsiteX65" fmla="*/ 81673 w 173524"/>
                    <a:gd name="connsiteY65" fmla="*/ 111371 h 337718"/>
                    <a:gd name="connsiteX66" fmla="*/ 70213 w 173524"/>
                    <a:gd name="connsiteY66" fmla="*/ 99898 h 337718"/>
                    <a:gd name="connsiteX67" fmla="*/ 81673 w 173524"/>
                    <a:gd name="connsiteY67" fmla="*/ 88425 h 337718"/>
                    <a:gd name="connsiteX68" fmla="*/ 93134 w 173524"/>
                    <a:gd name="connsiteY68" fmla="*/ 99898 h 337718"/>
                    <a:gd name="connsiteX69" fmla="*/ 81673 w 173524"/>
                    <a:gd name="connsiteY69" fmla="*/ 111371 h 337718"/>
                    <a:gd name="connsiteX70" fmla="*/ 72048 w 173524"/>
                    <a:gd name="connsiteY70" fmla="*/ 168918 h 337718"/>
                    <a:gd name="connsiteX71" fmla="*/ 60588 w 173524"/>
                    <a:gd name="connsiteY71" fmla="*/ 180391 h 337718"/>
                    <a:gd name="connsiteX72" fmla="*/ 49134 w 173524"/>
                    <a:gd name="connsiteY72" fmla="*/ 168918 h 337718"/>
                    <a:gd name="connsiteX73" fmla="*/ 60588 w 173524"/>
                    <a:gd name="connsiteY73" fmla="*/ 157444 h 337718"/>
                    <a:gd name="connsiteX74" fmla="*/ 72048 w 173524"/>
                    <a:gd name="connsiteY74" fmla="*/ 168918 h 337718"/>
                    <a:gd name="connsiteX75" fmla="*/ 93134 w 173524"/>
                    <a:gd name="connsiteY75" fmla="*/ 236018 h 337718"/>
                    <a:gd name="connsiteX76" fmla="*/ 81673 w 173524"/>
                    <a:gd name="connsiteY76" fmla="*/ 247492 h 337718"/>
                    <a:gd name="connsiteX77" fmla="*/ 70213 w 173524"/>
                    <a:gd name="connsiteY77" fmla="*/ 236018 h 337718"/>
                    <a:gd name="connsiteX78" fmla="*/ 81673 w 173524"/>
                    <a:gd name="connsiteY78" fmla="*/ 224545 h 337718"/>
                    <a:gd name="connsiteX79" fmla="*/ 93134 w 173524"/>
                    <a:gd name="connsiteY79" fmla="*/ 236018 h 3377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173524" h="337718">
                      <a:moveTo>
                        <a:pt x="173434" y="251438"/>
                      </a:moveTo>
                      <a:lnTo>
                        <a:pt x="173434" y="24173"/>
                      </a:lnTo>
                      <a:cubicBezTo>
                        <a:pt x="173434" y="11044"/>
                        <a:pt x="163257" y="488"/>
                        <a:pt x="150334" y="33"/>
                      </a:cubicBezTo>
                      <a:cubicBezTo>
                        <a:pt x="140984" y="-243"/>
                        <a:pt x="131725" y="1226"/>
                        <a:pt x="122741" y="4621"/>
                      </a:cubicBezTo>
                      <a:cubicBezTo>
                        <a:pt x="106610" y="10588"/>
                        <a:pt x="93044" y="21965"/>
                        <a:pt x="84151" y="36654"/>
                      </a:cubicBezTo>
                      <a:cubicBezTo>
                        <a:pt x="47388" y="41614"/>
                        <a:pt x="19251" y="73371"/>
                        <a:pt x="19251" y="110909"/>
                      </a:cubicBezTo>
                      <a:cubicBezTo>
                        <a:pt x="19251" y="113296"/>
                        <a:pt x="19340" y="115683"/>
                        <a:pt x="19706" y="118346"/>
                      </a:cubicBezTo>
                      <a:cubicBezTo>
                        <a:pt x="6962" y="132111"/>
                        <a:pt x="0" y="150013"/>
                        <a:pt x="0" y="168918"/>
                      </a:cubicBezTo>
                      <a:cubicBezTo>
                        <a:pt x="0" y="187828"/>
                        <a:pt x="6962" y="205635"/>
                        <a:pt x="19616" y="219495"/>
                      </a:cubicBezTo>
                      <a:cubicBezTo>
                        <a:pt x="19340" y="221972"/>
                        <a:pt x="19251" y="224359"/>
                        <a:pt x="19251" y="226656"/>
                      </a:cubicBezTo>
                      <a:cubicBezTo>
                        <a:pt x="19251" y="264009"/>
                        <a:pt x="47298" y="295772"/>
                        <a:pt x="83785" y="300726"/>
                      </a:cubicBezTo>
                      <a:cubicBezTo>
                        <a:pt x="97164" y="323583"/>
                        <a:pt x="121458" y="337719"/>
                        <a:pt x="148043" y="337719"/>
                      </a:cubicBezTo>
                      <a:cubicBezTo>
                        <a:pt x="148684" y="337719"/>
                        <a:pt x="149326" y="337719"/>
                        <a:pt x="149968" y="337719"/>
                      </a:cubicBezTo>
                      <a:cubicBezTo>
                        <a:pt x="162988" y="337347"/>
                        <a:pt x="173524" y="326522"/>
                        <a:pt x="173524" y="313579"/>
                      </a:cubicBezTo>
                      <a:lnTo>
                        <a:pt x="173434" y="251438"/>
                      </a:lnTo>
                      <a:close/>
                      <a:moveTo>
                        <a:pt x="149878" y="15452"/>
                      </a:moveTo>
                      <a:cubicBezTo>
                        <a:pt x="154460" y="15632"/>
                        <a:pt x="158220" y="19585"/>
                        <a:pt x="158220" y="24263"/>
                      </a:cubicBezTo>
                      <a:lnTo>
                        <a:pt x="158220" y="89342"/>
                      </a:lnTo>
                      <a:lnTo>
                        <a:pt x="158220" y="117153"/>
                      </a:lnTo>
                      <a:lnTo>
                        <a:pt x="110183" y="117153"/>
                      </a:lnTo>
                      <a:lnTo>
                        <a:pt x="105416" y="112379"/>
                      </a:lnTo>
                      <a:cubicBezTo>
                        <a:pt x="107341" y="108618"/>
                        <a:pt x="108534" y="104396"/>
                        <a:pt x="108534" y="99898"/>
                      </a:cubicBezTo>
                      <a:cubicBezTo>
                        <a:pt x="108534" y="85120"/>
                        <a:pt x="96522" y="73005"/>
                        <a:pt x="81763" y="73005"/>
                      </a:cubicBezTo>
                      <a:cubicBezTo>
                        <a:pt x="67004" y="73005"/>
                        <a:pt x="54999" y="85024"/>
                        <a:pt x="54999" y="99898"/>
                      </a:cubicBezTo>
                      <a:cubicBezTo>
                        <a:pt x="54999" y="114766"/>
                        <a:pt x="67004" y="126791"/>
                        <a:pt x="81763" y="126791"/>
                      </a:cubicBezTo>
                      <a:cubicBezTo>
                        <a:pt x="86441" y="126791"/>
                        <a:pt x="90933" y="125507"/>
                        <a:pt x="94783" y="123396"/>
                      </a:cubicBezTo>
                      <a:lnTo>
                        <a:pt x="103953" y="132573"/>
                      </a:lnTo>
                      <a:lnTo>
                        <a:pt x="158310" y="132573"/>
                      </a:lnTo>
                      <a:lnTo>
                        <a:pt x="158310" y="161391"/>
                      </a:lnTo>
                      <a:lnTo>
                        <a:pt x="86441" y="161391"/>
                      </a:lnTo>
                      <a:cubicBezTo>
                        <a:pt x="83143" y="150289"/>
                        <a:pt x="72876" y="142211"/>
                        <a:pt x="60774" y="142211"/>
                      </a:cubicBezTo>
                      <a:cubicBezTo>
                        <a:pt x="46015" y="142211"/>
                        <a:pt x="34009" y="154236"/>
                        <a:pt x="34009" y="169104"/>
                      </a:cubicBezTo>
                      <a:cubicBezTo>
                        <a:pt x="34009" y="183882"/>
                        <a:pt x="46015" y="195997"/>
                        <a:pt x="60774" y="195997"/>
                      </a:cubicBezTo>
                      <a:cubicBezTo>
                        <a:pt x="72876" y="195997"/>
                        <a:pt x="83143" y="187918"/>
                        <a:pt x="86441" y="176817"/>
                      </a:cubicBezTo>
                      <a:lnTo>
                        <a:pt x="158310" y="176817"/>
                      </a:lnTo>
                      <a:lnTo>
                        <a:pt x="158310" y="205635"/>
                      </a:lnTo>
                      <a:lnTo>
                        <a:pt x="103953" y="205635"/>
                      </a:lnTo>
                      <a:lnTo>
                        <a:pt x="95977" y="213617"/>
                      </a:lnTo>
                      <a:cubicBezTo>
                        <a:pt x="91850" y="211050"/>
                        <a:pt x="86993" y="209491"/>
                        <a:pt x="81763" y="209491"/>
                      </a:cubicBezTo>
                      <a:cubicBezTo>
                        <a:pt x="67004" y="209491"/>
                        <a:pt x="54999" y="221516"/>
                        <a:pt x="54999" y="236384"/>
                      </a:cubicBezTo>
                      <a:cubicBezTo>
                        <a:pt x="54999" y="251162"/>
                        <a:pt x="67004" y="263277"/>
                        <a:pt x="81763" y="263277"/>
                      </a:cubicBezTo>
                      <a:cubicBezTo>
                        <a:pt x="96522" y="263277"/>
                        <a:pt x="108534" y="251252"/>
                        <a:pt x="108534" y="236384"/>
                      </a:cubicBezTo>
                      <a:cubicBezTo>
                        <a:pt x="108534" y="232348"/>
                        <a:pt x="107617" y="228581"/>
                        <a:pt x="106057" y="225187"/>
                      </a:cubicBezTo>
                      <a:lnTo>
                        <a:pt x="110183" y="221054"/>
                      </a:lnTo>
                      <a:lnTo>
                        <a:pt x="158220" y="221054"/>
                      </a:lnTo>
                      <a:lnTo>
                        <a:pt x="158220" y="313855"/>
                      </a:lnTo>
                      <a:cubicBezTo>
                        <a:pt x="158220" y="318622"/>
                        <a:pt x="154370" y="322569"/>
                        <a:pt x="149512" y="322665"/>
                      </a:cubicBezTo>
                      <a:cubicBezTo>
                        <a:pt x="148961" y="322665"/>
                        <a:pt x="148498" y="322665"/>
                        <a:pt x="147953" y="322665"/>
                      </a:cubicBezTo>
                      <a:cubicBezTo>
                        <a:pt x="125674" y="322665"/>
                        <a:pt x="105505" y="310274"/>
                        <a:pt x="95239" y="290356"/>
                      </a:cubicBezTo>
                      <a:lnTo>
                        <a:pt x="93314" y="286589"/>
                      </a:lnTo>
                      <a:lnTo>
                        <a:pt x="89098" y="286224"/>
                      </a:lnTo>
                      <a:cubicBezTo>
                        <a:pt x="58483" y="283747"/>
                        <a:pt x="34555" y="257771"/>
                        <a:pt x="34555" y="226932"/>
                      </a:cubicBezTo>
                      <a:cubicBezTo>
                        <a:pt x="34555" y="224269"/>
                        <a:pt x="34830" y="221516"/>
                        <a:pt x="35293" y="218115"/>
                      </a:cubicBezTo>
                      <a:lnTo>
                        <a:pt x="35838" y="214265"/>
                      </a:lnTo>
                      <a:lnTo>
                        <a:pt x="33092" y="211506"/>
                      </a:lnTo>
                      <a:cubicBezTo>
                        <a:pt x="21631" y="200219"/>
                        <a:pt x="15304" y="185165"/>
                        <a:pt x="15304" y="169104"/>
                      </a:cubicBezTo>
                      <a:cubicBezTo>
                        <a:pt x="15304" y="153042"/>
                        <a:pt x="21631" y="137988"/>
                        <a:pt x="33092" y="126695"/>
                      </a:cubicBezTo>
                      <a:lnTo>
                        <a:pt x="35838" y="123942"/>
                      </a:lnTo>
                      <a:lnTo>
                        <a:pt x="35293" y="120092"/>
                      </a:lnTo>
                      <a:cubicBezTo>
                        <a:pt x="34741" y="116691"/>
                        <a:pt x="34555" y="113848"/>
                        <a:pt x="34555" y="111185"/>
                      </a:cubicBezTo>
                      <a:cubicBezTo>
                        <a:pt x="34555" y="80256"/>
                        <a:pt x="58663" y="54184"/>
                        <a:pt x="89374" y="51894"/>
                      </a:cubicBezTo>
                      <a:lnTo>
                        <a:pt x="93589" y="51618"/>
                      </a:lnTo>
                      <a:lnTo>
                        <a:pt x="95611" y="47851"/>
                      </a:lnTo>
                      <a:cubicBezTo>
                        <a:pt x="102669" y="34632"/>
                        <a:pt x="114220" y="24539"/>
                        <a:pt x="128061" y="19309"/>
                      </a:cubicBezTo>
                      <a:lnTo>
                        <a:pt x="149878" y="15452"/>
                      </a:lnTo>
                      <a:close/>
                      <a:moveTo>
                        <a:pt x="81673" y="111371"/>
                      </a:moveTo>
                      <a:cubicBezTo>
                        <a:pt x="75347" y="111371"/>
                        <a:pt x="70213" y="106231"/>
                        <a:pt x="70213" y="99898"/>
                      </a:cubicBezTo>
                      <a:cubicBezTo>
                        <a:pt x="70213" y="93564"/>
                        <a:pt x="75347" y="88425"/>
                        <a:pt x="81673" y="88425"/>
                      </a:cubicBezTo>
                      <a:cubicBezTo>
                        <a:pt x="88001" y="88425"/>
                        <a:pt x="93134" y="93564"/>
                        <a:pt x="93134" y="99898"/>
                      </a:cubicBezTo>
                      <a:cubicBezTo>
                        <a:pt x="93134" y="106135"/>
                        <a:pt x="88001" y="111371"/>
                        <a:pt x="81673" y="111371"/>
                      </a:cubicBezTo>
                      <a:close/>
                      <a:moveTo>
                        <a:pt x="72048" y="168918"/>
                      </a:moveTo>
                      <a:cubicBezTo>
                        <a:pt x="72048" y="175251"/>
                        <a:pt x="66915" y="180391"/>
                        <a:pt x="60588" y="180391"/>
                      </a:cubicBezTo>
                      <a:cubicBezTo>
                        <a:pt x="54267" y="180391"/>
                        <a:pt x="49134" y="175251"/>
                        <a:pt x="49134" y="168918"/>
                      </a:cubicBezTo>
                      <a:cubicBezTo>
                        <a:pt x="49134" y="162584"/>
                        <a:pt x="54267" y="157444"/>
                        <a:pt x="60588" y="157444"/>
                      </a:cubicBezTo>
                      <a:cubicBezTo>
                        <a:pt x="66915" y="157444"/>
                        <a:pt x="72048" y="162584"/>
                        <a:pt x="72048" y="168918"/>
                      </a:cubicBezTo>
                      <a:close/>
                      <a:moveTo>
                        <a:pt x="93134" y="236018"/>
                      </a:moveTo>
                      <a:cubicBezTo>
                        <a:pt x="93134" y="242352"/>
                        <a:pt x="88001" y="247492"/>
                        <a:pt x="81673" y="247492"/>
                      </a:cubicBezTo>
                      <a:cubicBezTo>
                        <a:pt x="75347" y="247492"/>
                        <a:pt x="70213" y="242352"/>
                        <a:pt x="70213" y="236018"/>
                      </a:cubicBezTo>
                      <a:cubicBezTo>
                        <a:pt x="70213" y="229685"/>
                        <a:pt x="75347" y="224545"/>
                        <a:pt x="81673" y="224545"/>
                      </a:cubicBezTo>
                      <a:cubicBezTo>
                        <a:pt x="88001" y="224545"/>
                        <a:pt x="93134" y="229685"/>
                        <a:pt x="93134" y="236018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2BBAAF02-F0A8-3DAB-BE0F-C3B886ADC6D8}"/>
                    </a:ext>
                  </a:extLst>
                </p:cNvPr>
                <p:cNvSpPr/>
                <p:nvPr/>
              </p:nvSpPr>
              <p:spPr>
                <a:xfrm>
                  <a:off x="4191847" y="3841769"/>
                  <a:ext cx="148318" cy="81782"/>
                </a:xfrm>
                <a:custGeom>
                  <a:avLst/>
                  <a:gdLst>
                    <a:gd name="connsiteX0" fmla="*/ 0 w 148318"/>
                    <a:gd name="connsiteY0" fmla="*/ 66459 h 81782"/>
                    <a:gd name="connsiteX1" fmla="*/ 0 w 148318"/>
                    <a:gd name="connsiteY1" fmla="*/ 81783 h 81782"/>
                    <a:gd name="connsiteX2" fmla="*/ 77554 w 148318"/>
                    <a:gd name="connsiteY2" fmla="*/ 81783 h 81782"/>
                    <a:gd name="connsiteX3" fmla="*/ 108721 w 148318"/>
                    <a:gd name="connsiteY3" fmla="*/ 50488 h 81782"/>
                    <a:gd name="connsiteX4" fmla="*/ 121554 w 148318"/>
                    <a:gd name="connsiteY4" fmla="*/ 53793 h 81782"/>
                    <a:gd name="connsiteX5" fmla="*/ 148319 w 148318"/>
                    <a:gd name="connsiteY5" fmla="*/ 26900 h 81782"/>
                    <a:gd name="connsiteX6" fmla="*/ 121554 w 148318"/>
                    <a:gd name="connsiteY6" fmla="*/ 0 h 81782"/>
                    <a:gd name="connsiteX7" fmla="*/ 94789 w 148318"/>
                    <a:gd name="connsiteY7" fmla="*/ 26900 h 81782"/>
                    <a:gd name="connsiteX8" fmla="*/ 97901 w 148318"/>
                    <a:gd name="connsiteY8" fmla="*/ 39470 h 81782"/>
                    <a:gd name="connsiteX9" fmla="*/ 71137 w 148318"/>
                    <a:gd name="connsiteY9" fmla="*/ 66273 h 81782"/>
                    <a:gd name="connsiteX10" fmla="*/ 0 w 148318"/>
                    <a:gd name="connsiteY10" fmla="*/ 66273 h 81782"/>
                    <a:gd name="connsiteX11" fmla="*/ 0 w 148318"/>
                    <a:gd name="connsiteY11" fmla="*/ 66459 h 81782"/>
                    <a:gd name="connsiteX12" fmla="*/ 121554 w 148318"/>
                    <a:gd name="connsiteY12" fmla="*/ 15516 h 81782"/>
                    <a:gd name="connsiteX13" fmla="*/ 133015 w 148318"/>
                    <a:gd name="connsiteY13" fmla="*/ 26989 h 81782"/>
                    <a:gd name="connsiteX14" fmla="*/ 121554 w 148318"/>
                    <a:gd name="connsiteY14" fmla="*/ 38463 h 81782"/>
                    <a:gd name="connsiteX15" fmla="*/ 110094 w 148318"/>
                    <a:gd name="connsiteY15" fmla="*/ 26989 h 81782"/>
                    <a:gd name="connsiteX16" fmla="*/ 121554 w 148318"/>
                    <a:gd name="connsiteY16" fmla="*/ 15516 h 81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8318" h="81782">
                      <a:moveTo>
                        <a:pt x="0" y="66459"/>
                      </a:moveTo>
                      <a:lnTo>
                        <a:pt x="0" y="81783"/>
                      </a:lnTo>
                      <a:lnTo>
                        <a:pt x="77554" y="81783"/>
                      </a:lnTo>
                      <a:lnTo>
                        <a:pt x="108721" y="50488"/>
                      </a:lnTo>
                      <a:cubicBezTo>
                        <a:pt x="112570" y="52599"/>
                        <a:pt x="116973" y="53793"/>
                        <a:pt x="121554" y="53793"/>
                      </a:cubicBezTo>
                      <a:cubicBezTo>
                        <a:pt x="136313" y="53793"/>
                        <a:pt x="148319" y="41767"/>
                        <a:pt x="148319" y="26900"/>
                      </a:cubicBezTo>
                      <a:cubicBezTo>
                        <a:pt x="148319" y="12025"/>
                        <a:pt x="136313" y="0"/>
                        <a:pt x="121554" y="0"/>
                      </a:cubicBezTo>
                      <a:cubicBezTo>
                        <a:pt x="106796" y="0"/>
                        <a:pt x="94789" y="12025"/>
                        <a:pt x="94789" y="26900"/>
                      </a:cubicBezTo>
                      <a:cubicBezTo>
                        <a:pt x="94789" y="31488"/>
                        <a:pt x="95977" y="35710"/>
                        <a:pt x="97901" y="39470"/>
                      </a:cubicBezTo>
                      <a:lnTo>
                        <a:pt x="71137" y="66273"/>
                      </a:lnTo>
                      <a:lnTo>
                        <a:pt x="0" y="66273"/>
                      </a:lnTo>
                      <a:lnTo>
                        <a:pt x="0" y="66459"/>
                      </a:lnTo>
                      <a:close/>
                      <a:moveTo>
                        <a:pt x="121554" y="15516"/>
                      </a:moveTo>
                      <a:cubicBezTo>
                        <a:pt x="127881" y="15516"/>
                        <a:pt x="133015" y="20656"/>
                        <a:pt x="133015" y="26989"/>
                      </a:cubicBezTo>
                      <a:cubicBezTo>
                        <a:pt x="133015" y="33323"/>
                        <a:pt x="127881" y="38463"/>
                        <a:pt x="121554" y="38463"/>
                      </a:cubicBezTo>
                      <a:cubicBezTo>
                        <a:pt x="115227" y="38463"/>
                        <a:pt x="110094" y="33323"/>
                        <a:pt x="110094" y="26989"/>
                      </a:cubicBezTo>
                      <a:cubicBezTo>
                        <a:pt x="110094" y="20656"/>
                        <a:pt x="115227" y="15516"/>
                        <a:pt x="121554" y="15516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E440A0C-5F27-1E76-B8DE-F0F94ECF3F24}"/>
                    </a:ext>
                  </a:extLst>
                </p:cNvPr>
                <p:cNvSpPr/>
                <p:nvPr/>
              </p:nvSpPr>
              <p:spPr>
                <a:xfrm>
                  <a:off x="4191847" y="3996434"/>
                  <a:ext cx="149146" cy="80679"/>
                </a:xfrm>
                <a:custGeom>
                  <a:avLst/>
                  <a:gdLst>
                    <a:gd name="connsiteX0" fmla="*/ 122382 w 149146"/>
                    <a:gd name="connsiteY0" fmla="*/ 26893 h 80679"/>
                    <a:gd name="connsiteX1" fmla="*/ 108355 w 149146"/>
                    <a:gd name="connsiteY1" fmla="*/ 30929 h 80679"/>
                    <a:gd name="connsiteX2" fmla="*/ 77554 w 149146"/>
                    <a:gd name="connsiteY2" fmla="*/ 0 h 80679"/>
                    <a:gd name="connsiteX3" fmla="*/ 0 w 149146"/>
                    <a:gd name="connsiteY3" fmla="*/ 0 h 80679"/>
                    <a:gd name="connsiteX4" fmla="*/ 0 w 149146"/>
                    <a:gd name="connsiteY4" fmla="*/ 15323 h 80679"/>
                    <a:gd name="connsiteX5" fmla="*/ 71227 w 149146"/>
                    <a:gd name="connsiteY5" fmla="*/ 15323 h 80679"/>
                    <a:gd name="connsiteX6" fmla="*/ 98178 w 149146"/>
                    <a:gd name="connsiteY6" fmla="*/ 42499 h 80679"/>
                    <a:gd name="connsiteX7" fmla="*/ 95611 w 149146"/>
                    <a:gd name="connsiteY7" fmla="*/ 53786 h 80679"/>
                    <a:gd name="connsiteX8" fmla="*/ 122382 w 149146"/>
                    <a:gd name="connsiteY8" fmla="*/ 80679 h 80679"/>
                    <a:gd name="connsiteX9" fmla="*/ 149147 w 149146"/>
                    <a:gd name="connsiteY9" fmla="*/ 53786 h 80679"/>
                    <a:gd name="connsiteX10" fmla="*/ 122382 w 149146"/>
                    <a:gd name="connsiteY10" fmla="*/ 26893 h 80679"/>
                    <a:gd name="connsiteX11" fmla="*/ 122382 w 149146"/>
                    <a:gd name="connsiteY11" fmla="*/ 65259 h 80679"/>
                    <a:gd name="connsiteX12" fmla="*/ 110922 w 149146"/>
                    <a:gd name="connsiteY12" fmla="*/ 53786 h 80679"/>
                    <a:gd name="connsiteX13" fmla="*/ 122382 w 149146"/>
                    <a:gd name="connsiteY13" fmla="*/ 42313 h 80679"/>
                    <a:gd name="connsiteX14" fmla="*/ 133836 w 149146"/>
                    <a:gd name="connsiteY14" fmla="*/ 53786 h 80679"/>
                    <a:gd name="connsiteX15" fmla="*/ 122382 w 149146"/>
                    <a:gd name="connsiteY15" fmla="*/ 65259 h 80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49146" h="80679">
                      <a:moveTo>
                        <a:pt x="122382" y="26893"/>
                      </a:moveTo>
                      <a:cubicBezTo>
                        <a:pt x="117248" y="26893"/>
                        <a:pt x="112384" y="28363"/>
                        <a:pt x="108355" y="30929"/>
                      </a:cubicBezTo>
                      <a:lnTo>
                        <a:pt x="77554" y="0"/>
                      </a:lnTo>
                      <a:lnTo>
                        <a:pt x="0" y="0"/>
                      </a:lnTo>
                      <a:lnTo>
                        <a:pt x="0" y="15323"/>
                      </a:lnTo>
                      <a:lnTo>
                        <a:pt x="71227" y="15323"/>
                      </a:lnTo>
                      <a:lnTo>
                        <a:pt x="98178" y="42499"/>
                      </a:lnTo>
                      <a:cubicBezTo>
                        <a:pt x="96528" y="45983"/>
                        <a:pt x="95611" y="49750"/>
                        <a:pt x="95611" y="53786"/>
                      </a:cubicBezTo>
                      <a:cubicBezTo>
                        <a:pt x="95611" y="68564"/>
                        <a:pt x="107623" y="80679"/>
                        <a:pt x="122382" y="80679"/>
                      </a:cubicBezTo>
                      <a:cubicBezTo>
                        <a:pt x="137141" y="80679"/>
                        <a:pt x="149147" y="68654"/>
                        <a:pt x="149147" y="53786"/>
                      </a:cubicBezTo>
                      <a:cubicBezTo>
                        <a:pt x="149147" y="39008"/>
                        <a:pt x="137141" y="26893"/>
                        <a:pt x="122382" y="26893"/>
                      </a:cubicBezTo>
                      <a:close/>
                      <a:moveTo>
                        <a:pt x="122382" y="65259"/>
                      </a:moveTo>
                      <a:cubicBezTo>
                        <a:pt x="116055" y="65259"/>
                        <a:pt x="110922" y="60120"/>
                        <a:pt x="110922" y="53786"/>
                      </a:cubicBezTo>
                      <a:cubicBezTo>
                        <a:pt x="110922" y="47453"/>
                        <a:pt x="116055" y="42313"/>
                        <a:pt x="122382" y="42313"/>
                      </a:cubicBezTo>
                      <a:cubicBezTo>
                        <a:pt x="128703" y="42313"/>
                        <a:pt x="133836" y="47453"/>
                        <a:pt x="133836" y="53786"/>
                      </a:cubicBezTo>
                      <a:cubicBezTo>
                        <a:pt x="133836" y="60120"/>
                        <a:pt x="128703" y="65259"/>
                        <a:pt x="122382" y="65259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F9F9CF4-4F68-36F2-9BA9-C8142CDAFBD1}"/>
                    </a:ext>
                  </a:extLst>
                </p:cNvPr>
                <p:cNvSpPr/>
                <p:nvPr/>
              </p:nvSpPr>
              <p:spPr>
                <a:xfrm>
                  <a:off x="4191847" y="3933190"/>
                  <a:ext cx="181686" cy="53696"/>
                </a:xfrm>
                <a:custGeom>
                  <a:avLst/>
                  <a:gdLst>
                    <a:gd name="connsiteX0" fmla="*/ 154922 w 181686"/>
                    <a:gd name="connsiteY0" fmla="*/ 0 h 53696"/>
                    <a:gd name="connsiteX1" fmla="*/ 129254 w 181686"/>
                    <a:gd name="connsiteY1" fmla="*/ 19186 h 53696"/>
                    <a:gd name="connsiteX2" fmla="*/ 0 w 181686"/>
                    <a:gd name="connsiteY2" fmla="*/ 19186 h 53696"/>
                    <a:gd name="connsiteX3" fmla="*/ 0 w 181686"/>
                    <a:gd name="connsiteY3" fmla="*/ 34516 h 53696"/>
                    <a:gd name="connsiteX4" fmla="*/ 129254 w 181686"/>
                    <a:gd name="connsiteY4" fmla="*/ 34516 h 53696"/>
                    <a:gd name="connsiteX5" fmla="*/ 154922 w 181686"/>
                    <a:gd name="connsiteY5" fmla="*/ 53696 h 53696"/>
                    <a:gd name="connsiteX6" fmla="*/ 181686 w 181686"/>
                    <a:gd name="connsiteY6" fmla="*/ 26803 h 53696"/>
                    <a:gd name="connsiteX7" fmla="*/ 154922 w 181686"/>
                    <a:gd name="connsiteY7" fmla="*/ 0 h 53696"/>
                    <a:gd name="connsiteX8" fmla="*/ 154922 w 181686"/>
                    <a:gd name="connsiteY8" fmla="*/ 38366 h 53696"/>
                    <a:gd name="connsiteX9" fmla="*/ 143461 w 181686"/>
                    <a:gd name="connsiteY9" fmla="*/ 26893 h 53696"/>
                    <a:gd name="connsiteX10" fmla="*/ 154922 w 181686"/>
                    <a:gd name="connsiteY10" fmla="*/ 15420 h 53696"/>
                    <a:gd name="connsiteX11" fmla="*/ 166382 w 181686"/>
                    <a:gd name="connsiteY11" fmla="*/ 26893 h 53696"/>
                    <a:gd name="connsiteX12" fmla="*/ 154922 w 181686"/>
                    <a:gd name="connsiteY12" fmla="*/ 38366 h 53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1686" h="53696">
                      <a:moveTo>
                        <a:pt x="154922" y="0"/>
                      </a:moveTo>
                      <a:cubicBezTo>
                        <a:pt x="142819" y="0"/>
                        <a:pt x="132553" y="8079"/>
                        <a:pt x="129254" y="19186"/>
                      </a:cubicBezTo>
                      <a:lnTo>
                        <a:pt x="0" y="19186"/>
                      </a:lnTo>
                      <a:lnTo>
                        <a:pt x="0" y="34516"/>
                      </a:lnTo>
                      <a:lnTo>
                        <a:pt x="129254" y="34516"/>
                      </a:lnTo>
                      <a:cubicBezTo>
                        <a:pt x="132553" y="45617"/>
                        <a:pt x="142819" y="53696"/>
                        <a:pt x="154922" y="53696"/>
                      </a:cubicBezTo>
                      <a:cubicBezTo>
                        <a:pt x="169681" y="53696"/>
                        <a:pt x="181686" y="41671"/>
                        <a:pt x="181686" y="26803"/>
                      </a:cubicBezTo>
                      <a:cubicBezTo>
                        <a:pt x="181686" y="12025"/>
                        <a:pt x="169681" y="0"/>
                        <a:pt x="154922" y="0"/>
                      </a:cubicBezTo>
                      <a:close/>
                      <a:moveTo>
                        <a:pt x="154922" y="38366"/>
                      </a:moveTo>
                      <a:cubicBezTo>
                        <a:pt x="148595" y="38366"/>
                        <a:pt x="143461" y="33226"/>
                        <a:pt x="143461" y="26893"/>
                      </a:cubicBezTo>
                      <a:cubicBezTo>
                        <a:pt x="143461" y="20560"/>
                        <a:pt x="148595" y="15420"/>
                        <a:pt x="154922" y="15420"/>
                      </a:cubicBezTo>
                      <a:cubicBezTo>
                        <a:pt x="161249" y="15420"/>
                        <a:pt x="166382" y="20560"/>
                        <a:pt x="166382" y="26893"/>
                      </a:cubicBezTo>
                      <a:cubicBezTo>
                        <a:pt x="166382" y="33226"/>
                        <a:pt x="161249" y="38366"/>
                        <a:pt x="154922" y="38366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5F7DF9-E0F7-034B-24A8-A932C460AF93}"/>
                </a:ext>
              </a:extLst>
            </p:cNvPr>
            <p:cNvSpPr txBox="1"/>
            <p:nvPr/>
          </p:nvSpPr>
          <p:spPr>
            <a:xfrm>
              <a:off x="3924626" y="4224065"/>
              <a:ext cx="1840131" cy="265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81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Embed 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779C4A02-2D3C-7E1D-09F4-26344A6604A6}"/>
              </a:ext>
            </a:extLst>
          </p:cNvPr>
          <p:cNvSpPr/>
          <p:nvPr/>
        </p:nvSpPr>
        <p:spPr>
          <a:xfrm>
            <a:off x="5648917" y="3319050"/>
            <a:ext cx="182880" cy="1828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racle Sans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1028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332461-0228-4CE6-818B-14050AF0840D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B8580"/>
                </a:solidFill>
                <a:effectLst/>
                <a:uLnTx/>
                <a:uFillTx/>
                <a:latin typeface="Oracle Sans Tab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B8580"/>
              </a:solidFill>
              <a:effectLst/>
              <a:uLnTx/>
              <a:uFillTx/>
              <a:latin typeface="Oracle Sans Tab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580"/>
                </a:solidFill>
                <a:effectLst/>
                <a:uLnTx/>
                <a:uFillTx/>
                <a:latin typeface="Oracle Sans Tab"/>
                <a:ea typeface="+mn-ea"/>
                <a:cs typeface="+mn-cs"/>
              </a:rPr>
              <a:t>Copyright © 2022, Oracle and/or its affiliates 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5D60D9-5372-5F40-9443-0F9AE5BDC3C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B8580"/>
                </a:solidFill>
                <a:effectLst/>
                <a:uLnTx/>
                <a:uFillTx/>
                <a:latin typeface="Oracle Sans Tab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B8580"/>
              </a:solidFill>
              <a:effectLst/>
              <a:uLnTx/>
              <a:uFillTx/>
              <a:latin typeface="Oracle Sans Tab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HRSD : </a:t>
            </a:r>
            <a:r>
              <a:rPr lang="en-US" dirty="0"/>
              <a:t>AI-Powered</a:t>
            </a:r>
            <a:r>
              <a:rPr lang="nb-NO" dirty="0"/>
              <a:t> Virtual Agent Triage (Legal, Incident &amp; Knowledge summarization)</a:t>
            </a:r>
            <a:br>
              <a:rPr lang="en-US" dirty="0"/>
            </a:br>
            <a:endParaRPr lang="en-US" sz="1000" dirty="0"/>
          </a:p>
        </p:txBody>
      </p:sp>
      <p:pic>
        <p:nvPicPr>
          <p:cNvPr id="248" name="Picture 247">
            <a:extLst>
              <a:ext uri="{FF2B5EF4-FFF2-40B4-BE49-F238E27FC236}">
                <a16:creationId xmlns:a16="http://schemas.microsoft.com/office/drawing/2014/main" id="{1C9E0A8B-E9F0-2B08-9881-C65B0862E6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/>
        </p:blipFill>
        <p:spPr>
          <a:xfrm>
            <a:off x="1497874" y="1071154"/>
            <a:ext cx="8814968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2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Oracle-Redwood" id="{8BE79FF4-0D8A-4ED5-A401-50AAEC6F828C}" vid="{6994013A-E361-44C9-8659-FCCBEEFCC8B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18159</TotalTime>
  <Words>504</Words>
  <Application>Microsoft Office PowerPoint</Application>
  <PresentationFormat>Widescreen</PresentationFormat>
  <Paragraphs>68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5" baseType="lpstr">
      <vt:lpstr>Aptos</vt:lpstr>
      <vt:lpstr>Arial</vt:lpstr>
      <vt:lpstr>Calibri</vt:lpstr>
      <vt:lpstr>Georgia</vt:lpstr>
      <vt:lpstr>Google Sans</vt:lpstr>
      <vt:lpstr>Open Sans</vt:lpstr>
      <vt:lpstr>Oracle Sans</vt:lpstr>
      <vt:lpstr>Oracle Sans Light</vt:lpstr>
      <vt:lpstr>Oracle Sans Tab</vt:lpstr>
      <vt:lpstr>Oracle Sans Tab Light</vt:lpstr>
      <vt:lpstr>System Font Regular</vt:lpstr>
      <vt:lpstr>Oracle-Redwood</vt:lpstr>
      <vt:lpstr>Custom Design</vt:lpstr>
      <vt:lpstr>HRSD : AI-Powered Virtual Agent Triage (Legal, Incident &amp; Knowledge summarization)  </vt:lpstr>
      <vt:lpstr>HRSD : AI-Powered Virtual Agent Triage (Legal, Incident &amp; Knowledge summarization) </vt:lpstr>
    </vt:vector>
  </TitlesOfParts>
  <Company>Oracle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Cloud Infrastructure</dc:title>
  <dc:creator>Dawn Tyler</dc:creator>
  <cp:lastModifiedBy>Saad Akbar</cp:lastModifiedBy>
  <cp:revision>352</cp:revision>
  <dcterms:created xsi:type="dcterms:W3CDTF">2021-11-23T21:18:36Z</dcterms:created>
  <dcterms:modified xsi:type="dcterms:W3CDTF">2026-03-12T11:59:53Z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Oracle-Redwood:5\Custom Design:3</vt:lpwstr>
  </property>
  <property fmtid="{D5CDD505-2E9C-101B-9397-08002B2CF9AE}" pid="3" name="ClassificationContentMarkingFooterText">
    <vt:lpwstr>Confidential – Oracle Internal</vt:lpwstr>
  </property>
  <property fmtid="{D5CDD505-2E9C-101B-9397-08002B2CF9AE}" pid="4" name="MSIP_Label_3c76ce46-357f-46de-88d6-77b9bbb83c46_Enabled">
    <vt:lpwstr>true</vt:lpwstr>
  </property>
  <property fmtid="{D5CDD505-2E9C-101B-9397-08002B2CF9AE}" pid="5" name="MSIP_Label_3c76ce46-357f-46de-88d6-77b9bbb83c46_SetDate">
    <vt:lpwstr>2025-09-08T09:28:47Z</vt:lpwstr>
  </property>
  <property fmtid="{D5CDD505-2E9C-101B-9397-08002B2CF9AE}" pid="6" name="MSIP_Label_3c76ce46-357f-46de-88d6-77b9bbb83c46_Method">
    <vt:lpwstr>Privileged</vt:lpwstr>
  </property>
  <property fmtid="{D5CDD505-2E9C-101B-9397-08002B2CF9AE}" pid="7" name="MSIP_Label_3c76ce46-357f-46de-88d6-77b9bbb83c46_Name">
    <vt:lpwstr>Public</vt:lpwstr>
  </property>
  <property fmtid="{D5CDD505-2E9C-101B-9397-08002B2CF9AE}" pid="8" name="MSIP_Label_3c76ce46-357f-46de-88d6-77b9bbb83c46_SiteId">
    <vt:lpwstr>4e2c6054-71cb-48f1-bd6c-3a9705aca71b</vt:lpwstr>
  </property>
  <property fmtid="{D5CDD505-2E9C-101B-9397-08002B2CF9AE}" pid="9" name="MSIP_Label_3c76ce46-357f-46de-88d6-77b9bbb83c46_ActionId">
    <vt:lpwstr>b8603a55-3f7e-484b-97d5-261839f8cf8d</vt:lpwstr>
  </property>
  <property fmtid="{D5CDD505-2E9C-101B-9397-08002B2CF9AE}" pid="10" name="MSIP_Label_3c76ce46-357f-46de-88d6-77b9bbb83c46_ContentBits">
    <vt:lpwstr>0</vt:lpwstr>
  </property>
</Properties>
</file>